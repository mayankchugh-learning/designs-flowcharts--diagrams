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51" r:id="rId1"/>
  </p:sldMasterIdLst>
  <p:sldIdLst>
    <p:sldId id="256" r:id="rId2"/>
    <p:sldId id="269" r:id="rId3"/>
    <p:sldId id="270" r:id="rId4"/>
    <p:sldId id="271" r:id="rId5"/>
    <p:sldId id="268" r:id="rId6"/>
    <p:sldId id="258" r:id="rId7"/>
    <p:sldId id="263" r:id="rId8"/>
    <p:sldId id="262" r:id="rId9"/>
    <p:sldId id="259" r:id="rId10"/>
    <p:sldId id="261" r:id="rId11"/>
    <p:sldId id="260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50"/>
    <p:restoredTop sz="96286"/>
  </p:normalViewPr>
  <p:slideViewPr>
    <p:cSldViewPr snapToGrid="0">
      <p:cViewPr varScale="1">
        <p:scale>
          <a:sx n="101" d="100"/>
          <a:sy n="101" d="100"/>
        </p:scale>
        <p:origin x="232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ED0215-0144-4B6A-BD36-CBB6102C91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E9A1DA-855B-4A22-80E7-4B68F2B6A2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</a:t>
          </a:r>
        </a:p>
      </dgm:t>
    </dgm:pt>
    <dgm:pt modelId="{9201B6E9-B4E7-4D2A-A0B6-C79F997B4FDE}" type="parTrans" cxnId="{BDB4CA63-25C2-4205-8C6F-B2D7F8E03EC3}">
      <dgm:prSet/>
      <dgm:spPr/>
      <dgm:t>
        <a:bodyPr/>
        <a:lstStyle/>
        <a:p>
          <a:endParaRPr lang="en-US"/>
        </a:p>
      </dgm:t>
    </dgm:pt>
    <dgm:pt modelId="{B0B3910B-D9E0-4C29-A69B-F39CDD6CFBA3}" type="sibTrans" cxnId="{BDB4CA63-25C2-4205-8C6F-B2D7F8E03EC3}">
      <dgm:prSet/>
      <dgm:spPr/>
      <dgm:t>
        <a:bodyPr/>
        <a:lstStyle/>
        <a:p>
          <a:endParaRPr lang="en-US"/>
        </a:p>
      </dgm:t>
    </dgm:pt>
    <dgm:pt modelId="{B9FC212B-1FC8-439E-8372-7C0B6609D3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Skills (Key + Technical)</a:t>
          </a:r>
        </a:p>
      </dgm:t>
    </dgm:pt>
    <dgm:pt modelId="{8105371A-2747-43F3-805B-DE7A888977B6}" type="parTrans" cxnId="{F21E7C21-6F20-4DD6-AC78-31068B67552E}">
      <dgm:prSet/>
      <dgm:spPr/>
      <dgm:t>
        <a:bodyPr/>
        <a:lstStyle/>
        <a:p>
          <a:endParaRPr lang="en-US"/>
        </a:p>
      </dgm:t>
    </dgm:pt>
    <dgm:pt modelId="{BB103D7F-19D8-4898-B661-732CEE8B264D}" type="sibTrans" cxnId="{F21E7C21-6F20-4DD6-AC78-31068B67552E}">
      <dgm:prSet/>
      <dgm:spPr/>
      <dgm:t>
        <a:bodyPr/>
        <a:lstStyle/>
        <a:p>
          <a:endParaRPr lang="en-US"/>
        </a:p>
      </dgm:t>
    </dgm:pt>
    <dgm:pt modelId="{219345B7-EEE5-4346-814E-C793562E7A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Professional Experience</a:t>
          </a:r>
        </a:p>
      </dgm:t>
    </dgm:pt>
    <dgm:pt modelId="{3190E5D2-97CF-4877-AD97-7815B86BC298}" type="parTrans" cxnId="{00EE1E3D-275B-4B85-B9E8-3768CFA7E1E2}">
      <dgm:prSet/>
      <dgm:spPr/>
      <dgm:t>
        <a:bodyPr/>
        <a:lstStyle/>
        <a:p>
          <a:endParaRPr lang="en-US"/>
        </a:p>
      </dgm:t>
    </dgm:pt>
    <dgm:pt modelId="{C2A96860-46F3-4B3E-BF74-0351E1780231}" type="sibTrans" cxnId="{00EE1E3D-275B-4B85-B9E8-3768CFA7E1E2}">
      <dgm:prSet/>
      <dgm:spPr/>
      <dgm:t>
        <a:bodyPr/>
        <a:lstStyle/>
        <a:p>
          <a:endParaRPr lang="en-US"/>
        </a:p>
      </dgm:t>
    </dgm:pt>
    <dgm:pt modelId="{ACE3DD12-C722-4D3F-93C0-40300C4804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Education (Academic + Professional)</a:t>
          </a:r>
        </a:p>
      </dgm:t>
    </dgm:pt>
    <dgm:pt modelId="{08304B86-785C-475E-89EA-26B566AFA5C6}" type="parTrans" cxnId="{31A215D9-7D8A-455D-A484-CB6339938138}">
      <dgm:prSet/>
      <dgm:spPr/>
      <dgm:t>
        <a:bodyPr/>
        <a:lstStyle/>
        <a:p>
          <a:endParaRPr lang="en-US"/>
        </a:p>
      </dgm:t>
    </dgm:pt>
    <dgm:pt modelId="{1F869060-1617-4137-9C48-76A3EA947543}" type="sibTrans" cxnId="{31A215D9-7D8A-455D-A484-CB6339938138}">
      <dgm:prSet/>
      <dgm:spPr/>
      <dgm:t>
        <a:bodyPr/>
        <a:lstStyle/>
        <a:p>
          <a:endParaRPr lang="en-US"/>
        </a:p>
      </dgm:t>
    </dgm:pt>
    <dgm:pt modelId="{D88BB400-3731-4BBB-8091-9BA8630C2F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 &amp; A</a:t>
          </a:r>
        </a:p>
      </dgm:t>
    </dgm:pt>
    <dgm:pt modelId="{DA9CC531-5401-49B5-B956-6C890B59E1F5}" type="parTrans" cxnId="{C5D3A1D5-FEA7-497F-8F0E-9F595178BB83}">
      <dgm:prSet/>
      <dgm:spPr/>
      <dgm:t>
        <a:bodyPr/>
        <a:lstStyle/>
        <a:p>
          <a:endParaRPr lang="en-US"/>
        </a:p>
      </dgm:t>
    </dgm:pt>
    <dgm:pt modelId="{05D608A1-F230-4945-BA13-9FE4CCB29F38}" type="sibTrans" cxnId="{C5D3A1D5-FEA7-497F-8F0E-9F595178BB83}">
      <dgm:prSet/>
      <dgm:spPr/>
      <dgm:t>
        <a:bodyPr/>
        <a:lstStyle/>
        <a:p>
          <a:endParaRPr lang="en-US"/>
        </a:p>
      </dgm:t>
    </dgm:pt>
    <dgm:pt modelId="{441D90A0-2489-4771-AD62-6EA6868EA734}" type="pres">
      <dgm:prSet presAssocID="{18ED0215-0144-4B6A-BD36-CBB6102C9131}" presName="root" presStyleCnt="0">
        <dgm:presLayoutVars>
          <dgm:dir/>
          <dgm:resizeHandles val="exact"/>
        </dgm:presLayoutVars>
      </dgm:prSet>
      <dgm:spPr/>
    </dgm:pt>
    <dgm:pt modelId="{A2494F5D-D935-427F-BDEF-03677EC3C911}" type="pres">
      <dgm:prSet presAssocID="{0DE9A1DA-855B-4A22-80E7-4B68F2B6A23F}" presName="compNode" presStyleCnt="0"/>
      <dgm:spPr/>
    </dgm:pt>
    <dgm:pt modelId="{C6C017FC-AC87-45A0-BD93-6C677E8E99F4}" type="pres">
      <dgm:prSet presAssocID="{0DE9A1DA-855B-4A22-80E7-4B68F2B6A23F}" presName="bgRect" presStyleLbl="bgShp" presStyleIdx="0" presStyleCnt="5"/>
      <dgm:spPr/>
    </dgm:pt>
    <dgm:pt modelId="{99419EDA-B321-4946-9FC9-B5D8AF5FCE2B}" type="pres">
      <dgm:prSet presAssocID="{0DE9A1DA-855B-4A22-80E7-4B68F2B6A23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host"/>
        </a:ext>
      </dgm:extLst>
    </dgm:pt>
    <dgm:pt modelId="{52C5839E-12D3-4F89-B1D0-3E9342CAB292}" type="pres">
      <dgm:prSet presAssocID="{0DE9A1DA-855B-4A22-80E7-4B68F2B6A23F}" presName="spaceRect" presStyleCnt="0"/>
      <dgm:spPr/>
    </dgm:pt>
    <dgm:pt modelId="{AABCCB35-B8EF-4208-8D2B-9F8BE408260E}" type="pres">
      <dgm:prSet presAssocID="{0DE9A1DA-855B-4A22-80E7-4B68F2B6A23F}" presName="parTx" presStyleLbl="revTx" presStyleIdx="0" presStyleCnt="5">
        <dgm:presLayoutVars>
          <dgm:chMax val="0"/>
          <dgm:chPref val="0"/>
        </dgm:presLayoutVars>
      </dgm:prSet>
      <dgm:spPr/>
    </dgm:pt>
    <dgm:pt modelId="{3E7E8FAE-9A1C-4FC4-AF03-70D04C6DFDD0}" type="pres">
      <dgm:prSet presAssocID="{B0B3910B-D9E0-4C29-A69B-F39CDD6CFBA3}" presName="sibTrans" presStyleCnt="0"/>
      <dgm:spPr/>
    </dgm:pt>
    <dgm:pt modelId="{D539F809-B64F-4373-B524-954C771408FD}" type="pres">
      <dgm:prSet presAssocID="{B9FC212B-1FC8-439E-8372-7C0B6609D3D0}" presName="compNode" presStyleCnt="0"/>
      <dgm:spPr/>
    </dgm:pt>
    <dgm:pt modelId="{25746EDE-FF17-4B8B-9899-D91033D6FACB}" type="pres">
      <dgm:prSet presAssocID="{B9FC212B-1FC8-439E-8372-7C0B6609D3D0}" presName="bgRect" presStyleLbl="bgShp" presStyleIdx="1" presStyleCnt="5"/>
      <dgm:spPr/>
    </dgm:pt>
    <dgm:pt modelId="{7CB9AAAC-FE20-4778-946D-E5AAFD3E0368}" type="pres">
      <dgm:prSet presAssocID="{B9FC212B-1FC8-439E-8372-7C0B6609D3D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EB96025-2801-4643-A5CA-C2ABCA39BC90}" type="pres">
      <dgm:prSet presAssocID="{B9FC212B-1FC8-439E-8372-7C0B6609D3D0}" presName="spaceRect" presStyleCnt="0"/>
      <dgm:spPr/>
    </dgm:pt>
    <dgm:pt modelId="{9BAF677D-BE2C-436F-9701-A6437D5014F4}" type="pres">
      <dgm:prSet presAssocID="{B9FC212B-1FC8-439E-8372-7C0B6609D3D0}" presName="parTx" presStyleLbl="revTx" presStyleIdx="1" presStyleCnt="5">
        <dgm:presLayoutVars>
          <dgm:chMax val="0"/>
          <dgm:chPref val="0"/>
        </dgm:presLayoutVars>
      </dgm:prSet>
      <dgm:spPr/>
    </dgm:pt>
    <dgm:pt modelId="{E594FF0A-D870-4E4D-828F-2596837BB3DF}" type="pres">
      <dgm:prSet presAssocID="{BB103D7F-19D8-4898-B661-732CEE8B264D}" presName="sibTrans" presStyleCnt="0"/>
      <dgm:spPr/>
    </dgm:pt>
    <dgm:pt modelId="{CEF54CE2-2AF5-40AC-91D1-EB6074408DAD}" type="pres">
      <dgm:prSet presAssocID="{219345B7-EEE5-4346-814E-C793562E7A5D}" presName="compNode" presStyleCnt="0"/>
      <dgm:spPr/>
    </dgm:pt>
    <dgm:pt modelId="{33B8F18A-7320-452E-B795-F060AAEC8F3A}" type="pres">
      <dgm:prSet presAssocID="{219345B7-EEE5-4346-814E-C793562E7A5D}" presName="bgRect" presStyleLbl="bgShp" presStyleIdx="2" presStyleCnt="5"/>
      <dgm:spPr/>
    </dgm:pt>
    <dgm:pt modelId="{5A259CF9-F342-442E-B559-7BEEA2BEA7FA}" type="pres">
      <dgm:prSet presAssocID="{219345B7-EEE5-4346-814E-C793562E7A5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07FDA58E-1FAF-4097-BF5C-4E5064FE056F}" type="pres">
      <dgm:prSet presAssocID="{219345B7-EEE5-4346-814E-C793562E7A5D}" presName="spaceRect" presStyleCnt="0"/>
      <dgm:spPr/>
    </dgm:pt>
    <dgm:pt modelId="{53CAA4EA-66DB-405B-AFBA-A4EC3FCEA6CE}" type="pres">
      <dgm:prSet presAssocID="{219345B7-EEE5-4346-814E-C793562E7A5D}" presName="parTx" presStyleLbl="revTx" presStyleIdx="2" presStyleCnt="5">
        <dgm:presLayoutVars>
          <dgm:chMax val="0"/>
          <dgm:chPref val="0"/>
        </dgm:presLayoutVars>
      </dgm:prSet>
      <dgm:spPr/>
    </dgm:pt>
    <dgm:pt modelId="{BB417B0E-6040-4E41-A4A6-9F2C0CFBCACB}" type="pres">
      <dgm:prSet presAssocID="{C2A96860-46F3-4B3E-BF74-0351E1780231}" presName="sibTrans" presStyleCnt="0"/>
      <dgm:spPr/>
    </dgm:pt>
    <dgm:pt modelId="{0C82D221-D02E-4027-BDDC-CB91CFDDB4D7}" type="pres">
      <dgm:prSet presAssocID="{ACE3DD12-C722-4D3F-93C0-40300C480435}" presName="compNode" presStyleCnt="0"/>
      <dgm:spPr/>
    </dgm:pt>
    <dgm:pt modelId="{90C8D7BA-CCAE-4E2A-BCF9-5FEC7CB21595}" type="pres">
      <dgm:prSet presAssocID="{ACE3DD12-C722-4D3F-93C0-40300C480435}" presName="bgRect" presStyleLbl="bgShp" presStyleIdx="3" presStyleCnt="5"/>
      <dgm:spPr/>
    </dgm:pt>
    <dgm:pt modelId="{DB4F9B12-551F-44BB-B29F-3713082CEE35}" type="pres">
      <dgm:prSet presAssocID="{ACE3DD12-C722-4D3F-93C0-40300C48043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B4981D67-3032-4A8E-89C9-4A29A4C641AA}" type="pres">
      <dgm:prSet presAssocID="{ACE3DD12-C722-4D3F-93C0-40300C480435}" presName="spaceRect" presStyleCnt="0"/>
      <dgm:spPr/>
    </dgm:pt>
    <dgm:pt modelId="{1A626C3A-A546-4C47-BEB3-86F79DF8B631}" type="pres">
      <dgm:prSet presAssocID="{ACE3DD12-C722-4D3F-93C0-40300C480435}" presName="parTx" presStyleLbl="revTx" presStyleIdx="3" presStyleCnt="5">
        <dgm:presLayoutVars>
          <dgm:chMax val="0"/>
          <dgm:chPref val="0"/>
        </dgm:presLayoutVars>
      </dgm:prSet>
      <dgm:spPr/>
    </dgm:pt>
    <dgm:pt modelId="{5CD3F49D-D08B-4819-A4B2-FB501DD0AF74}" type="pres">
      <dgm:prSet presAssocID="{1F869060-1617-4137-9C48-76A3EA947543}" presName="sibTrans" presStyleCnt="0"/>
      <dgm:spPr/>
    </dgm:pt>
    <dgm:pt modelId="{9CD791DF-E1DB-441F-AB32-0DE9C17EB70D}" type="pres">
      <dgm:prSet presAssocID="{D88BB400-3731-4BBB-8091-9BA8630C2FA4}" presName="compNode" presStyleCnt="0"/>
      <dgm:spPr/>
    </dgm:pt>
    <dgm:pt modelId="{C43A1660-55D2-4668-9297-0CFA53081824}" type="pres">
      <dgm:prSet presAssocID="{D88BB400-3731-4BBB-8091-9BA8630C2FA4}" presName="bgRect" presStyleLbl="bgShp" presStyleIdx="4" presStyleCnt="5"/>
      <dgm:spPr/>
    </dgm:pt>
    <dgm:pt modelId="{FED17E33-DFC9-49D1-9C0D-73DB4E8CE1C6}" type="pres">
      <dgm:prSet presAssocID="{D88BB400-3731-4BBB-8091-9BA8630C2FA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7CB776D1-5623-41DA-92A6-CF648168C8A4}" type="pres">
      <dgm:prSet presAssocID="{D88BB400-3731-4BBB-8091-9BA8630C2FA4}" presName="spaceRect" presStyleCnt="0"/>
      <dgm:spPr/>
    </dgm:pt>
    <dgm:pt modelId="{E4EFD0FD-A74A-45EC-BACF-69DB45397CFD}" type="pres">
      <dgm:prSet presAssocID="{D88BB400-3731-4BBB-8091-9BA8630C2FA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0E62304-242D-0F41-9861-B3106B2598CC}" type="presOf" srcId="{B9FC212B-1FC8-439E-8372-7C0B6609D3D0}" destId="{9BAF677D-BE2C-436F-9701-A6437D5014F4}" srcOrd="0" destOrd="0" presId="urn:microsoft.com/office/officeart/2018/2/layout/IconVerticalSolidList"/>
    <dgm:cxn modelId="{F21E7C21-6F20-4DD6-AC78-31068B67552E}" srcId="{18ED0215-0144-4B6A-BD36-CBB6102C9131}" destId="{B9FC212B-1FC8-439E-8372-7C0B6609D3D0}" srcOrd="1" destOrd="0" parTransId="{8105371A-2747-43F3-805B-DE7A888977B6}" sibTransId="{BB103D7F-19D8-4898-B661-732CEE8B264D}"/>
    <dgm:cxn modelId="{8849B02E-E58C-1749-9F8E-FA4405B58436}" type="presOf" srcId="{18ED0215-0144-4B6A-BD36-CBB6102C9131}" destId="{441D90A0-2489-4771-AD62-6EA6868EA734}" srcOrd="0" destOrd="0" presId="urn:microsoft.com/office/officeart/2018/2/layout/IconVerticalSolidList"/>
    <dgm:cxn modelId="{AD67E732-C4C8-3041-9708-C99183D463C5}" type="presOf" srcId="{D88BB400-3731-4BBB-8091-9BA8630C2FA4}" destId="{E4EFD0FD-A74A-45EC-BACF-69DB45397CFD}" srcOrd="0" destOrd="0" presId="urn:microsoft.com/office/officeart/2018/2/layout/IconVerticalSolidList"/>
    <dgm:cxn modelId="{00EE1E3D-275B-4B85-B9E8-3768CFA7E1E2}" srcId="{18ED0215-0144-4B6A-BD36-CBB6102C9131}" destId="{219345B7-EEE5-4346-814E-C793562E7A5D}" srcOrd="2" destOrd="0" parTransId="{3190E5D2-97CF-4877-AD97-7815B86BC298}" sibTransId="{C2A96860-46F3-4B3E-BF74-0351E1780231}"/>
    <dgm:cxn modelId="{BDB4CA63-25C2-4205-8C6F-B2D7F8E03EC3}" srcId="{18ED0215-0144-4B6A-BD36-CBB6102C9131}" destId="{0DE9A1DA-855B-4A22-80E7-4B68F2B6A23F}" srcOrd="0" destOrd="0" parTransId="{9201B6E9-B4E7-4D2A-A0B6-C79F997B4FDE}" sibTransId="{B0B3910B-D9E0-4C29-A69B-F39CDD6CFBA3}"/>
    <dgm:cxn modelId="{C0443276-3A9C-D64D-AFA4-924B4422D611}" type="presOf" srcId="{219345B7-EEE5-4346-814E-C793562E7A5D}" destId="{53CAA4EA-66DB-405B-AFBA-A4EC3FCEA6CE}" srcOrd="0" destOrd="0" presId="urn:microsoft.com/office/officeart/2018/2/layout/IconVerticalSolidList"/>
    <dgm:cxn modelId="{6527E197-9F94-FD4C-AB39-B40D1AC1A678}" type="presOf" srcId="{ACE3DD12-C722-4D3F-93C0-40300C480435}" destId="{1A626C3A-A546-4C47-BEB3-86F79DF8B631}" srcOrd="0" destOrd="0" presId="urn:microsoft.com/office/officeart/2018/2/layout/IconVerticalSolidList"/>
    <dgm:cxn modelId="{1CB43EA3-6DE9-A346-8DCB-F7B0E58DB558}" type="presOf" srcId="{0DE9A1DA-855B-4A22-80E7-4B68F2B6A23F}" destId="{AABCCB35-B8EF-4208-8D2B-9F8BE408260E}" srcOrd="0" destOrd="0" presId="urn:microsoft.com/office/officeart/2018/2/layout/IconVerticalSolidList"/>
    <dgm:cxn modelId="{C5D3A1D5-FEA7-497F-8F0E-9F595178BB83}" srcId="{18ED0215-0144-4B6A-BD36-CBB6102C9131}" destId="{D88BB400-3731-4BBB-8091-9BA8630C2FA4}" srcOrd="4" destOrd="0" parTransId="{DA9CC531-5401-49B5-B956-6C890B59E1F5}" sibTransId="{05D608A1-F230-4945-BA13-9FE4CCB29F38}"/>
    <dgm:cxn modelId="{31A215D9-7D8A-455D-A484-CB6339938138}" srcId="{18ED0215-0144-4B6A-BD36-CBB6102C9131}" destId="{ACE3DD12-C722-4D3F-93C0-40300C480435}" srcOrd="3" destOrd="0" parTransId="{08304B86-785C-475E-89EA-26B566AFA5C6}" sibTransId="{1F869060-1617-4137-9C48-76A3EA947543}"/>
    <dgm:cxn modelId="{CB1BB536-630C-C84E-ADDF-A19176E9DDF8}" type="presParOf" srcId="{441D90A0-2489-4771-AD62-6EA6868EA734}" destId="{A2494F5D-D935-427F-BDEF-03677EC3C911}" srcOrd="0" destOrd="0" presId="urn:microsoft.com/office/officeart/2018/2/layout/IconVerticalSolidList"/>
    <dgm:cxn modelId="{E2B06C8D-CBCF-B94E-A893-C8B20F56DA5F}" type="presParOf" srcId="{A2494F5D-D935-427F-BDEF-03677EC3C911}" destId="{C6C017FC-AC87-45A0-BD93-6C677E8E99F4}" srcOrd="0" destOrd="0" presId="urn:microsoft.com/office/officeart/2018/2/layout/IconVerticalSolidList"/>
    <dgm:cxn modelId="{5B9E644D-1889-7440-99A7-AFD2A57FB52A}" type="presParOf" srcId="{A2494F5D-D935-427F-BDEF-03677EC3C911}" destId="{99419EDA-B321-4946-9FC9-B5D8AF5FCE2B}" srcOrd="1" destOrd="0" presId="urn:microsoft.com/office/officeart/2018/2/layout/IconVerticalSolidList"/>
    <dgm:cxn modelId="{6AEAA8FA-A583-1D4D-ADC2-C034BB914902}" type="presParOf" srcId="{A2494F5D-D935-427F-BDEF-03677EC3C911}" destId="{52C5839E-12D3-4F89-B1D0-3E9342CAB292}" srcOrd="2" destOrd="0" presId="urn:microsoft.com/office/officeart/2018/2/layout/IconVerticalSolidList"/>
    <dgm:cxn modelId="{DFEDA142-174A-124B-A09C-B312E23E5C58}" type="presParOf" srcId="{A2494F5D-D935-427F-BDEF-03677EC3C911}" destId="{AABCCB35-B8EF-4208-8D2B-9F8BE408260E}" srcOrd="3" destOrd="0" presId="urn:microsoft.com/office/officeart/2018/2/layout/IconVerticalSolidList"/>
    <dgm:cxn modelId="{FACD6642-9CC4-3D42-ABF6-C286EBB8D643}" type="presParOf" srcId="{441D90A0-2489-4771-AD62-6EA6868EA734}" destId="{3E7E8FAE-9A1C-4FC4-AF03-70D04C6DFDD0}" srcOrd="1" destOrd="0" presId="urn:microsoft.com/office/officeart/2018/2/layout/IconVerticalSolidList"/>
    <dgm:cxn modelId="{F2C9D1D3-7AAA-8A42-B4C7-812A0A2857CB}" type="presParOf" srcId="{441D90A0-2489-4771-AD62-6EA6868EA734}" destId="{D539F809-B64F-4373-B524-954C771408FD}" srcOrd="2" destOrd="0" presId="urn:microsoft.com/office/officeart/2018/2/layout/IconVerticalSolidList"/>
    <dgm:cxn modelId="{602325F1-CB27-C14E-B738-8538FFF033FB}" type="presParOf" srcId="{D539F809-B64F-4373-B524-954C771408FD}" destId="{25746EDE-FF17-4B8B-9899-D91033D6FACB}" srcOrd="0" destOrd="0" presId="urn:microsoft.com/office/officeart/2018/2/layout/IconVerticalSolidList"/>
    <dgm:cxn modelId="{FD072F7D-F3B7-1041-BBC2-FE43F777F588}" type="presParOf" srcId="{D539F809-B64F-4373-B524-954C771408FD}" destId="{7CB9AAAC-FE20-4778-946D-E5AAFD3E0368}" srcOrd="1" destOrd="0" presId="urn:microsoft.com/office/officeart/2018/2/layout/IconVerticalSolidList"/>
    <dgm:cxn modelId="{DFD897D0-224B-CC49-8249-906347263372}" type="presParOf" srcId="{D539F809-B64F-4373-B524-954C771408FD}" destId="{EEB96025-2801-4643-A5CA-C2ABCA39BC90}" srcOrd="2" destOrd="0" presId="urn:microsoft.com/office/officeart/2018/2/layout/IconVerticalSolidList"/>
    <dgm:cxn modelId="{FAF97CA6-1DB7-2F48-BDA8-16183699BB08}" type="presParOf" srcId="{D539F809-B64F-4373-B524-954C771408FD}" destId="{9BAF677D-BE2C-436F-9701-A6437D5014F4}" srcOrd="3" destOrd="0" presId="urn:microsoft.com/office/officeart/2018/2/layout/IconVerticalSolidList"/>
    <dgm:cxn modelId="{9259EDF1-1A7D-AE4F-8A17-090224D03AD9}" type="presParOf" srcId="{441D90A0-2489-4771-AD62-6EA6868EA734}" destId="{E594FF0A-D870-4E4D-828F-2596837BB3DF}" srcOrd="3" destOrd="0" presId="urn:microsoft.com/office/officeart/2018/2/layout/IconVerticalSolidList"/>
    <dgm:cxn modelId="{7B9980B3-CA48-7844-B6A1-8E0C91320A2D}" type="presParOf" srcId="{441D90A0-2489-4771-AD62-6EA6868EA734}" destId="{CEF54CE2-2AF5-40AC-91D1-EB6074408DAD}" srcOrd="4" destOrd="0" presId="urn:microsoft.com/office/officeart/2018/2/layout/IconVerticalSolidList"/>
    <dgm:cxn modelId="{C31C4172-0785-F642-BA9E-6FC3EE05C1E1}" type="presParOf" srcId="{CEF54CE2-2AF5-40AC-91D1-EB6074408DAD}" destId="{33B8F18A-7320-452E-B795-F060AAEC8F3A}" srcOrd="0" destOrd="0" presId="urn:microsoft.com/office/officeart/2018/2/layout/IconVerticalSolidList"/>
    <dgm:cxn modelId="{E417A5B6-A827-194D-BC5C-88BF471D4002}" type="presParOf" srcId="{CEF54CE2-2AF5-40AC-91D1-EB6074408DAD}" destId="{5A259CF9-F342-442E-B559-7BEEA2BEA7FA}" srcOrd="1" destOrd="0" presId="urn:microsoft.com/office/officeart/2018/2/layout/IconVerticalSolidList"/>
    <dgm:cxn modelId="{5D2F3E48-C575-5A4B-AB88-635244B3A964}" type="presParOf" srcId="{CEF54CE2-2AF5-40AC-91D1-EB6074408DAD}" destId="{07FDA58E-1FAF-4097-BF5C-4E5064FE056F}" srcOrd="2" destOrd="0" presId="urn:microsoft.com/office/officeart/2018/2/layout/IconVerticalSolidList"/>
    <dgm:cxn modelId="{40876988-FF82-EE44-84B0-2B6DBF2FDE47}" type="presParOf" srcId="{CEF54CE2-2AF5-40AC-91D1-EB6074408DAD}" destId="{53CAA4EA-66DB-405B-AFBA-A4EC3FCEA6CE}" srcOrd="3" destOrd="0" presId="urn:microsoft.com/office/officeart/2018/2/layout/IconVerticalSolidList"/>
    <dgm:cxn modelId="{0E272A9B-1484-FB4F-9BFA-3F2337A40803}" type="presParOf" srcId="{441D90A0-2489-4771-AD62-6EA6868EA734}" destId="{BB417B0E-6040-4E41-A4A6-9F2C0CFBCACB}" srcOrd="5" destOrd="0" presId="urn:microsoft.com/office/officeart/2018/2/layout/IconVerticalSolidList"/>
    <dgm:cxn modelId="{E70D64CE-DB20-9544-9E34-A8B189FFC1E4}" type="presParOf" srcId="{441D90A0-2489-4771-AD62-6EA6868EA734}" destId="{0C82D221-D02E-4027-BDDC-CB91CFDDB4D7}" srcOrd="6" destOrd="0" presId="urn:microsoft.com/office/officeart/2018/2/layout/IconVerticalSolidList"/>
    <dgm:cxn modelId="{3FBF5A99-6A81-EE4E-B2AE-71D56EC72F05}" type="presParOf" srcId="{0C82D221-D02E-4027-BDDC-CB91CFDDB4D7}" destId="{90C8D7BA-CCAE-4E2A-BCF9-5FEC7CB21595}" srcOrd="0" destOrd="0" presId="urn:microsoft.com/office/officeart/2018/2/layout/IconVerticalSolidList"/>
    <dgm:cxn modelId="{17FE75D0-C9DA-6949-8C0C-42C4493ADE04}" type="presParOf" srcId="{0C82D221-D02E-4027-BDDC-CB91CFDDB4D7}" destId="{DB4F9B12-551F-44BB-B29F-3713082CEE35}" srcOrd="1" destOrd="0" presId="urn:microsoft.com/office/officeart/2018/2/layout/IconVerticalSolidList"/>
    <dgm:cxn modelId="{FDCF0726-5CCF-4C45-A1FC-03F138895022}" type="presParOf" srcId="{0C82D221-D02E-4027-BDDC-CB91CFDDB4D7}" destId="{B4981D67-3032-4A8E-89C9-4A29A4C641AA}" srcOrd="2" destOrd="0" presId="urn:microsoft.com/office/officeart/2018/2/layout/IconVerticalSolidList"/>
    <dgm:cxn modelId="{C9A6F59C-0040-1243-A0A0-0505C73E9DB1}" type="presParOf" srcId="{0C82D221-D02E-4027-BDDC-CB91CFDDB4D7}" destId="{1A626C3A-A546-4C47-BEB3-86F79DF8B631}" srcOrd="3" destOrd="0" presId="urn:microsoft.com/office/officeart/2018/2/layout/IconVerticalSolidList"/>
    <dgm:cxn modelId="{DE1301FC-7636-EB4F-8CCE-8408431DE638}" type="presParOf" srcId="{441D90A0-2489-4771-AD62-6EA6868EA734}" destId="{5CD3F49D-D08B-4819-A4B2-FB501DD0AF74}" srcOrd="7" destOrd="0" presId="urn:microsoft.com/office/officeart/2018/2/layout/IconVerticalSolidList"/>
    <dgm:cxn modelId="{359B3F49-7852-8940-846B-A71B5BD334C6}" type="presParOf" srcId="{441D90A0-2489-4771-AD62-6EA6868EA734}" destId="{9CD791DF-E1DB-441F-AB32-0DE9C17EB70D}" srcOrd="8" destOrd="0" presId="urn:microsoft.com/office/officeart/2018/2/layout/IconVerticalSolidList"/>
    <dgm:cxn modelId="{69E6E3ED-2CBB-2648-ACAA-F04E782F1302}" type="presParOf" srcId="{9CD791DF-E1DB-441F-AB32-0DE9C17EB70D}" destId="{C43A1660-55D2-4668-9297-0CFA53081824}" srcOrd="0" destOrd="0" presId="urn:microsoft.com/office/officeart/2018/2/layout/IconVerticalSolidList"/>
    <dgm:cxn modelId="{748EE343-1DB1-1847-AF1C-88B110DFED7B}" type="presParOf" srcId="{9CD791DF-E1DB-441F-AB32-0DE9C17EB70D}" destId="{FED17E33-DFC9-49D1-9C0D-73DB4E8CE1C6}" srcOrd="1" destOrd="0" presId="urn:microsoft.com/office/officeart/2018/2/layout/IconVerticalSolidList"/>
    <dgm:cxn modelId="{14164477-2915-B54A-A59A-8CF6674B53B8}" type="presParOf" srcId="{9CD791DF-E1DB-441F-AB32-0DE9C17EB70D}" destId="{7CB776D1-5623-41DA-92A6-CF648168C8A4}" srcOrd="2" destOrd="0" presId="urn:microsoft.com/office/officeart/2018/2/layout/IconVerticalSolidList"/>
    <dgm:cxn modelId="{1CB4D51C-635B-4541-A065-096FF5E4D92C}" type="presParOf" srcId="{9CD791DF-E1DB-441F-AB32-0DE9C17EB70D}" destId="{E4EFD0FD-A74A-45EC-BACF-69DB45397C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D434E8-8727-40E8-ABC6-381680377D2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87B14ED-719D-403E-8B62-1C0163F6B8A8}">
      <dgm:prSet/>
      <dgm:spPr/>
      <dgm:t>
        <a:bodyPr/>
        <a:lstStyle/>
        <a:p>
          <a:r>
            <a:rPr lang="en-HK"/>
            <a:t>Technical Documentation Understanding </a:t>
          </a:r>
          <a:endParaRPr lang="en-US"/>
        </a:p>
      </dgm:t>
    </dgm:pt>
    <dgm:pt modelId="{B962E8D9-A3B8-431A-90D3-C4AF7113596C}" type="parTrans" cxnId="{694616B5-4CB2-4E33-AFFC-8CC6C03984BA}">
      <dgm:prSet/>
      <dgm:spPr/>
      <dgm:t>
        <a:bodyPr/>
        <a:lstStyle/>
        <a:p>
          <a:endParaRPr lang="en-US"/>
        </a:p>
      </dgm:t>
    </dgm:pt>
    <dgm:pt modelId="{1490105C-0CCB-4ADB-A26B-7CE449246083}" type="sibTrans" cxnId="{694616B5-4CB2-4E33-AFFC-8CC6C03984BA}">
      <dgm:prSet/>
      <dgm:spPr/>
      <dgm:t>
        <a:bodyPr/>
        <a:lstStyle/>
        <a:p>
          <a:endParaRPr lang="en-US"/>
        </a:p>
      </dgm:t>
    </dgm:pt>
    <dgm:pt modelId="{76C844AC-6AFC-427D-A630-D31B8F3A92AD}">
      <dgm:prSet/>
      <dgm:spPr/>
      <dgm:t>
        <a:bodyPr/>
        <a:lstStyle/>
        <a:p>
          <a:r>
            <a:rPr lang="en-HK"/>
            <a:t>Solution Technical architecture (Application + Cloud)</a:t>
          </a:r>
          <a:endParaRPr lang="en-US"/>
        </a:p>
      </dgm:t>
    </dgm:pt>
    <dgm:pt modelId="{72032998-7CBF-49B3-92CD-EF1C84297DE2}" type="parTrans" cxnId="{6C36D4D1-A611-493D-92A4-3F51F2352DF7}">
      <dgm:prSet/>
      <dgm:spPr/>
      <dgm:t>
        <a:bodyPr/>
        <a:lstStyle/>
        <a:p>
          <a:endParaRPr lang="en-US"/>
        </a:p>
      </dgm:t>
    </dgm:pt>
    <dgm:pt modelId="{3A478023-FC8D-4386-A315-F874A97E8979}" type="sibTrans" cxnId="{6C36D4D1-A611-493D-92A4-3F51F2352DF7}">
      <dgm:prSet/>
      <dgm:spPr/>
      <dgm:t>
        <a:bodyPr/>
        <a:lstStyle/>
        <a:p>
          <a:endParaRPr lang="en-US"/>
        </a:p>
      </dgm:t>
    </dgm:pt>
    <dgm:pt modelId="{DD500001-0776-46C1-BBA1-9970ABF16DF6}">
      <dgm:prSet/>
      <dgm:spPr/>
      <dgm:t>
        <a:bodyPr/>
        <a:lstStyle/>
        <a:p>
          <a:r>
            <a:rPr lang="en-HK"/>
            <a:t>System Migration/Integration • Quality Assurance</a:t>
          </a:r>
          <a:endParaRPr lang="en-US"/>
        </a:p>
      </dgm:t>
    </dgm:pt>
    <dgm:pt modelId="{635FBA29-5EBA-4245-9ADB-1A3998987D98}" type="parTrans" cxnId="{5B0B3D27-C30F-4AD2-90A3-F41CB1E5EC5B}">
      <dgm:prSet/>
      <dgm:spPr/>
      <dgm:t>
        <a:bodyPr/>
        <a:lstStyle/>
        <a:p>
          <a:endParaRPr lang="en-US"/>
        </a:p>
      </dgm:t>
    </dgm:pt>
    <dgm:pt modelId="{B1A74D8D-3EB3-4AB0-B479-C105CF9983FB}" type="sibTrans" cxnId="{5B0B3D27-C30F-4AD2-90A3-F41CB1E5EC5B}">
      <dgm:prSet/>
      <dgm:spPr/>
      <dgm:t>
        <a:bodyPr/>
        <a:lstStyle/>
        <a:p>
          <a:endParaRPr lang="en-US"/>
        </a:p>
      </dgm:t>
    </dgm:pt>
    <dgm:pt modelId="{7B3284E0-4283-45F3-A9A5-5CDA9F91C985}">
      <dgm:prSet/>
      <dgm:spPr/>
      <dgm:t>
        <a:bodyPr/>
        <a:lstStyle/>
        <a:p>
          <a:r>
            <a:rPr lang="en-HK"/>
            <a:t>Project Lifecycle Management </a:t>
          </a:r>
          <a:endParaRPr lang="en-US"/>
        </a:p>
      </dgm:t>
    </dgm:pt>
    <dgm:pt modelId="{927C907E-75A3-40EA-94E4-BB0186ADDD1D}" type="parTrans" cxnId="{5C771B87-9608-4B6A-B9F3-7ACF6D40257C}">
      <dgm:prSet/>
      <dgm:spPr/>
      <dgm:t>
        <a:bodyPr/>
        <a:lstStyle/>
        <a:p>
          <a:endParaRPr lang="en-US"/>
        </a:p>
      </dgm:t>
    </dgm:pt>
    <dgm:pt modelId="{FE4C3102-3A75-4309-85CC-BFECDED123F3}" type="sibTrans" cxnId="{5C771B87-9608-4B6A-B9F3-7ACF6D40257C}">
      <dgm:prSet/>
      <dgm:spPr/>
      <dgm:t>
        <a:bodyPr/>
        <a:lstStyle/>
        <a:p>
          <a:endParaRPr lang="en-US"/>
        </a:p>
      </dgm:t>
    </dgm:pt>
    <dgm:pt modelId="{FAF1C0A6-E12A-4613-984F-16ED3BEFEF20}">
      <dgm:prSet/>
      <dgm:spPr/>
      <dgm:t>
        <a:bodyPr/>
        <a:lstStyle/>
        <a:p>
          <a:r>
            <a:rPr lang="en-HK"/>
            <a:t>Project Requirements Analysis</a:t>
          </a:r>
          <a:endParaRPr lang="en-US"/>
        </a:p>
      </dgm:t>
    </dgm:pt>
    <dgm:pt modelId="{8EE33751-8A81-4CD9-9BF5-678361BBFBB2}" type="parTrans" cxnId="{46DD4A23-F018-4AF0-ABA6-E3A32F620049}">
      <dgm:prSet/>
      <dgm:spPr/>
      <dgm:t>
        <a:bodyPr/>
        <a:lstStyle/>
        <a:p>
          <a:endParaRPr lang="en-US"/>
        </a:p>
      </dgm:t>
    </dgm:pt>
    <dgm:pt modelId="{F0244B4D-A775-40B1-AE7D-7B10006BF283}" type="sibTrans" cxnId="{46DD4A23-F018-4AF0-ABA6-E3A32F620049}">
      <dgm:prSet/>
      <dgm:spPr/>
      <dgm:t>
        <a:bodyPr/>
        <a:lstStyle/>
        <a:p>
          <a:endParaRPr lang="en-US"/>
        </a:p>
      </dgm:t>
    </dgm:pt>
    <dgm:pt modelId="{183D6E30-BCE2-4805-9971-844F0080679F}">
      <dgm:prSet/>
      <dgm:spPr/>
      <dgm:t>
        <a:bodyPr/>
        <a:lstStyle/>
        <a:p>
          <a:r>
            <a:rPr lang="en-HK"/>
            <a:t>Custom Software Development and Database Design</a:t>
          </a:r>
          <a:endParaRPr lang="en-US"/>
        </a:p>
      </dgm:t>
    </dgm:pt>
    <dgm:pt modelId="{CBF9DB7D-9B68-4B25-B496-F8A31027AA74}" type="parTrans" cxnId="{23D72C11-A8EF-4F07-8BEE-6AB706A30DB7}">
      <dgm:prSet/>
      <dgm:spPr/>
      <dgm:t>
        <a:bodyPr/>
        <a:lstStyle/>
        <a:p>
          <a:endParaRPr lang="en-US"/>
        </a:p>
      </dgm:t>
    </dgm:pt>
    <dgm:pt modelId="{23CAFCCD-3ECD-4825-A341-EF58D3C367C5}" type="sibTrans" cxnId="{23D72C11-A8EF-4F07-8BEE-6AB706A30DB7}">
      <dgm:prSet/>
      <dgm:spPr/>
      <dgm:t>
        <a:bodyPr/>
        <a:lstStyle/>
        <a:p>
          <a:endParaRPr lang="en-US"/>
        </a:p>
      </dgm:t>
    </dgm:pt>
    <dgm:pt modelId="{051799B3-5091-4F2B-B76C-43E7237AE6B9}">
      <dgm:prSet/>
      <dgm:spPr/>
      <dgm:t>
        <a:bodyPr/>
        <a:lstStyle/>
        <a:p>
          <a:r>
            <a:rPr lang="en-HK"/>
            <a:t>Project Scheduling and Budgeting</a:t>
          </a:r>
          <a:endParaRPr lang="en-US"/>
        </a:p>
      </dgm:t>
    </dgm:pt>
    <dgm:pt modelId="{7C11C09A-C211-45F4-88FC-38570922A580}" type="parTrans" cxnId="{CC6C86B0-3BD2-419D-9EBE-2B0F8C4AB524}">
      <dgm:prSet/>
      <dgm:spPr/>
      <dgm:t>
        <a:bodyPr/>
        <a:lstStyle/>
        <a:p>
          <a:endParaRPr lang="en-US"/>
        </a:p>
      </dgm:t>
    </dgm:pt>
    <dgm:pt modelId="{1F24A301-2CEA-4F81-AA18-ECBFC592B777}" type="sibTrans" cxnId="{CC6C86B0-3BD2-419D-9EBE-2B0F8C4AB524}">
      <dgm:prSet/>
      <dgm:spPr/>
      <dgm:t>
        <a:bodyPr/>
        <a:lstStyle/>
        <a:p>
          <a:endParaRPr lang="en-US"/>
        </a:p>
      </dgm:t>
    </dgm:pt>
    <dgm:pt modelId="{8DCD570D-AC6D-4F43-84D4-CEF25A48A41D}">
      <dgm:prSet/>
      <dgm:spPr/>
      <dgm:t>
        <a:bodyPr/>
        <a:lstStyle/>
        <a:p>
          <a:r>
            <a:rPr lang="en-HK"/>
            <a:t>Project Manager Supervision </a:t>
          </a:r>
          <a:endParaRPr lang="en-US"/>
        </a:p>
      </dgm:t>
    </dgm:pt>
    <dgm:pt modelId="{815C6DCA-EDB5-432A-ABAA-3B107C785510}" type="parTrans" cxnId="{C8E8DD57-B9B7-449B-9374-12443A27EC06}">
      <dgm:prSet/>
      <dgm:spPr/>
      <dgm:t>
        <a:bodyPr/>
        <a:lstStyle/>
        <a:p>
          <a:endParaRPr lang="en-US"/>
        </a:p>
      </dgm:t>
    </dgm:pt>
    <dgm:pt modelId="{CA08D9A1-EC78-41C7-B9A6-3F360D1ADA08}" type="sibTrans" cxnId="{C8E8DD57-B9B7-449B-9374-12443A27EC06}">
      <dgm:prSet/>
      <dgm:spPr/>
      <dgm:t>
        <a:bodyPr/>
        <a:lstStyle/>
        <a:p>
          <a:endParaRPr lang="en-US"/>
        </a:p>
      </dgm:t>
    </dgm:pt>
    <dgm:pt modelId="{3D58B9FE-2C41-487F-A39B-BB4738054841}">
      <dgm:prSet/>
      <dgm:spPr/>
      <dgm:t>
        <a:bodyPr/>
        <a:lstStyle/>
        <a:p>
          <a:r>
            <a:rPr lang="en-HK"/>
            <a:t>Release Management</a:t>
          </a:r>
          <a:endParaRPr lang="en-US"/>
        </a:p>
      </dgm:t>
    </dgm:pt>
    <dgm:pt modelId="{D98BF26D-CF52-4D0A-8C46-3DD07CBC437B}" type="parTrans" cxnId="{3D444F6E-B43A-4387-92DA-72740393FE7B}">
      <dgm:prSet/>
      <dgm:spPr/>
      <dgm:t>
        <a:bodyPr/>
        <a:lstStyle/>
        <a:p>
          <a:endParaRPr lang="en-US"/>
        </a:p>
      </dgm:t>
    </dgm:pt>
    <dgm:pt modelId="{B8E4B9D3-954A-4EDD-BD98-F3C871BC9D34}" type="sibTrans" cxnId="{3D444F6E-B43A-4387-92DA-72740393FE7B}">
      <dgm:prSet/>
      <dgm:spPr/>
      <dgm:t>
        <a:bodyPr/>
        <a:lstStyle/>
        <a:p>
          <a:endParaRPr lang="en-US"/>
        </a:p>
      </dgm:t>
    </dgm:pt>
    <dgm:pt modelId="{6BCE737B-F4B2-4CF2-A0BB-E3D0084B104C}">
      <dgm:prSet/>
      <dgm:spPr/>
      <dgm:t>
        <a:bodyPr/>
        <a:lstStyle/>
        <a:p>
          <a:r>
            <a:rPr lang="en-HK"/>
            <a:t>Technical Project planning </a:t>
          </a:r>
          <a:endParaRPr lang="en-US"/>
        </a:p>
      </dgm:t>
    </dgm:pt>
    <dgm:pt modelId="{884DB4A3-511C-4A09-BF88-D91DCD762184}" type="parTrans" cxnId="{8656B851-E5C4-48C1-BAC7-8AF36DB0EDA4}">
      <dgm:prSet/>
      <dgm:spPr/>
      <dgm:t>
        <a:bodyPr/>
        <a:lstStyle/>
        <a:p>
          <a:endParaRPr lang="en-US"/>
        </a:p>
      </dgm:t>
    </dgm:pt>
    <dgm:pt modelId="{F16F7FCF-C3FC-4091-85C0-E035D0905685}" type="sibTrans" cxnId="{8656B851-E5C4-48C1-BAC7-8AF36DB0EDA4}">
      <dgm:prSet/>
      <dgm:spPr/>
      <dgm:t>
        <a:bodyPr/>
        <a:lstStyle/>
        <a:p>
          <a:endParaRPr lang="en-US"/>
        </a:p>
      </dgm:t>
    </dgm:pt>
    <dgm:pt modelId="{2B19C477-04D5-425B-BB9F-6E8C4C7DA569}">
      <dgm:prSet/>
      <dgm:spPr/>
      <dgm:t>
        <a:bodyPr/>
        <a:lstStyle/>
        <a:p>
          <a:r>
            <a:rPr lang="en-HK"/>
            <a:t>Build Technical Teams</a:t>
          </a:r>
          <a:endParaRPr lang="en-US"/>
        </a:p>
      </dgm:t>
    </dgm:pt>
    <dgm:pt modelId="{F2DF91DE-7042-4AE2-996D-B87440B382D2}" type="parTrans" cxnId="{7D2CE3E7-15C7-4482-8610-A04823A8DAD1}">
      <dgm:prSet/>
      <dgm:spPr/>
      <dgm:t>
        <a:bodyPr/>
        <a:lstStyle/>
        <a:p>
          <a:endParaRPr lang="en-US"/>
        </a:p>
      </dgm:t>
    </dgm:pt>
    <dgm:pt modelId="{754953D6-D370-48ED-AFA3-E59410C96B0A}" type="sibTrans" cxnId="{7D2CE3E7-15C7-4482-8610-A04823A8DAD1}">
      <dgm:prSet/>
      <dgm:spPr/>
      <dgm:t>
        <a:bodyPr/>
        <a:lstStyle/>
        <a:p>
          <a:endParaRPr lang="en-US"/>
        </a:p>
      </dgm:t>
    </dgm:pt>
    <dgm:pt modelId="{B2830C31-46C8-E246-85A7-D5BDC148F91E}" type="pres">
      <dgm:prSet presAssocID="{35D434E8-8727-40E8-ABC6-381680377D2C}" presName="diagram" presStyleCnt="0">
        <dgm:presLayoutVars>
          <dgm:dir/>
          <dgm:resizeHandles val="exact"/>
        </dgm:presLayoutVars>
      </dgm:prSet>
      <dgm:spPr/>
    </dgm:pt>
    <dgm:pt modelId="{633469E3-3001-B64C-8001-381D393341BD}" type="pres">
      <dgm:prSet presAssocID="{C87B14ED-719D-403E-8B62-1C0163F6B8A8}" presName="node" presStyleLbl="node1" presStyleIdx="0" presStyleCnt="11">
        <dgm:presLayoutVars>
          <dgm:bulletEnabled val="1"/>
        </dgm:presLayoutVars>
      </dgm:prSet>
      <dgm:spPr/>
    </dgm:pt>
    <dgm:pt modelId="{5DB33B06-B179-2E4B-8927-FC3946C7ED58}" type="pres">
      <dgm:prSet presAssocID="{1490105C-0CCB-4ADB-A26B-7CE449246083}" presName="sibTrans" presStyleCnt="0"/>
      <dgm:spPr/>
    </dgm:pt>
    <dgm:pt modelId="{3FFF7080-2D59-E646-8440-3BC8CA7BF917}" type="pres">
      <dgm:prSet presAssocID="{76C844AC-6AFC-427D-A630-D31B8F3A92AD}" presName="node" presStyleLbl="node1" presStyleIdx="1" presStyleCnt="11">
        <dgm:presLayoutVars>
          <dgm:bulletEnabled val="1"/>
        </dgm:presLayoutVars>
      </dgm:prSet>
      <dgm:spPr/>
    </dgm:pt>
    <dgm:pt modelId="{DC2503A8-4F8D-234A-9A23-322B9F2CAD49}" type="pres">
      <dgm:prSet presAssocID="{3A478023-FC8D-4386-A315-F874A97E8979}" presName="sibTrans" presStyleCnt="0"/>
      <dgm:spPr/>
    </dgm:pt>
    <dgm:pt modelId="{EF5E4FEB-25B5-F24A-8AFD-1EFD4650119B}" type="pres">
      <dgm:prSet presAssocID="{DD500001-0776-46C1-BBA1-9970ABF16DF6}" presName="node" presStyleLbl="node1" presStyleIdx="2" presStyleCnt="11">
        <dgm:presLayoutVars>
          <dgm:bulletEnabled val="1"/>
        </dgm:presLayoutVars>
      </dgm:prSet>
      <dgm:spPr/>
    </dgm:pt>
    <dgm:pt modelId="{80FB9E7A-6A2D-A748-B036-FC30426F9DB5}" type="pres">
      <dgm:prSet presAssocID="{B1A74D8D-3EB3-4AB0-B479-C105CF9983FB}" presName="sibTrans" presStyleCnt="0"/>
      <dgm:spPr/>
    </dgm:pt>
    <dgm:pt modelId="{9962C283-CA4A-2447-8B73-B4FAB90AFAC2}" type="pres">
      <dgm:prSet presAssocID="{7B3284E0-4283-45F3-A9A5-5CDA9F91C985}" presName="node" presStyleLbl="node1" presStyleIdx="3" presStyleCnt="11">
        <dgm:presLayoutVars>
          <dgm:bulletEnabled val="1"/>
        </dgm:presLayoutVars>
      </dgm:prSet>
      <dgm:spPr/>
    </dgm:pt>
    <dgm:pt modelId="{9A6EEDB1-0CAF-044F-837A-E1D117DB8C79}" type="pres">
      <dgm:prSet presAssocID="{FE4C3102-3A75-4309-85CC-BFECDED123F3}" presName="sibTrans" presStyleCnt="0"/>
      <dgm:spPr/>
    </dgm:pt>
    <dgm:pt modelId="{688ED7E8-3AEA-3445-9BF1-73E78412BF05}" type="pres">
      <dgm:prSet presAssocID="{FAF1C0A6-E12A-4613-984F-16ED3BEFEF20}" presName="node" presStyleLbl="node1" presStyleIdx="4" presStyleCnt="11">
        <dgm:presLayoutVars>
          <dgm:bulletEnabled val="1"/>
        </dgm:presLayoutVars>
      </dgm:prSet>
      <dgm:spPr/>
    </dgm:pt>
    <dgm:pt modelId="{B6C04C37-333C-EB46-9E73-70FE30297ACF}" type="pres">
      <dgm:prSet presAssocID="{F0244B4D-A775-40B1-AE7D-7B10006BF283}" presName="sibTrans" presStyleCnt="0"/>
      <dgm:spPr/>
    </dgm:pt>
    <dgm:pt modelId="{9C9B3DA2-37BE-0544-AE9C-9BA32B2DB256}" type="pres">
      <dgm:prSet presAssocID="{183D6E30-BCE2-4805-9971-844F0080679F}" presName="node" presStyleLbl="node1" presStyleIdx="5" presStyleCnt="11">
        <dgm:presLayoutVars>
          <dgm:bulletEnabled val="1"/>
        </dgm:presLayoutVars>
      </dgm:prSet>
      <dgm:spPr/>
    </dgm:pt>
    <dgm:pt modelId="{8F7A02FB-F590-8343-A7A8-0D224E99FD29}" type="pres">
      <dgm:prSet presAssocID="{23CAFCCD-3ECD-4825-A341-EF58D3C367C5}" presName="sibTrans" presStyleCnt="0"/>
      <dgm:spPr/>
    </dgm:pt>
    <dgm:pt modelId="{1272EF2F-5177-C440-A4AD-31B23A544552}" type="pres">
      <dgm:prSet presAssocID="{051799B3-5091-4F2B-B76C-43E7237AE6B9}" presName="node" presStyleLbl="node1" presStyleIdx="6" presStyleCnt="11">
        <dgm:presLayoutVars>
          <dgm:bulletEnabled val="1"/>
        </dgm:presLayoutVars>
      </dgm:prSet>
      <dgm:spPr/>
    </dgm:pt>
    <dgm:pt modelId="{8AE12D3E-E334-B34D-8907-67C4BC4C4322}" type="pres">
      <dgm:prSet presAssocID="{1F24A301-2CEA-4F81-AA18-ECBFC592B777}" presName="sibTrans" presStyleCnt="0"/>
      <dgm:spPr/>
    </dgm:pt>
    <dgm:pt modelId="{B6B516DF-52AA-B445-B438-ABFA1E91D7C5}" type="pres">
      <dgm:prSet presAssocID="{8DCD570D-AC6D-4F43-84D4-CEF25A48A41D}" presName="node" presStyleLbl="node1" presStyleIdx="7" presStyleCnt="11">
        <dgm:presLayoutVars>
          <dgm:bulletEnabled val="1"/>
        </dgm:presLayoutVars>
      </dgm:prSet>
      <dgm:spPr/>
    </dgm:pt>
    <dgm:pt modelId="{2AEAAEBA-3B18-744D-979E-02C34F6E96CE}" type="pres">
      <dgm:prSet presAssocID="{CA08D9A1-EC78-41C7-B9A6-3F360D1ADA08}" presName="sibTrans" presStyleCnt="0"/>
      <dgm:spPr/>
    </dgm:pt>
    <dgm:pt modelId="{0234CE65-6F09-6945-A874-8530C36FEE5D}" type="pres">
      <dgm:prSet presAssocID="{3D58B9FE-2C41-487F-A39B-BB4738054841}" presName="node" presStyleLbl="node1" presStyleIdx="8" presStyleCnt="11">
        <dgm:presLayoutVars>
          <dgm:bulletEnabled val="1"/>
        </dgm:presLayoutVars>
      </dgm:prSet>
      <dgm:spPr/>
    </dgm:pt>
    <dgm:pt modelId="{41911635-A892-D74D-B304-1EAC0DD45774}" type="pres">
      <dgm:prSet presAssocID="{B8E4B9D3-954A-4EDD-BD98-F3C871BC9D34}" presName="sibTrans" presStyleCnt="0"/>
      <dgm:spPr/>
    </dgm:pt>
    <dgm:pt modelId="{F3DA8428-ADCF-4643-A989-3C66018F62CE}" type="pres">
      <dgm:prSet presAssocID="{6BCE737B-F4B2-4CF2-A0BB-E3D0084B104C}" presName="node" presStyleLbl="node1" presStyleIdx="9" presStyleCnt="11">
        <dgm:presLayoutVars>
          <dgm:bulletEnabled val="1"/>
        </dgm:presLayoutVars>
      </dgm:prSet>
      <dgm:spPr/>
    </dgm:pt>
    <dgm:pt modelId="{987A3031-9D99-0444-B8F5-B354DED904E4}" type="pres">
      <dgm:prSet presAssocID="{F16F7FCF-C3FC-4091-85C0-E035D0905685}" presName="sibTrans" presStyleCnt="0"/>
      <dgm:spPr/>
    </dgm:pt>
    <dgm:pt modelId="{76C3F81C-80E7-0348-B465-D97816BF3605}" type="pres">
      <dgm:prSet presAssocID="{2B19C477-04D5-425B-BB9F-6E8C4C7DA569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3D72C11-A8EF-4F07-8BEE-6AB706A30DB7}" srcId="{35D434E8-8727-40E8-ABC6-381680377D2C}" destId="{183D6E30-BCE2-4805-9971-844F0080679F}" srcOrd="5" destOrd="0" parTransId="{CBF9DB7D-9B68-4B25-B496-F8A31027AA74}" sibTransId="{23CAFCCD-3ECD-4825-A341-EF58D3C367C5}"/>
    <dgm:cxn modelId="{46DD4A23-F018-4AF0-ABA6-E3A32F620049}" srcId="{35D434E8-8727-40E8-ABC6-381680377D2C}" destId="{FAF1C0A6-E12A-4613-984F-16ED3BEFEF20}" srcOrd="4" destOrd="0" parTransId="{8EE33751-8A81-4CD9-9BF5-678361BBFBB2}" sibTransId="{F0244B4D-A775-40B1-AE7D-7B10006BF283}"/>
    <dgm:cxn modelId="{5B0B3D27-C30F-4AD2-90A3-F41CB1E5EC5B}" srcId="{35D434E8-8727-40E8-ABC6-381680377D2C}" destId="{DD500001-0776-46C1-BBA1-9970ABF16DF6}" srcOrd="2" destOrd="0" parTransId="{635FBA29-5EBA-4245-9ADB-1A3998987D98}" sibTransId="{B1A74D8D-3EB3-4AB0-B479-C105CF9983FB}"/>
    <dgm:cxn modelId="{227C684B-C0EE-5C40-B8CC-0D4A2BB51759}" type="presOf" srcId="{8DCD570D-AC6D-4F43-84D4-CEF25A48A41D}" destId="{B6B516DF-52AA-B445-B438-ABFA1E91D7C5}" srcOrd="0" destOrd="0" presId="urn:microsoft.com/office/officeart/2005/8/layout/default"/>
    <dgm:cxn modelId="{8656B851-E5C4-48C1-BAC7-8AF36DB0EDA4}" srcId="{35D434E8-8727-40E8-ABC6-381680377D2C}" destId="{6BCE737B-F4B2-4CF2-A0BB-E3D0084B104C}" srcOrd="9" destOrd="0" parTransId="{884DB4A3-511C-4A09-BF88-D91DCD762184}" sibTransId="{F16F7FCF-C3FC-4091-85C0-E035D0905685}"/>
    <dgm:cxn modelId="{C8E8DD57-B9B7-449B-9374-12443A27EC06}" srcId="{35D434E8-8727-40E8-ABC6-381680377D2C}" destId="{8DCD570D-AC6D-4F43-84D4-CEF25A48A41D}" srcOrd="7" destOrd="0" parTransId="{815C6DCA-EDB5-432A-ABAA-3B107C785510}" sibTransId="{CA08D9A1-EC78-41C7-B9A6-3F360D1ADA08}"/>
    <dgm:cxn modelId="{3D444F6E-B43A-4387-92DA-72740393FE7B}" srcId="{35D434E8-8727-40E8-ABC6-381680377D2C}" destId="{3D58B9FE-2C41-487F-A39B-BB4738054841}" srcOrd="8" destOrd="0" parTransId="{D98BF26D-CF52-4D0A-8C46-3DD07CBC437B}" sibTransId="{B8E4B9D3-954A-4EDD-BD98-F3C871BC9D34}"/>
    <dgm:cxn modelId="{390DF080-1D64-164C-8129-99B71B9D0B5E}" type="presOf" srcId="{183D6E30-BCE2-4805-9971-844F0080679F}" destId="{9C9B3DA2-37BE-0544-AE9C-9BA32B2DB256}" srcOrd="0" destOrd="0" presId="urn:microsoft.com/office/officeart/2005/8/layout/default"/>
    <dgm:cxn modelId="{5C771B87-9608-4B6A-B9F3-7ACF6D40257C}" srcId="{35D434E8-8727-40E8-ABC6-381680377D2C}" destId="{7B3284E0-4283-45F3-A9A5-5CDA9F91C985}" srcOrd="3" destOrd="0" parTransId="{927C907E-75A3-40EA-94E4-BB0186ADDD1D}" sibTransId="{FE4C3102-3A75-4309-85CC-BFECDED123F3}"/>
    <dgm:cxn modelId="{63CCB687-7435-A74F-AB75-7C5E10CBEA1A}" type="presOf" srcId="{35D434E8-8727-40E8-ABC6-381680377D2C}" destId="{B2830C31-46C8-E246-85A7-D5BDC148F91E}" srcOrd="0" destOrd="0" presId="urn:microsoft.com/office/officeart/2005/8/layout/default"/>
    <dgm:cxn modelId="{E921E894-5C5D-904A-A248-0D6AE3CC3FE1}" type="presOf" srcId="{6BCE737B-F4B2-4CF2-A0BB-E3D0084B104C}" destId="{F3DA8428-ADCF-4643-A989-3C66018F62CE}" srcOrd="0" destOrd="0" presId="urn:microsoft.com/office/officeart/2005/8/layout/default"/>
    <dgm:cxn modelId="{DD9CE69A-339F-AD48-9F43-1EF17208409B}" type="presOf" srcId="{7B3284E0-4283-45F3-A9A5-5CDA9F91C985}" destId="{9962C283-CA4A-2447-8B73-B4FAB90AFAC2}" srcOrd="0" destOrd="0" presId="urn:microsoft.com/office/officeart/2005/8/layout/default"/>
    <dgm:cxn modelId="{2A3BF89A-D822-D54D-B3C3-1A3DAE798D54}" type="presOf" srcId="{FAF1C0A6-E12A-4613-984F-16ED3BEFEF20}" destId="{688ED7E8-3AEA-3445-9BF1-73E78412BF05}" srcOrd="0" destOrd="0" presId="urn:microsoft.com/office/officeart/2005/8/layout/default"/>
    <dgm:cxn modelId="{1CEEEBA9-3635-E34B-9A24-FD06B7E9B051}" type="presOf" srcId="{2B19C477-04D5-425B-BB9F-6E8C4C7DA569}" destId="{76C3F81C-80E7-0348-B465-D97816BF3605}" srcOrd="0" destOrd="0" presId="urn:microsoft.com/office/officeart/2005/8/layout/default"/>
    <dgm:cxn modelId="{CC6C86B0-3BD2-419D-9EBE-2B0F8C4AB524}" srcId="{35D434E8-8727-40E8-ABC6-381680377D2C}" destId="{051799B3-5091-4F2B-B76C-43E7237AE6B9}" srcOrd="6" destOrd="0" parTransId="{7C11C09A-C211-45F4-88FC-38570922A580}" sibTransId="{1F24A301-2CEA-4F81-AA18-ECBFC592B777}"/>
    <dgm:cxn modelId="{621D0EB3-D1DB-044C-9A6A-AB98E82BD8AB}" type="presOf" srcId="{76C844AC-6AFC-427D-A630-D31B8F3A92AD}" destId="{3FFF7080-2D59-E646-8440-3BC8CA7BF917}" srcOrd="0" destOrd="0" presId="urn:microsoft.com/office/officeart/2005/8/layout/default"/>
    <dgm:cxn modelId="{694616B5-4CB2-4E33-AFFC-8CC6C03984BA}" srcId="{35D434E8-8727-40E8-ABC6-381680377D2C}" destId="{C87B14ED-719D-403E-8B62-1C0163F6B8A8}" srcOrd="0" destOrd="0" parTransId="{B962E8D9-A3B8-431A-90D3-C4AF7113596C}" sibTransId="{1490105C-0CCB-4ADB-A26B-7CE449246083}"/>
    <dgm:cxn modelId="{6C36D4D1-A611-493D-92A4-3F51F2352DF7}" srcId="{35D434E8-8727-40E8-ABC6-381680377D2C}" destId="{76C844AC-6AFC-427D-A630-D31B8F3A92AD}" srcOrd="1" destOrd="0" parTransId="{72032998-7CBF-49B3-92CD-EF1C84297DE2}" sibTransId="{3A478023-FC8D-4386-A315-F874A97E8979}"/>
    <dgm:cxn modelId="{CF5B76E5-FCF9-264D-9437-46563C38936E}" type="presOf" srcId="{3D58B9FE-2C41-487F-A39B-BB4738054841}" destId="{0234CE65-6F09-6945-A874-8530C36FEE5D}" srcOrd="0" destOrd="0" presId="urn:microsoft.com/office/officeart/2005/8/layout/default"/>
    <dgm:cxn modelId="{EF7C61E7-3DCF-FC4B-A4CF-8F8994C3966E}" type="presOf" srcId="{C87B14ED-719D-403E-8B62-1C0163F6B8A8}" destId="{633469E3-3001-B64C-8001-381D393341BD}" srcOrd="0" destOrd="0" presId="urn:microsoft.com/office/officeart/2005/8/layout/default"/>
    <dgm:cxn modelId="{7D2CE3E7-15C7-4482-8610-A04823A8DAD1}" srcId="{35D434E8-8727-40E8-ABC6-381680377D2C}" destId="{2B19C477-04D5-425B-BB9F-6E8C4C7DA569}" srcOrd="10" destOrd="0" parTransId="{F2DF91DE-7042-4AE2-996D-B87440B382D2}" sibTransId="{754953D6-D370-48ED-AFA3-E59410C96B0A}"/>
    <dgm:cxn modelId="{E54A7BEB-0014-3B40-8BE5-444237179505}" type="presOf" srcId="{DD500001-0776-46C1-BBA1-9970ABF16DF6}" destId="{EF5E4FEB-25B5-F24A-8AFD-1EFD4650119B}" srcOrd="0" destOrd="0" presId="urn:microsoft.com/office/officeart/2005/8/layout/default"/>
    <dgm:cxn modelId="{39D091F5-AAEE-0146-BC1C-A15BC21CB87C}" type="presOf" srcId="{051799B3-5091-4F2B-B76C-43E7237AE6B9}" destId="{1272EF2F-5177-C440-A4AD-31B23A544552}" srcOrd="0" destOrd="0" presId="urn:microsoft.com/office/officeart/2005/8/layout/default"/>
    <dgm:cxn modelId="{BA917143-928F-864F-91F5-20823DC2B973}" type="presParOf" srcId="{B2830C31-46C8-E246-85A7-D5BDC148F91E}" destId="{633469E3-3001-B64C-8001-381D393341BD}" srcOrd="0" destOrd="0" presId="urn:microsoft.com/office/officeart/2005/8/layout/default"/>
    <dgm:cxn modelId="{1F8C3364-0AAB-434E-9176-ED48EC307BCF}" type="presParOf" srcId="{B2830C31-46C8-E246-85A7-D5BDC148F91E}" destId="{5DB33B06-B179-2E4B-8927-FC3946C7ED58}" srcOrd="1" destOrd="0" presId="urn:microsoft.com/office/officeart/2005/8/layout/default"/>
    <dgm:cxn modelId="{30F790F5-ADEF-AE47-B74B-C6412C196205}" type="presParOf" srcId="{B2830C31-46C8-E246-85A7-D5BDC148F91E}" destId="{3FFF7080-2D59-E646-8440-3BC8CA7BF917}" srcOrd="2" destOrd="0" presId="urn:microsoft.com/office/officeart/2005/8/layout/default"/>
    <dgm:cxn modelId="{E7C6394C-16ED-6349-B806-6024730FC730}" type="presParOf" srcId="{B2830C31-46C8-E246-85A7-D5BDC148F91E}" destId="{DC2503A8-4F8D-234A-9A23-322B9F2CAD49}" srcOrd="3" destOrd="0" presId="urn:microsoft.com/office/officeart/2005/8/layout/default"/>
    <dgm:cxn modelId="{A76771B5-A265-7B4C-BCE9-8A3A6EC648E3}" type="presParOf" srcId="{B2830C31-46C8-E246-85A7-D5BDC148F91E}" destId="{EF5E4FEB-25B5-F24A-8AFD-1EFD4650119B}" srcOrd="4" destOrd="0" presId="urn:microsoft.com/office/officeart/2005/8/layout/default"/>
    <dgm:cxn modelId="{B8ACF1CF-AED2-9847-9AFE-8D0657F87720}" type="presParOf" srcId="{B2830C31-46C8-E246-85A7-D5BDC148F91E}" destId="{80FB9E7A-6A2D-A748-B036-FC30426F9DB5}" srcOrd="5" destOrd="0" presId="urn:microsoft.com/office/officeart/2005/8/layout/default"/>
    <dgm:cxn modelId="{64ACE5DA-6857-8941-83B6-9D13038ECBD7}" type="presParOf" srcId="{B2830C31-46C8-E246-85A7-D5BDC148F91E}" destId="{9962C283-CA4A-2447-8B73-B4FAB90AFAC2}" srcOrd="6" destOrd="0" presId="urn:microsoft.com/office/officeart/2005/8/layout/default"/>
    <dgm:cxn modelId="{F3A1E961-A565-5E4C-B7FF-489C4F38E7B8}" type="presParOf" srcId="{B2830C31-46C8-E246-85A7-D5BDC148F91E}" destId="{9A6EEDB1-0CAF-044F-837A-E1D117DB8C79}" srcOrd="7" destOrd="0" presId="urn:microsoft.com/office/officeart/2005/8/layout/default"/>
    <dgm:cxn modelId="{682B11A4-BEF8-934F-92C8-FA588EE51085}" type="presParOf" srcId="{B2830C31-46C8-E246-85A7-D5BDC148F91E}" destId="{688ED7E8-3AEA-3445-9BF1-73E78412BF05}" srcOrd="8" destOrd="0" presId="urn:microsoft.com/office/officeart/2005/8/layout/default"/>
    <dgm:cxn modelId="{5F756E1D-A858-4046-BC51-B258A7D65332}" type="presParOf" srcId="{B2830C31-46C8-E246-85A7-D5BDC148F91E}" destId="{B6C04C37-333C-EB46-9E73-70FE30297ACF}" srcOrd="9" destOrd="0" presId="urn:microsoft.com/office/officeart/2005/8/layout/default"/>
    <dgm:cxn modelId="{E71AD1DF-3625-BC44-AD16-1B54178FCDAE}" type="presParOf" srcId="{B2830C31-46C8-E246-85A7-D5BDC148F91E}" destId="{9C9B3DA2-37BE-0544-AE9C-9BA32B2DB256}" srcOrd="10" destOrd="0" presId="urn:microsoft.com/office/officeart/2005/8/layout/default"/>
    <dgm:cxn modelId="{4DB79D25-2CC5-A74A-85BA-DD6ECAC55FB6}" type="presParOf" srcId="{B2830C31-46C8-E246-85A7-D5BDC148F91E}" destId="{8F7A02FB-F590-8343-A7A8-0D224E99FD29}" srcOrd="11" destOrd="0" presId="urn:microsoft.com/office/officeart/2005/8/layout/default"/>
    <dgm:cxn modelId="{DDD566DC-8EC4-9341-9338-740D527F1565}" type="presParOf" srcId="{B2830C31-46C8-E246-85A7-D5BDC148F91E}" destId="{1272EF2F-5177-C440-A4AD-31B23A544552}" srcOrd="12" destOrd="0" presId="urn:microsoft.com/office/officeart/2005/8/layout/default"/>
    <dgm:cxn modelId="{3FD84902-0934-F349-A8C3-C8E00AE2125E}" type="presParOf" srcId="{B2830C31-46C8-E246-85A7-D5BDC148F91E}" destId="{8AE12D3E-E334-B34D-8907-67C4BC4C4322}" srcOrd="13" destOrd="0" presId="urn:microsoft.com/office/officeart/2005/8/layout/default"/>
    <dgm:cxn modelId="{40EFD747-99E6-3A4E-A622-8ADF5B651D37}" type="presParOf" srcId="{B2830C31-46C8-E246-85A7-D5BDC148F91E}" destId="{B6B516DF-52AA-B445-B438-ABFA1E91D7C5}" srcOrd="14" destOrd="0" presId="urn:microsoft.com/office/officeart/2005/8/layout/default"/>
    <dgm:cxn modelId="{43B5A0B1-9BDE-B249-81F0-DA0BA7160915}" type="presParOf" srcId="{B2830C31-46C8-E246-85A7-D5BDC148F91E}" destId="{2AEAAEBA-3B18-744D-979E-02C34F6E96CE}" srcOrd="15" destOrd="0" presId="urn:microsoft.com/office/officeart/2005/8/layout/default"/>
    <dgm:cxn modelId="{89E8EBF3-D6DC-7A41-9F7F-3B350FF6622B}" type="presParOf" srcId="{B2830C31-46C8-E246-85A7-D5BDC148F91E}" destId="{0234CE65-6F09-6945-A874-8530C36FEE5D}" srcOrd="16" destOrd="0" presId="urn:microsoft.com/office/officeart/2005/8/layout/default"/>
    <dgm:cxn modelId="{0A6174F1-A048-F84C-AE97-68A54AC0390E}" type="presParOf" srcId="{B2830C31-46C8-E246-85A7-D5BDC148F91E}" destId="{41911635-A892-D74D-B304-1EAC0DD45774}" srcOrd="17" destOrd="0" presId="urn:microsoft.com/office/officeart/2005/8/layout/default"/>
    <dgm:cxn modelId="{FD05CD3C-58FC-4148-AD9C-24E19B53D43E}" type="presParOf" srcId="{B2830C31-46C8-E246-85A7-D5BDC148F91E}" destId="{F3DA8428-ADCF-4643-A989-3C66018F62CE}" srcOrd="18" destOrd="0" presId="urn:microsoft.com/office/officeart/2005/8/layout/default"/>
    <dgm:cxn modelId="{2ECF57E5-A9B2-E945-B209-3844FB69447B}" type="presParOf" srcId="{B2830C31-46C8-E246-85A7-D5BDC148F91E}" destId="{987A3031-9D99-0444-B8F5-B354DED904E4}" srcOrd="19" destOrd="0" presId="urn:microsoft.com/office/officeart/2005/8/layout/default"/>
    <dgm:cxn modelId="{1CEFA147-6023-7F4D-A654-FBC4D46E3680}" type="presParOf" srcId="{B2830C31-46C8-E246-85A7-D5BDC148F91E}" destId="{76C3F81C-80E7-0348-B465-D97816BF3605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F204D8-5A63-4E3E-9213-F8BDD763D8DF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ACAB114-0CF9-4AD0-8135-67AE5E451574}">
      <dgm:prSet/>
      <dgm:spPr/>
      <dgm:t>
        <a:bodyPr/>
        <a:lstStyle/>
        <a:p>
          <a:r>
            <a:rPr lang="en-HK" b="1"/>
            <a:t>Languages</a:t>
          </a:r>
          <a:r>
            <a:rPr lang="en-HK"/>
            <a:t>: Java / J2EE, EJB, Spring Boot, JavaScript, ReactJS, Struts 1.x MVC, PL/SQL, Python</a:t>
          </a:r>
          <a:endParaRPr lang="en-US"/>
        </a:p>
      </dgm:t>
    </dgm:pt>
    <dgm:pt modelId="{E3DB1B1B-1E4F-4F7A-9047-3F4834A83BCD}" type="parTrans" cxnId="{40BD5344-50FD-4742-8D14-40A6C9211EA6}">
      <dgm:prSet/>
      <dgm:spPr/>
      <dgm:t>
        <a:bodyPr/>
        <a:lstStyle/>
        <a:p>
          <a:endParaRPr lang="en-US"/>
        </a:p>
      </dgm:t>
    </dgm:pt>
    <dgm:pt modelId="{A617D40F-8954-46D5-ADD4-DEBE7458EA1C}" type="sibTrans" cxnId="{40BD5344-50FD-4742-8D14-40A6C9211EA6}">
      <dgm:prSet/>
      <dgm:spPr/>
      <dgm:t>
        <a:bodyPr/>
        <a:lstStyle/>
        <a:p>
          <a:endParaRPr lang="en-US"/>
        </a:p>
      </dgm:t>
    </dgm:pt>
    <dgm:pt modelId="{C5CD475A-7155-47CA-9782-5A19834C4D70}">
      <dgm:prSet/>
      <dgm:spPr/>
      <dgm:t>
        <a:bodyPr/>
        <a:lstStyle/>
        <a:p>
          <a:r>
            <a:rPr lang="en-HK" b="1" dirty="0"/>
            <a:t>Databases</a:t>
          </a:r>
          <a:r>
            <a:rPr lang="en-HK" dirty="0"/>
            <a:t>: Oracle, </a:t>
          </a:r>
          <a:r>
            <a:rPr lang="en-HK" dirty="0" err="1"/>
            <a:t>MySql</a:t>
          </a:r>
          <a:r>
            <a:rPr lang="en-HK" dirty="0"/>
            <a:t>, </a:t>
          </a:r>
          <a:r>
            <a:rPr lang="en-HK" dirty="0" err="1"/>
            <a:t>Postgress</a:t>
          </a:r>
          <a:r>
            <a:rPr lang="en-HK" dirty="0"/>
            <a:t>; </a:t>
          </a:r>
          <a:r>
            <a:rPr lang="en-HK" b="1" dirty="0"/>
            <a:t>Reporting</a:t>
          </a:r>
          <a:r>
            <a:rPr lang="en-HK" dirty="0"/>
            <a:t>: iReport, Jasper Report; </a:t>
          </a:r>
          <a:r>
            <a:rPr lang="en-HK" b="1" dirty="0"/>
            <a:t>Version Control: </a:t>
          </a:r>
          <a:r>
            <a:rPr lang="en-HK" dirty="0"/>
            <a:t>GIT, SVN, VSS</a:t>
          </a:r>
          <a:endParaRPr lang="en-US" dirty="0"/>
        </a:p>
      </dgm:t>
    </dgm:pt>
    <dgm:pt modelId="{AB6BA06D-8F37-4DD4-9681-851EDA9AA4CF}" type="parTrans" cxnId="{2E93D77E-D18D-41A3-BBB7-CAFD2A1666E8}">
      <dgm:prSet/>
      <dgm:spPr/>
      <dgm:t>
        <a:bodyPr/>
        <a:lstStyle/>
        <a:p>
          <a:endParaRPr lang="en-US"/>
        </a:p>
      </dgm:t>
    </dgm:pt>
    <dgm:pt modelId="{023E515E-4EDC-496F-9380-A38EEBF867A9}" type="sibTrans" cxnId="{2E93D77E-D18D-41A3-BBB7-CAFD2A1666E8}">
      <dgm:prSet/>
      <dgm:spPr/>
      <dgm:t>
        <a:bodyPr/>
        <a:lstStyle/>
        <a:p>
          <a:endParaRPr lang="en-US"/>
        </a:p>
      </dgm:t>
    </dgm:pt>
    <dgm:pt modelId="{F466C641-CDD3-4388-AFCE-2D9BD4500B7F}">
      <dgm:prSet/>
      <dgm:spPr/>
      <dgm:t>
        <a:bodyPr/>
        <a:lstStyle/>
        <a:p>
          <a:r>
            <a:rPr lang="en-HK" b="1"/>
            <a:t>Web Services</a:t>
          </a:r>
          <a:r>
            <a:rPr lang="en-HK"/>
            <a:t>: Soap, Rest API Development, Swagger API; </a:t>
          </a:r>
          <a:r>
            <a:rPr lang="en-HK" b="1"/>
            <a:t>Management Tool</a:t>
          </a:r>
          <a:r>
            <a:rPr lang="en-HK"/>
            <a:t>: Jira, Maximo, Bugzilla, Mantis</a:t>
          </a:r>
          <a:endParaRPr lang="en-US"/>
        </a:p>
      </dgm:t>
    </dgm:pt>
    <dgm:pt modelId="{EEFAC58D-AE37-4A02-B1E6-74CF4AB96A25}" type="parTrans" cxnId="{9935D213-029D-4151-A2EC-E44A38C4EDBE}">
      <dgm:prSet/>
      <dgm:spPr/>
      <dgm:t>
        <a:bodyPr/>
        <a:lstStyle/>
        <a:p>
          <a:endParaRPr lang="en-US"/>
        </a:p>
      </dgm:t>
    </dgm:pt>
    <dgm:pt modelId="{76500C7D-A265-4EB5-B494-16876116EC3F}" type="sibTrans" cxnId="{9935D213-029D-4151-A2EC-E44A38C4EDBE}">
      <dgm:prSet/>
      <dgm:spPr/>
      <dgm:t>
        <a:bodyPr/>
        <a:lstStyle/>
        <a:p>
          <a:endParaRPr lang="en-US"/>
        </a:p>
      </dgm:t>
    </dgm:pt>
    <dgm:pt modelId="{6F3436E0-BA41-4E3A-9159-23AEFB4C5940}">
      <dgm:prSet/>
      <dgm:spPr/>
      <dgm:t>
        <a:bodyPr/>
        <a:lstStyle/>
        <a:p>
          <a:r>
            <a:rPr lang="en-HK" b="1" dirty="0"/>
            <a:t>Operating Systems:</a:t>
          </a:r>
          <a:r>
            <a:rPr lang="en-HK" dirty="0"/>
            <a:t> Windows (XP, 10), </a:t>
          </a:r>
          <a:r>
            <a:rPr lang="en-HK" dirty="0" err="1"/>
            <a:t>Lunix</a:t>
          </a:r>
          <a:r>
            <a:rPr lang="en-HK" dirty="0"/>
            <a:t> and Ubuntu; </a:t>
          </a:r>
          <a:r>
            <a:rPr lang="en-HK" b="1" dirty="0"/>
            <a:t>Methodologies</a:t>
          </a:r>
          <a:r>
            <a:rPr lang="en-HK" dirty="0"/>
            <a:t>: Agile, Iterative, Waterfall Model </a:t>
          </a:r>
          <a:endParaRPr lang="en-US" dirty="0"/>
        </a:p>
      </dgm:t>
    </dgm:pt>
    <dgm:pt modelId="{885E2619-9A44-44AC-A90E-C6670AB3D74E}" type="parTrans" cxnId="{C58363B3-F1DC-4588-A20E-72069EA9B64E}">
      <dgm:prSet/>
      <dgm:spPr/>
      <dgm:t>
        <a:bodyPr/>
        <a:lstStyle/>
        <a:p>
          <a:endParaRPr lang="en-US"/>
        </a:p>
      </dgm:t>
    </dgm:pt>
    <dgm:pt modelId="{E45D0DE1-40C9-4F2F-8569-6A598AA3BE55}" type="sibTrans" cxnId="{C58363B3-F1DC-4588-A20E-72069EA9B64E}">
      <dgm:prSet/>
      <dgm:spPr/>
      <dgm:t>
        <a:bodyPr/>
        <a:lstStyle/>
        <a:p>
          <a:endParaRPr lang="en-US"/>
        </a:p>
      </dgm:t>
    </dgm:pt>
    <dgm:pt modelId="{4EC2C9DF-B5A6-4F35-8086-73D05748553C}">
      <dgm:prSet/>
      <dgm:spPr/>
      <dgm:t>
        <a:bodyPr/>
        <a:lstStyle/>
        <a:p>
          <a:r>
            <a:rPr lang="en-HK" b="1"/>
            <a:t>Cloud Services: </a:t>
          </a:r>
          <a:r>
            <a:rPr lang="en-HK"/>
            <a:t>AWS EC2, ELB, EBS, S3, VPC, SES, SNS, IAM, RDS, Cloud Watch, Cloud Front, AWS CLI, AWS IOT MQTT (pub/sub)</a:t>
          </a:r>
          <a:endParaRPr lang="en-US"/>
        </a:p>
      </dgm:t>
    </dgm:pt>
    <dgm:pt modelId="{C5168E93-6EAD-4929-BFE1-B77E24FDC190}" type="parTrans" cxnId="{402610A5-6BF7-4F77-959C-020CD3ED47C1}">
      <dgm:prSet/>
      <dgm:spPr/>
      <dgm:t>
        <a:bodyPr/>
        <a:lstStyle/>
        <a:p>
          <a:endParaRPr lang="en-US"/>
        </a:p>
      </dgm:t>
    </dgm:pt>
    <dgm:pt modelId="{60BD479F-A3C8-467E-A48A-86CE8110D5F0}" type="sibTrans" cxnId="{402610A5-6BF7-4F77-959C-020CD3ED47C1}">
      <dgm:prSet/>
      <dgm:spPr/>
      <dgm:t>
        <a:bodyPr/>
        <a:lstStyle/>
        <a:p>
          <a:endParaRPr lang="en-US"/>
        </a:p>
      </dgm:t>
    </dgm:pt>
    <dgm:pt modelId="{09FD8392-93C2-4EB3-ABDA-6328ABA3E1E7}">
      <dgm:prSet/>
      <dgm:spPr/>
      <dgm:t>
        <a:bodyPr/>
        <a:lstStyle/>
        <a:p>
          <a:r>
            <a:rPr lang="en-HK" b="1" dirty="0"/>
            <a:t>DevOps:</a:t>
          </a:r>
          <a:r>
            <a:rPr lang="en-HK" dirty="0"/>
            <a:t> GIT, Jenkins pipeline, AWS CI/CD pipeline, dockers, Ansible, AWS ECS and EKS cluster, Kubernetes(K8S), Terraform. </a:t>
          </a:r>
          <a:endParaRPr lang="en-US" dirty="0"/>
        </a:p>
      </dgm:t>
    </dgm:pt>
    <dgm:pt modelId="{8083AC16-9E65-48B3-87CB-F617A1705A6C}" type="parTrans" cxnId="{A81089F4-771E-458E-920F-E1AD434671E8}">
      <dgm:prSet/>
      <dgm:spPr/>
      <dgm:t>
        <a:bodyPr/>
        <a:lstStyle/>
        <a:p>
          <a:endParaRPr lang="en-US"/>
        </a:p>
      </dgm:t>
    </dgm:pt>
    <dgm:pt modelId="{A21EC338-C684-490D-B7D9-AE8000895762}" type="sibTrans" cxnId="{A81089F4-771E-458E-920F-E1AD434671E8}">
      <dgm:prSet/>
      <dgm:spPr/>
      <dgm:t>
        <a:bodyPr/>
        <a:lstStyle/>
        <a:p>
          <a:endParaRPr lang="en-US"/>
        </a:p>
      </dgm:t>
    </dgm:pt>
    <dgm:pt modelId="{2C71B2D8-F7F8-463B-BF20-DB7FC7C238E7}">
      <dgm:prSet/>
      <dgm:spPr/>
      <dgm:t>
        <a:bodyPr/>
        <a:lstStyle/>
        <a:p>
          <a:r>
            <a:rPr lang="en-HK" b="1" dirty="0"/>
            <a:t>Machine Learning: </a:t>
          </a:r>
          <a:r>
            <a:rPr lang="en-HK" dirty="0"/>
            <a:t>Supervised Learning – Linear/Logistic Regression, Decision Tree, Random Forrest Tree </a:t>
          </a:r>
          <a:endParaRPr lang="en-US" dirty="0"/>
        </a:p>
      </dgm:t>
    </dgm:pt>
    <dgm:pt modelId="{E83F35D4-66AE-4F6B-BE47-832ACB5DCCBC}" type="parTrans" cxnId="{34A93F7F-6706-417C-A323-5537CDFDD6B0}">
      <dgm:prSet/>
      <dgm:spPr/>
      <dgm:t>
        <a:bodyPr/>
        <a:lstStyle/>
        <a:p>
          <a:endParaRPr lang="en-US"/>
        </a:p>
      </dgm:t>
    </dgm:pt>
    <dgm:pt modelId="{9A0898DC-4AE1-4354-BDA2-18AFD76187F7}" type="sibTrans" cxnId="{34A93F7F-6706-417C-A323-5537CDFDD6B0}">
      <dgm:prSet/>
      <dgm:spPr/>
      <dgm:t>
        <a:bodyPr/>
        <a:lstStyle/>
        <a:p>
          <a:endParaRPr lang="en-US"/>
        </a:p>
      </dgm:t>
    </dgm:pt>
    <dgm:pt modelId="{378A5707-7237-EF48-BA5E-A6580254D23F}" type="pres">
      <dgm:prSet presAssocID="{05F204D8-5A63-4E3E-9213-F8BDD763D8DF}" presName="vert0" presStyleCnt="0">
        <dgm:presLayoutVars>
          <dgm:dir/>
          <dgm:animOne val="branch"/>
          <dgm:animLvl val="lvl"/>
        </dgm:presLayoutVars>
      </dgm:prSet>
      <dgm:spPr/>
    </dgm:pt>
    <dgm:pt modelId="{80E1DFA7-6325-9047-840A-8703F6D77DDE}" type="pres">
      <dgm:prSet presAssocID="{1ACAB114-0CF9-4AD0-8135-67AE5E451574}" presName="thickLine" presStyleLbl="alignNode1" presStyleIdx="0" presStyleCnt="7"/>
      <dgm:spPr/>
    </dgm:pt>
    <dgm:pt modelId="{DDADDF9B-0018-FF49-8398-DC57726142AB}" type="pres">
      <dgm:prSet presAssocID="{1ACAB114-0CF9-4AD0-8135-67AE5E451574}" presName="horz1" presStyleCnt="0"/>
      <dgm:spPr/>
    </dgm:pt>
    <dgm:pt modelId="{8259A156-B496-374E-914A-656C80239D3F}" type="pres">
      <dgm:prSet presAssocID="{1ACAB114-0CF9-4AD0-8135-67AE5E451574}" presName="tx1" presStyleLbl="revTx" presStyleIdx="0" presStyleCnt="7"/>
      <dgm:spPr/>
    </dgm:pt>
    <dgm:pt modelId="{D99C513F-A0A4-B24D-848E-67A46CFF022E}" type="pres">
      <dgm:prSet presAssocID="{1ACAB114-0CF9-4AD0-8135-67AE5E451574}" presName="vert1" presStyleCnt="0"/>
      <dgm:spPr/>
    </dgm:pt>
    <dgm:pt modelId="{86CCFCAE-3458-B247-A6EC-74EA51339814}" type="pres">
      <dgm:prSet presAssocID="{C5CD475A-7155-47CA-9782-5A19834C4D70}" presName="thickLine" presStyleLbl="alignNode1" presStyleIdx="1" presStyleCnt="7"/>
      <dgm:spPr/>
    </dgm:pt>
    <dgm:pt modelId="{5256D242-417F-414E-9FFB-4E0286F7B816}" type="pres">
      <dgm:prSet presAssocID="{C5CD475A-7155-47CA-9782-5A19834C4D70}" presName="horz1" presStyleCnt="0"/>
      <dgm:spPr/>
    </dgm:pt>
    <dgm:pt modelId="{231B52F4-1357-A94C-8555-9645011B611E}" type="pres">
      <dgm:prSet presAssocID="{C5CD475A-7155-47CA-9782-5A19834C4D70}" presName="tx1" presStyleLbl="revTx" presStyleIdx="1" presStyleCnt="7"/>
      <dgm:spPr/>
    </dgm:pt>
    <dgm:pt modelId="{31389532-494A-2641-A633-DF3B9AE6BA86}" type="pres">
      <dgm:prSet presAssocID="{C5CD475A-7155-47CA-9782-5A19834C4D70}" presName="vert1" presStyleCnt="0"/>
      <dgm:spPr/>
    </dgm:pt>
    <dgm:pt modelId="{14859748-F546-5045-8D2E-1A86E22945EB}" type="pres">
      <dgm:prSet presAssocID="{F466C641-CDD3-4388-AFCE-2D9BD4500B7F}" presName="thickLine" presStyleLbl="alignNode1" presStyleIdx="2" presStyleCnt="7"/>
      <dgm:spPr/>
    </dgm:pt>
    <dgm:pt modelId="{20DD19D9-B032-B745-9B15-7A2629A35305}" type="pres">
      <dgm:prSet presAssocID="{F466C641-CDD3-4388-AFCE-2D9BD4500B7F}" presName="horz1" presStyleCnt="0"/>
      <dgm:spPr/>
    </dgm:pt>
    <dgm:pt modelId="{A19546E7-A3AB-2B4F-B489-DDE278E49217}" type="pres">
      <dgm:prSet presAssocID="{F466C641-CDD3-4388-AFCE-2D9BD4500B7F}" presName="tx1" presStyleLbl="revTx" presStyleIdx="2" presStyleCnt="7"/>
      <dgm:spPr/>
    </dgm:pt>
    <dgm:pt modelId="{0A22DB27-81A1-9246-9E2D-0FE5919D23A6}" type="pres">
      <dgm:prSet presAssocID="{F466C641-CDD3-4388-AFCE-2D9BD4500B7F}" presName="vert1" presStyleCnt="0"/>
      <dgm:spPr/>
    </dgm:pt>
    <dgm:pt modelId="{4A6A581A-38E8-8744-8690-34C8052C7949}" type="pres">
      <dgm:prSet presAssocID="{6F3436E0-BA41-4E3A-9159-23AEFB4C5940}" presName="thickLine" presStyleLbl="alignNode1" presStyleIdx="3" presStyleCnt="7"/>
      <dgm:spPr/>
    </dgm:pt>
    <dgm:pt modelId="{23283586-3966-D74C-8FE9-DFA9CE43E7C5}" type="pres">
      <dgm:prSet presAssocID="{6F3436E0-BA41-4E3A-9159-23AEFB4C5940}" presName="horz1" presStyleCnt="0"/>
      <dgm:spPr/>
    </dgm:pt>
    <dgm:pt modelId="{58B98185-8ACF-4C49-877A-664453CBABCF}" type="pres">
      <dgm:prSet presAssocID="{6F3436E0-BA41-4E3A-9159-23AEFB4C5940}" presName="tx1" presStyleLbl="revTx" presStyleIdx="3" presStyleCnt="7"/>
      <dgm:spPr/>
    </dgm:pt>
    <dgm:pt modelId="{277457DC-1A74-6C43-9496-8CEB805629FE}" type="pres">
      <dgm:prSet presAssocID="{6F3436E0-BA41-4E3A-9159-23AEFB4C5940}" presName="vert1" presStyleCnt="0"/>
      <dgm:spPr/>
    </dgm:pt>
    <dgm:pt modelId="{3D1605F8-A012-684B-9681-A39700E73796}" type="pres">
      <dgm:prSet presAssocID="{4EC2C9DF-B5A6-4F35-8086-73D05748553C}" presName="thickLine" presStyleLbl="alignNode1" presStyleIdx="4" presStyleCnt="7"/>
      <dgm:spPr/>
    </dgm:pt>
    <dgm:pt modelId="{E9717D4E-FD62-1541-B29A-3065549B046F}" type="pres">
      <dgm:prSet presAssocID="{4EC2C9DF-B5A6-4F35-8086-73D05748553C}" presName="horz1" presStyleCnt="0"/>
      <dgm:spPr/>
    </dgm:pt>
    <dgm:pt modelId="{A751D127-8ED3-5A45-BDB1-A4042640668E}" type="pres">
      <dgm:prSet presAssocID="{4EC2C9DF-B5A6-4F35-8086-73D05748553C}" presName="tx1" presStyleLbl="revTx" presStyleIdx="4" presStyleCnt="7"/>
      <dgm:spPr/>
    </dgm:pt>
    <dgm:pt modelId="{D1746734-4222-5C44-88E2-6D15A957CE7D}" type="pres">
      <dgm:prSet presAssocID="{4EC2C9DF-B5A6-4F35-8086-73D05748553C}" presName="vert1" presStyleCnt="0"/>
      <dgm:spPr/>
    </dgm:pt>
    <dgm:pt modelId="{6E09EFAE-A6DD-274C-84BC-134631154C30}" type="pres">
      <dgm:prSet presAssocID="{09FD8392-93C2-4EB3-ABDA-6328ABA3E1E7}" presName="thickLine" presStyleLbl="alignNode1" presStyleIdx="5" presStyleCnt="7"/>
      <dgm:spPr/>
    </dgm:pt>
    <dgm:pt modelId="{451D2E9C-FF46-BE42-9CD7-BFD49453084B}" type="pres">
      <dgm:prSet presAssocID="{09FD8392-93C2-4EB3-ABDA-6328ABA3E1E7}" presName="horz1" presStyleCnt="0"/>
      <dgm:spPr/>
    </dgm:pt>
    <dgm:pt modelId="{2EBF6B40-A29B-F748-988A-464C9E736898}" type="pres">
      <dgm:prSet presAssocID="{09FD8392-93C2-4EB3-ABDA-6328ABA3E1E7}" presName="tx1" presStyleLbl="revTx" presStyleIdx="5" presStyleCnt="7"/>
      <dgm:spPr/>
    </dgm:pt>
    <dgm:pt modelId="{A75E8419-AC1F-8446-8454-D39FC2052333}" type="pres">
      <dgm:prSet presAssocID="{09FD8392-93C2-4EB3-ABDA-6328ABA3E1E7}" presName="vert1" presStyleCnt="0"/>
      <dgm:spPr/>
    </dgm:pt>
    <dgm:pt modelId="{F1BE7153-9CE9-F74A-9642-D13668F3A969}" type="pres">
      <dgm:prSet presAssocID="{2C71B2D8-F7F8-463B-BF20-DB7FC7C238E7}" presName="thickLine" presStyleLbl="alignNode1" presStyleIdx="6" presStyleCnt="7"/>
      <dgm:spPr/>
    </dgm:pt>
    <dgm:pt modelId="{A387312E-66B6-654C-8FA8-A1B2ACDE8CAB}" type="pres">
      <dgm:prSet presAssocID="{2C71B2D8-F7F8-463B-BF20-DB7FC7C238E7}" presName="horz1" presStyleCnt="0"/>
      <dgm:spPr/>
    </dgm:pt>
    <dgm:pt modelId="{C25C3E74-8713-104F-956F-D9DEABB6F3C0}" type="pres">
      <dgm:prSet presAssocID="{2C71B2D8-F7F8-463B-BF20-DB7FC7C238E7}" presName="tx1" presStyleLbl="revTx" presStyleIdx="6" presStyleCnt="7"/>
      <dgm:spPr/>
    </dgm:pt>
    <dgm:pt modelId="{86F35EEA-379E-014A-BC67-801E57707C3D}" type="pres">
      <dgm:prSet presAssocID="{2C71B2D8-F7F8-463B-BF20-DB7FC7C238E7}" presName="vert1" presStyleCnt="0"/>
      <dgm:spPr/>
    </dgm:pt>
  </dgm:ptLst>
  <dgm:cxnLst>
    <dgm:cxn modelId="{9935D213-029D-4151-A2EC-E44A38C4EDBE}" srcId="{05F204D8-5A63-4E3E-9213-F8BDD763D8DF}" destId="{F466C641-CDD3-4388-AFCE-2D9BD4500B7F}" srcOrd="2" destOrd="0" parTransId="{EEFAC58D-AE37-4A02-B1E6-74CF4AB96A25}" sibTransId="{76500C7D-A265-4EB5-B494-16876116EC3F}"/>
    <dgm:cxn modelId="{38767214-A133-F941-A843-6F2953B8FAEF}" type="presOf" srcId="{2C71B2D8-F7F8-463B-BF20-DB7FC7C238E7}" destId="{C25C3E74-8713-104F-956F-D9DEABB6F3C0}" srcOrd="0" destOrd="0" presId="urn:microsoft.com/office/officeart/2008/layout/LinedList"/>
    <dgm:cxn modelId="{90325E41-0FD0-E44C-9E6F-D1815841AEC3}" type="presOf" srcId="{09FD8392-93C2-4EB3-ABDA-6328ABA3E1E7}" destId="{2EBF6B40-A29B-F748-988A-464C9E736898}" srcOrd="0" destOrd="0" presId="urn:microsoft.com/office/officeart/2008/layout/LinedList"/>
    <dgm:cxn modelId="{40BD5344-50FD-4742-8D14-40A6C9211EA6}" srcId="{05F204D8-5A63-4E3E-9213-F8BDD763D8DF}" destId="{1ACAB114-0CF9-4AD0-8135-67AE5E451574}" srcOrd="0" destOrd="0" parTransId="{E3DB1B1B-1E4F-4F7A-9047-3F4834A83BCD}" sibTransId="{A617D40F-8954-46D5-ADD4-DEBE7458EA1C}"/>
    <dgm:cxn modelId="{AEF5BF5A-DE49-174E-8FC1-136B054121E3}" type="presOf" srcId="{C5CD475A-7155-47CA-9782-5A19834C4D70}" destId="{231B52F4-1357-A94C-8555-9645011B611E}" srcOrd="0" destOrd="0" presId="urn:microsoft.com/office/officeart/2008/layout/LinedList"/>
    <dgm:cxn modelId="{19BD796B-158D-B646-8699-EE8FBB2A210E}" type="presOf" srcId="{F466C641-CDD3-4388-AFCE-2D9BD4500B7F}" destId="{A19546E7-A3AB-2B4F-B489-DDE278E49217}" srcOrd="0" destOrd="0" presId="urn:microsoft.com/office/officeart/2008/layout/LinedList"/>
    <dgm:cxn modelId="{2E93D77E-D18D-41A3-BBB7-CAFD2A1666E8}" srcId="{05F204D8-5A63-4E3E-9213-F8BDD763D8DF}" destId="{C5CD475A-7155-47CA-9782-5A19834C4D70}" srcOrd="1" destOrd="0" parTransId="{AB6BA06D-8F37-4DD4-9681-851EDA9AA4CF}" sibTransId="{023E515E-4EDC-496F-9380-A38EEBF867A9}"/>
    <dgm:cxn modelId="{34A93F7F-6706-417C-A323-5537CDFDD6B0}" srcId="{05F204D8-5A63-4E3E-9213-F8BDD763D8DF}" destId="{2C71B2D8-F7F8-463B-BF20-DB7FC7C238E7}" srcOrd="6" destOrd="0" parTransId="{E83F35D4-66AE-4F6B-BE47-832ACB5DCCBC}" sibTransId="{9A0898DC-4AE1-4354-BDA2-18AFD76187F7}"/>
    <dgm:cxn modelId="{07F6EEA2-916C-834C-B833-BFDE39102B9B}" type="presOf" srcId="{4EC2C9DF-B5A6-4F35-8086-73D05748553C}" destId="{A751D127-8ED3-5A45-BDB1-A4042640668E}" srcOrd="0" destOrd="0" presId="urn:microsoft.com/office/officeart/2008/layout/LinedList"/>
    <dgm:cxn modelId="{402610A5-6BF7-4F77-959C-020CD3ED47C1}" srcId="{05F204D8-5A63-4E3E-9213-F8BDD763D8DF}" destId="{4EC2C9DF-B5A6-4F35-8086-73D05748553C}" srcOrd="4" destOrd="0" parTransId="{C5168E93-6EAD-4929-BFE1-B77E24FDC190}" sibTransId="{60BD479F-A3C8-467E-A48A-86CE8110D5F0}"/>
    <dgm:cxn modelId="{8B905EA7-7BF8-A54F-BBB9-E298CD6B4778}" type="presOf" srcId="{1ACAB114-0CF9-4AD0-8135-67AE5E451574}" destId="{8259A156-B496-374E-914A-656C80239D3F}" srcOrd="0" destOrd="0" presId="urn:microsoft.com/office/officeart/2008/layout/LinedList"/>
    <dgm:cxn modelId="{C58363B3-F1DC-4588-A20E-72069EA9B64E}" srcId="{05F204D8-5A63-4E3E-9213-F8BDD763D8DF}" destId="{6F3436E0-BA41-4E3A-9159-23AEFB4C5940}" srcOrd="3" destOrd="0" parTransId="{885E2619-9A44-44AC-A90E-C6670AB3D74E}" sibTransId="{E45D0DE1-40C9-4F2F-8569-6A598AA3BE55}"/>
    <dgm:cxn modelId="{95B931B9-CF56-9240-A496-223E231F14C1}" type="presOf" srcId="{6F3436E0-BA41-4E3A-9159-23AEFB4C5940}" destId="{58B98185-8ACF-4C49-877A-664453CBABCF}" srcOrd="0" destOrd="0" presId="urn:microsoft.com/office/officeart/2008/layout/LinedList"/>
    <dgm:cxn modelId="{A053CBE9-B4CD-A84D-A69D-0DCB222D0CF7}" type="presOf" srcId="{05F204D8-5A63-4E3E-9213-F8BDD763D8DF}" destId="{378A5707-7237-EF48-BA5E-A6580254D23F}" srcOrd="0" destOrd="0" presId="urn:microsoft.com/office/officeart/2008/layout/LinedList"/>
    <dgm:cxn modelId="{A81089F4-771E-458E-920F-E1AD434671E8}" srcId="{05F204D8-5A63-4E3E-9213-F8BDD763D8DF}" destId="{09FD8392-93C2-4EB3-ABDA-6328ABA3E1E7}" srcOrd="5" destOrd="0" parTransId="{8083AC16-9E65-48B3-87CB-F617A1705A6C}" sibTransId="{A21EC338-C684-490D-B7D9-AE8000895762}"/>
    <dgm:cxn modelId="{778BA3B7-45BC-8D41-902E-3365BDC723A8}" type="presParOf" srcId="{378A5707-7237-EF48-BA5E-A6580254D23F}" destId="{80E1DFA7-6325-9047-840A-8703F6D77DDE}" srcOrd="0" destOrd="0" presId="urn:microsoft.com/office/officeart/2008/layout/LinedList"/>
    <dgm:cxn modelId="{D217E07B-D3AB-9C4E-A842-5B20B40E7C17}" type="presParOf" srcId="{378A5707-7237-EF48-BA5E-A6580254D23F}" destId="{DDADDF9B-0018-FF49-8398-DC57726142AB}" srcOrd="1" destOrd="0" presId="urn:microsoft.com/office/officeart/2008/layout/LinedList"/>
    <dgm:cxn modelId="{CD285CC7-49FA-D440-BF37-860AB814783F}" type="presParOf" srcId="{DDADDF9B-0018-FF49-8398-DC57726142AB}" destId="{8259A156-B496-374E-914A-656C80239D3F}" srcOrd="0" destOrd="0" presId="urn:microsoft.com/office/officeart/2008/layout/LinedList"/>
    <dgm:cxn modelId="{E7B5BFC0-CD62-804E-B2CE-CAD6682DF44C}" type="presParOf" srcId="{DDADDF9B-0018-FF49-8398-DC57726142AB}" destId="{D99C513F-A0A4-B24D-848E-67A46CFF022E}" srcOrd="1" destOrd="0" presId="urn:microsoft.com/office/officeart/2008/layout/LinedList"/>
    <dgm:cxn modelId="{07FFB435-A84A-214A-AAEA-72272C3501C0}" type="presParOf" srcId="{378A5707-7237-EF48-BA5E-A6580254D23F}" destId="{86CCFCAE-3458-B247-A6EC-74EA51339814}" srcOrd="2" destOrd="0" presId="urn:microsoft.com/office/officeart/2008/layout/LinedList"/>
    <dgm:cxn modelId="{79CE6CB1-B814-6045-83E1-FC7564D14263}" type="presParOf" srcId="{378A5707-7237-EF48-BA5E-A6580254D23F}" destId="{5256D242-417F-414E-9FFB-4E0286F7B816}" srcOrd="3" destOrd="0" presId="urn:microsoft.com/office/officeart/2008/layout/LinedList"/>
    <dgm:cxn modelId="{0C5F80CA-A873-BF4D-9666-D3B99A886A30}" type="presParOf" srcId="{5256D242-417F-414E-9FFB-4E0286F7B816}" destId="{231B52F4-1357-A94C-8555-9645011B611E}" srcOrd="0" destOrd="0" presId="urn:microsoft.com/office/officeart/2008/layout/LinedList"/>
    <dgm:cxn modelId="{EFCAC276-F90B-D34B-A87D-5FD785ECC905}" type="presParOf" srcId="{5256D242-417F-414E-9FFB-4E0286F7B816}" destId="{31389532-494A-2641-A633-DF3B9AE6BA86}" srcOrd="1" destOrd="0" presId="urn:microsoft.com/office/officeart/2008/layout/LinedList"/>
    <dgm:cxn modelId="{8AB57A99-9062-E947-ADAE-C1832DC5ADC4}" type="presParOf" srcId="{378A5707-7237-EF48-BA5E-A6580254D23F}" destId="{14859748-F546-5045-8D2E-1A86E22945EB}" srcOrd="4" destOrd="0" presId="urn:microsoft.com/office/officeart/2008/layout/LinedList"/>
    <dgm:cxn modelId="{AB65C463-3B2D-1F42-BF6D-74156141630C}" type="presParOf" srcId="{378A5707-7237-EF48-BA5E-A6580254D23F}" destId="{20DD19D9-B032-B745-9B15-7A2629A35305}" srcOrd="5" destOrd="0" presId="urn:microsoft.com/office/officeart/2008/layout/LinedList"/>
    <dgm:cxn modelId="{A299C93E-57DA-3442-9B74-D8783AB2FC28}" type="presParOf" srcId="{20DD19D9-B032-B745-9B15-7A2629A35305}" destId="{A19546E7-A3AB-2B4F-B489-DDE278E49217}" srcOrd="0" destOrd="0" presId="urn:microsoft.com/office/officeart/2008/layout/LinedList"/>
    <dgm:cxn modelId="{B3A020FA-5F43-794A-BF48-0DCD646CFBE4}" type="presParOf" srcId="{20DD19D9-B032-B745-9B15-7A2629A35305}" destId="{0A22DB27-81A1-9246-9E2D-0FE5919D23A6}" srcOrd="1" destOrd="0" presId="urn:microsoft.com/office/officeart/2008/layout/LinedList"/>
    <dgm:cxn modelId="{508DCFFD-07F3-894F-B8CC-5131FA80D6A7}" type="presParOf" srcId="{378A5707-7237-EF48-BA5E-A6580254D23F}" destId="{4A6A581A-38E8-8744-8690-34C8052C7949}" srcOrd="6" destOrd="0" presId="urn:microsoft.com/office/officeart/2008/layout/LinedList"/>
    <dgm:cxn modelId="{A3EFC0CA-CA3E-0B40-A1A6-7875AA35268E}" type="presParOf" srcId="{378A5707-7237-EF48-BA5E-A6580254D23F}" destId="{23283586-3966-D74C-8FE9-DFA9CE43E7C5}" srcOrd="7" destOrd="0" presId="urn:microsoft.com/office/officeart/2008/layout/LinedList"/>
    <dgm:cxn modelId="{C77FB141-D274-3C4F-8894-7359009D7BEB}" type="presParOf" srcId="{23283586-3966-D74C-8FE9-DFA9CE43E7C5}" destId="{58B98185-8ACF-4C49-877A-664453CBABCF}" srcOrd="0" destOrd="0" presId="urn:microsoft.com/office/officeart/2008/layout/LinedList"/>
    <dgm:cxn modelId="{AB6220C8-E1D2-4B47-98F1-24FABD7B56D3}" type="presParOf" srcId="{23283586-3966-D74C-8FE9-DFA9CE43E7C5}" destId="{277457DC-1A74-6C43-9496-8CEB805629FE}" srcOrd="1" destOrd="0" presId="urn:microsoft.com/office/officeart/2008/layout/LinedList"/>
    <dgm:cxn modelId="{D4A44E44-98FB-684A-AE87-A90EA8AD6207}" type="presParOf" srcId="{378A5707-7237-EF48-BA5E-A6580254D23F}" destId="{3D1605F8-A012-684B-9681-A39700E73796}" srcOrd="8" destOrd="0" presId="urn:microsoft.com/office/officeart/2008/layout/LinedList"/>
    <dgm:cxn modelId="{2D828C77-5FDC-0843-8740-421E112E0D58}" type="presParOf" srcId="{378A5707-7237-EF48-BA5E-A6580254D23F}" destId="{E9717D4E-FD62-1541-B29A-3065549B046F}" srcOrd="9" destOrd="0" presId="urn:microsoft.com/office/officeart/2008/layout/LinedList"/>
    <dgm:cxn modelId="{9EEFB41F-E8C4-7A45-A3F6-5318FB3467A4}" type="presParOf" srcId="{E9717D4E-FD62-1541-B29A-3065549B046F}" destId="{A751D127-8ED3-5A45-BDB1-A4042640668E}" srcOrd="0" destOrd="0" presId="urn:microsoft.com/office/officeart/2008/layout/LinedList"/>
    <dgm:cxn modelId="{90BA77D4-EF8F-7148-847B-422CE69ECCA8}" type="presParOf" srcId="{E9717D4E-FD62-1541-B29A-3065549B046F}" destId="{D1746734-4222-5C44-88E2-6D15A957CE7D}" srcOrd="1" destOrd="0" presId="urn:microsoft.com/office/officeart/2008/layout/LinedList"/>
    <dgm:cxn modelId="{5A3F445F-3145-3848-A6DE-B5594B3CC460}" type="presParOf" srcId="{378A5707-7237-EF48-BA5E-A6580254D23F}" destId="{6E09EFAE-A6DD-274C-84BC-134631154C30}" srcOrd="10" destOrd="0" presId="urn:microsoft.com/office/officeart/2008/layout/LinedList"/>
    <dgm:cxn modelId="{2D9CD186-76D0-1747-A32F-B2668CAF3876}" type="presParOf" srcId="{378A5707-7237-EF48-BA5E-A6580254D23F}" destId="{451D2E9C-FF46-BE42-9CD7-BFD49453084B}" srcOrd="11" destOrd="0" presId="urn:microsoft.com/office/officeart/2008/layout/LinedList"/>
    <dgm:cxn modelId="{FED9F0FC-EE4A-9F47-A5DA-9DCCF3B18117}" type="presParOf" srcId="{451D2E9C-FF46-BE42-9CD7-BFD49453084B}" destId="{2EBF6B40-A29B-F748-988A-464C9E736898}" srcOrd="0" destOrd="0" presId="urn:microsoft.com/office/officeart/2008/layout/LinedList"/>
    <dgm:cxn modelId="{9A9EEB37-3B20-2B49-8F12-08E84F501D27}" type="presParOf" srcId="{451D2E9C-FF46-BE42-9CD7-BFD49453084B}" destId="{A75E8419-AC1F-8446-8454-D39FC2052333}" srcOrd="1" destOrd="0" presId="urn:microsoft.com/office/officeart/2008/layout/LinedList"/>
    <dgm:cxn modelId="{77DB0098-D80E-D846-AD94-F1B13E150C01}" type="presParOf" srcId="{378A5707-7237-EF48-BA5E-A6580254D23F}" destId="{F1BE7153-9CE9-F74A-9642-D13668F3A969}" srcOrd="12" destOrd="0" presId="urn:microsoft.com/office/officeart/2008/layout/LinedList"/>
    <dgm:cxn modelId="{B5C1967F-3729-3147-963C-0097034D0826}" type="presParOf" srcId="{378A5707-7237-EF48-BA5E-A6580254D23F}" destId="{A387312E-66B6-654C-8FA8-A1B2ACDE8CAB}" srcOrd="13" destOrd="0" presId="urn:microsoft.com/office/officeart/2008/layout/LinedList"/>
    <dgm:cxn modelId="{90A84B51-6BE3-7B4C-906E-134FC4758B2D}" type="presParOf" srcId="{A387312E-66B6-654C-8FA8-A1B2ACDE8CAB}" destId="{C25C3E74-8713-104F-956F-D9DEABB6F3C0}" srcOrd="0" destOrd="0" presId="urn:microsoft.com/office/officeart/2008/layout/LinedList"/>
    <dgm:cxn modelId="{232AE002-A7EF-AE4E-A0C3-3F2B9755367E}" type="presParOf" srcId="{A387312E-66B6-654C-8FA8-A1B2ACDE8CAB}" destId="{86F35EEA-379E-014A-BC67-801E57707C3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C017FC-AC87-45A0-BD93-6C677E8E99F4}">
      <dsp:nvSpPr>
        <dsp:cNvPr id="0" name=""/>
        <dsp:cNvSpPr/>
      </dsp:nvSpPr>
      <dsp:spPr>
        <a:xfrm>
          <a:off x="0" y="3622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419EDA-B321-4946-9FC9-B5D8AF5FCE2B}">
      <dsp:nvSpPr>
        <dsp:cNvPr id="0" name=""/>
        <dsp:cNvSpPr/>
      </dsp:nvSpPr>
      <dsp:spPr>
        <a:xfrm>
          <a:off x="233421" y="177241"/>
          <a:ext cx="424402" cy="424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CCB35-B8EF-4208-8D2B-9F8BE408260E}">
      <dsp:nvSpPr>
        <dsp:cNvPr id="0" name=""/>
        <dsp:cNvSpPr/>
      </dsp:nvSpPr>
      <dsp:spPr>
        <a:xfrm>
          <a:off x="891244" y="3622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Intro</a:t>
          </a:r>
        </a:p>
      </dsp:txBody>
      <dsp:txXfrm>
        <a:off x="891244" y="3622"/>
        <a:ext cx="5022192" cy="771640"/>
      </dsp:txXfrm>
    </dsp:sp>
    <dsp:sp modelId="{25746EDE-FF17-4B8B-9899-D91033D6FACB}">
      <dsp:nvSpPr>
        <dsp:cNvPr id="0" name=""/>
        <dsp:cNvSpPr/>
      </dsp:nvSpPr>
      <dsp:spPr>
        <a:xfrm>
          <a:off x="0" y="968173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9AAAC-FE20-4778-946D-E5AAFD3E0368}">
      <dsp:nvSpPr>
        <dsp:cNvPr id="0" name=""/>
        <dsp:cNvSpPr/>
      </dsp:nvSpPr>
      <dsp:spPr>
        <a:xfrm>
          <a:off x="233421" y="1141792"/>
          <a:ext cx="424402" cy="424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F677D-BE2C-436F-9701-A6437D5014F4}">
      <dsp:nvSpPr>
        <dsp:cNvPr id="0" name=""/>
        <dsp:cNvSpPr/>
      </dsp:nvSpPr>
      <dsp:spPr>
        <a:xfrm>
          <a:off x="891244" y="96817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Skills (Key + Technical)</a:t>
          </a:r>
        </a:p>
      </dsp:txBody>
      <dsp:txXfrm>
        <a:off x="891244" y="968173"/>
        <a:ext cx="5022192" cy="771640"/>
      </dsp:txXfrm>
    </dsp:sp>
    <dsp:sp modelId="{33B8F18A-7320-452E-B795-F060AAEC8F3A}">
      <dsp:nvSpPr>
        <dsp:cNvPr id="0" name=""/>
        <dsp:cNvSpPr/>
      </dsp:nvSpPr>
      <dsp:spPr>
        <a:xfrm>
          <a:off x="0" y="1932723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259CF9-F342-442E-B559-7BEEA2BEA7FA}">
      <dsp:nvSpPr>
        <dsp:cNvPr id="0" name=""/>
        <dsp:cNvSpPr/>
      </dsp:nvSpPr>
      <dsp:spPr>
        <a:xfrm>
          <a:off x="233421" y="2106342"/>
          <a:ext cx="424402" cy="424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AA4EA-66DB-405B-AFBA-A4EC3FCEA6CE}">
      <dsp:nvSpPr>
        <dsp:cNvPr id="0" name=""/>
        <dsp:cNvSpPr/>
      </dsp:nvSpPr>
      <dsp:spPr>
        <a:xfrm>
          <a:off x="891244" y="1932723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Professional Experience</a:t>
          </a:r>
        </a:p>
      </dsp:txBody>
      <dsp:txXfrm>
        <a:off x="891244" y="1932723"/>
        <a:ext cx="5022192" cy="771640"/>
      </dsp:txXfrm>
    </dsp:sp>
    <dsp:sp modelId="{90C8D7BA-CCAE-4E2A-BCF9-5FEC7CB21595}">
      <dsp:nvSpPr>
        <dsp:cNvPr id="0" name=""/>
        <dsp:cNvSpPr/>
      </dsp:nvSpPr>
      <dsp:spPr>
        <a:xfrm>
          <a:off x="0" y="2897274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F9B12-551F-44BB-B29F-3713082CEE35}">
      <dsp:nvSpPr>
        <dsp:cNvPr id="0" name=""/>
        <dsp:cNvSpPr/>
      </dsp:nvSpPr>
      <dsp:spPr>
        <a:xfrm>
          <a:off x="233421" y="3070893"/>
          <a:ext cx="424402" cy="424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26C3A-A546-4C47-BEB3-86F79DF8B631}">
      <dsp:nvSpPr>
        <dsp:cNvPr id="0" name=""/>
        <dsp:cNvSpPr/>
      </dsp:nvSpPr>
      <dsp:spPr>
        <a:xfrm>
          <a:off x="891244" y="289727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Education (Academic + Professional)</a:t>
          </a:r>
        </a:p>
      </dsp:txBody>
      <dsp:txXfrm>
        <a:off x="891244" y="2897274"/>
        <a:ext cx="5022192" cy="771640"/>
      </dsp:txXfrm>
    </dsp:sp>
    <dsp:sp modelId="{C43A1660-55D2-4668-9297-0CFA53081824}">
      <dsp:nvSpPr>
        <dsp:cNvPr id="0" name=""/>
        <dsp:cNvSpPr/>
      </dsp:nvSpPr>
      <dsp:spPr>
        <a:xfrm>
          <a:off x="0" y="3861824"/>
          <a:ext cx="5913437" cy="771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17E33-DFC9-49D1-9C0D-73DB4E8CE1C6}">
      <dsp:nvSpPr>
        <dsp:cNvPr id="0" name=""/>
        <dsp:cNvSpPr/>
      </dsp:nvSpPr>
      <dsp:spPr>
        <a:xfrm>
          <a:off x="233421" y="4035443"/>
          <a:ext cx="424402" cy="424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FD0FD-A74A-45EC-BACF-69DB45397CFD}">
      <dsp:nvSpPr>
        <dsp:cNvPr id="0" name=""/>
        <dsp:cNvSpPr/>
      </dsp:nvSpPr>
      <dsp:spPr>
        <a:xfrm>
          <a:off x="891244" y="3861824"/>
          <a:ext cx="5022192" cy="77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65" tIns="81665" rIns="81665" bIns="8166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Q &amp; A</a:t>
          </a:r>
        </a:p>
      </dsp:txBody>
      <dsp:txXfrm>
        <a:off x="891244" y="3861824"/>
        <a:ext cx="5022192" cy="771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3469E3-3001-B64C-8001-381D393341BD}">
      <dsp:nvSpPr>
        <dsp:cNvPr id="0" name=""/>
        <dsp:cNvSpPr/>
      </dsp:nvSpPr>
      <dsp:spPr>
        <a:xfrm>
          <a:off x="804389" y="2172"/>
          <a:ext cx="1859440" cy="11156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Technical Documentation Understanding </a:t>
          </a:r>
          <a:endParaRPr lang="en-US" sz="1600" kern="1200"/>
        </a:p>
      </dsp:txBody>
      <dsp:txXfrm>
        <a:off x="804389" y="2172"/>
        <a:ext cx="1859440" cy="1115664"/>
      </dsp:txXfrm>
    </dsp:sp>
    <dsp:sp modelId="{3FFF7080-2D59-E646-8440-3BC8CA7BF917}">
      <dsp:nvSpPr>
        <dsp:cNvPr id="0" name=""/>
        <dsp:cNvSpPr/>
      </dsp:nvSpPr>
      <dsp:spPr>
        <a:xfrm>
          <a:off x="2849774" y="2172"/>
          <a:ext cx="1859440" cy="11156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Solution Technical architecture (Application + Cloud)</a:t>
          </a:r>
          <a:endParaRPr lang="en-US" sz="1600" kern="1200"/>
        </a:p>
      </dsp:txBody>
      <dsp:txXfrm>
        <a:off x="2849774" y="2172"/>
        <a:ext cx="1859440" cy="1115664"/>
      </dsp:txXfrm>
    </dsp:sp>
    <dsp:sp modelId="{EF5E4FEB-25B5-F24A-8AFD-1EFD4650119B}">
      <dsp:nvSpPr>
        <dsp:cNvPr id="0" name=""/>
        <dsp:cNvSpPr/>
      </dsp:nvSpPr>
      <dsp:spPr>
        <a:xfrm>
          <a:off x="4895159" y="2172"/>
          <a:ext cx="1859440" cy="11156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System Migration/Integration • Quality Assurance</a:t>
          </a:r>
          <a:endParaRPr lang="en-US" sz="1600" kern="1200"/>
        </a:p>
      </dsp:txBody>
      <dsp:txXfrm>
        <a:off x="4895159" y="2172"/>
        <a:ext cx="1859440" cy="1115664"/>
      </dsp:txXfrm>
    </dsp:sp>
    <dsp:sp modelId="{9962C283-CA4A-2447-8B73-B4FAB90AFAC2}">
      <dsp:nvSpPr>
        <dsp:cNvPr id="0" name=""/>
        <dsp:cNvSpPr/>
      </dsp:nvSpPr>
      <dsp:spPr>
        <a:xfrm>
          <a:off x="6940544" y="2172"/>
          <a:ext cx="1859440" cy="11156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Project Lifecycle Management </a:t>
          </a:r>
          <a:endParaRPr lang="en-US" sz="1600" kern="1200"/>
        </a:p>
      </dsp:txBody>
      <dsp:txXfrm>
        <a:off x="6940544" y="2172"/>
        <a:ext cx="1859440" cy="1115664"/>
      </dsp:txXfrm>
    </dsp:sp>
    <dsp:sp modelId="{688ED7E8-3AEA-3445-9BF1-73E78412BF05}">
      <dsp:nvSpPr>
        <dsp:cNvPr id="0" name=""/>
        <dsp:cNvSpPr/>
      </dsp:nvSpPr>
      <dsp:spPr>
        <a:xfrm>
          <a:off x="804389" y="1303781"/>
          <a:ext cx="1859440" cy="11156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Project Requirements Analysis</a:t>
          </a:r>
          <a:endParaRPr lang="en-US" sz="1600" kern="1200"/>
        </a:p>
      </dsp:txBody>
      <dsp:txXfrm>
        <a:off x="804389" y="1303781"/>
        <a:ext cx="1859440" cy="1115664"/>
      </dsp:txXfrm>
    </dsp:sp>
    <dsp:sp modelId="{9C9B3DA2-37BE-0544-AE9C-9BA32B2DB256}">
      <dsp:nvSpPr>
        <dsp:cNvPr id="0" name=""/>
        <dsp:cNvSpPr/>
      </dsp:nvSpPr>
      <dsp:spPr>
        <a:xfrm>
          <a:off x="2849774" y="1303781"/>
          <a:ext cx="1859440" cy="11156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Custom Software Development and Database Design</a:t>
          </a:r>
          <a:endParaRPr lang="en-US" sz="1600" kern="1200"/>
        </a:p>
      </dsp:txBody>
      <dsp:txXfrm>
        <a:off x="2849774" y="1303781"/>
        <a:ext cx="1859440" cy="1115664"/>
      </dsp:txXfrm>
    </dsp:sp>
    <dsp:sp modelId="{1272EF2F-5177-C440-A4AD-31B23A544552}">
      <dsp:nvSpPr>
        <dsp:cNvPr id="0" name=""/>
        <dsp:cNvSpPr/>
      </dsp:nvSpPr>
      <dsp:spPr>
        <a:xfrm>
          <a:off x="4895159" y="1303781"/>
          <a:ext cx="1859440" cy="11156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Project Scheduling and Budgeting</a:t>
          </a:r>
          <a:endParaRPr lang="en-US" sz="1600" kern="1200"/>
        </a:p>
      </dsp:txBody>
      <dsp:txXfrm>
        <a:off x="4895159" y="1303781"/>
        <a:ext cx="1859440" cy="1115664"/>
      </dsp:txXfrm>
    </dsp:sp>
    <dsp:sp modelId="{B6B516DF-52AA-B445-B438-ABFA1E91D7C5}">
      <dsp:nvSpPr>
        <dsp:cNvPr id="0" name=""/>
        <dsp:cNvSpPr/>
      </dsp:nvSpPr>
      <dsp:spPr>
        <a:xfrm>
          <a:off x="6940544" y="1303781"/>
          <a:ext cx="1859440" cy="11156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Project Manager Supervision </a:t>
          </a:r>
          <a:endParaRPr lang="en-US" sz="1600" kern="1200"/>
        </a:p>
      </dsp:txBody>
      <dsp:txXfrm>
        <a:off x="6940544" y="1303781"/>
        <a:ext cx="1859440" cy="1115664"/>
      </dsp:txXfrm>
    </dsp:sp>
    <dsp:sp modelId="{0234CE65-6F09-6945-A874-8530C36FEE5D}">
      <dsp:nvSpPr>
        <dsp:cNvPr id="0" name=""/>
        <dsp:cNvSpPr/>
      </dsp:nvSpPr>
      <dsp:spPr>
        <a:xfrm>
          <a:off x="1827082" y="2605389"/>
          <a:ext cx="1859440" cy="111566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Release Management</a:t>
          </a:r>
          <a:endParaRPr lang="en-US" sz="1600" kern="1200"/>
        </a:p>
      </dsp:txBody>
      <dsp:txXfrm>
        <a:off x="1827082" y="2605389"/>
        <a:ext cx="1859440" cy="1115664"/>
      </dsp:txXfrm>
    </dsp:sp>
    <dsp:sp modelId="{F3DA8428-ADCF-4643-A989-3C66018F62CE}">
      <dsp:nvSpPr>
        <dsp:cNvPr id="0" name=""/>
        <dsp:cNvSpPr/>
      </dsp:nvSpPr>
      <dsp:spPr>
        <a:xfrm>
          <a:off x="3872467" y="2605389"/>
          <a:ext cx="1859440" cy="111566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Technical Project planning </a:t>
          </a:r>
          <a:endParaRPr lang="en-US" sz="1600" kern="1200"/>
        </a:p>
      </dsp:txBody>
      <dsp:txXfrm>
        <a:off x="3872467" y="2605389"/>
        <a:ext cx="1859440" cy="1115664"/>
      </dsp:txXfrm>
    </dsp:sp>
    <dsp:sp modelId="{76C3F81C-80E7-0348-B465-D97816BF3605}">
      <dsp:nvSpPr>
        <dsp:cNvPr id="0" name=""/>
        <dsp:cNvSpPr/>
      </dsp:nvSpPr>
      <dsp:spPr>
        <a:xfrm>
          <a:off x="5917851" y="2605389"/>
          <a:ext cx="1859440" cy="11156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600" kern="1200"/>
            <a:t>Build Technical Teams</a:t>
          </a:r>
          <a:endParaRPr lang="en-US" sz="1600" kern="1200"/>
        </a:p>
      </dsp:txBody>
      <dsp:txXfrm>
        <a:off x="5917851" y="2605389"/>
        <a:ext cx="1859440" cy="11156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1DFA7-6325-9047-840A-8703F6D77DDE}">
      <dsp:nvSpPr>
        <dsp:cNvPr id="0" name=""/>
        <dsp:cNvSpPr/>
      </dsp:nvSpPr>
      <dsp:spPr>
        <a:xfrm>
          <a:off x="0" y="405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59A156-B496-374E-914A-656C80239D3F}">
      <dsp:nvSpPr>
        <dsp:cNvPr id="0" name=""/>
        <dsp:cNvSpPr/>
      </dsp:nvSpPr>
      <dsp:spPr>
        <a:xfrm>
          <a:off x="0" y="405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/>
            <a:t>Languages</a:t>
          </a:r>
          <a:r>
            <a:rPr lang="en-HK" sz="1300" kern="1200"/>
            <a:t>: Java / J2EE, EJB, Spring Boot, JavaScript, ReactJS, Struts 1.x MVC, PL/SQL, Python</a:t>
          </a:r>
          <a:endParaRPr lang="en-US" sz="1300" kern="1200"/>
        </a:p>
      </dsp:txBody>
      <dsp:txXfrm>
        <a:off x="0" y="405"/>
        <a:ext cx="9604375" cy="474811"/>
      </dsp:txXfrm>
    </dsp:sp>
    <dsp:sp modelId="{86CCFCAE-3458-B247-A6EC-74EA51339814}">
      <dsp:nvSpPr>
        <dsp:cNvPr id="0" name=""/>
        <dsp:cNvSpPr/>
      </dsp:nvSpPr>
      <dsp:spPr>
        <a:xfrm>
          <a:off x="0" y="475217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280772"/>
                <a:satOff val="-1324"/>
                <a:lumOff val="32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280772"/>
                <a:satOff val="-1324"/>
                <a:lumOff val="32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280772"/>
                <a:satOff val="-1324"/>
                <a:lumOff val="32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280772"/>
              <a:satOff val="-1324"/>
              <a:lumOff val="32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1B52F4-1357-A94C-8555-9645011B611E}">
      <dsp:nvSpPr>
        <dsp:cNvPr id="0" name=""/>
        <dsp:cNvSpPr/>
      </dsp:nvSpPr>
      <dsp:spPr>
        <a:xfrm>
          <a:off x="0" y="475217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 dirty="0"/>
            <a:t>Databases</a:t>
          </a:r>
          <a:r>
            <a:rPr lang="en-HK" sz="1300" kern="1200" dirty="0"/>
            <a:t>: Oracle, </a:t>
          </a:r>
          <a:r>
            <a:rPr lang="en-HK" sz="1300" kern="1200" dirty="0" err="1"/>
            <a:t>MySql</a:t>
          </a:r>
          <a:r>
            <a:rPr lang="en-HK" sz="1300" kern="1200" dirty="0"/>
            <a:t>, </a:t>
          </a:r>
          <a:r>
            <a:rPr lang="en-HK" sz="1300" kern="1200" dirty="0" err="1"/>
            <a:t>Postgress</a:t>
          </a:r>
          <a:r>
            <a:rPr lang="en-HK" sz="1300" kern="1200" dirty="0"/>
            <a:t>; </a:t>
          </a:r>
          <a:r>
            <a:rPr lang="en-HK" sz="1300" b="1" kern="1200" dirty="0"/>
            <a:t>Reporting</a:t>
          </a:r>
          <a:r>
            <a:rPr lang="en-HK" sz="1300" kern="1200" dirty="0"/>
            <a:t>: iReport, Jasper Report; </a:t>
          </a:r>
          <a:r>
            <a:rPr lang="en-HK" sz="1300" b="1" kern="1200" dirty="0"/>
            <a:t>Version Control: </a:t>
          </a:r>
          <a:r>
            <a:rPr lang="en-HK" sz="1300" kern="1200" dirty="0"/>
            <a:t>GIT, SVN, VSS</a:t>
          </a:r>
          <a:endParaRPr lang="en-US" sz="1300" kern="1200" dirty="0"/>
        </a:p>
      </dsp:txBody>
      <dsp:txXfrm>
        <a:off x="0" y="475217"/>
        <a:ext cx="9604375" cy="474811"/>
      </dsp:txXfrm>
    </dsp:sp>
    <dsp:sp modelId="{14859748-F546-5045-8D2E-1A86E22945EB}">
      <dsp:nvSpPr>
        <dsp:cNvPr id="0" name=""/>
        <dsp:cNvSpPr/>
      </dsp:nvSpPr>
      <dsp:spPr>
        <a:xfrm>
          <a:off x="0" y="950029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561544"/>
                <a:satOff val="-2648"/>
                <a:lumOff val="65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561544"/>
                <a:satOff val="-2648"/>
                <a:lumOff val="65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561544"/>
                <a:satOff val="-2648"/>
                <a:lumOff val="65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561544"/>
              <a:satOff val="-2648"/>
              <a:lumOff val="6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9546E7-A3AB-2B4F-B489-DDE278E49217}">
      <dsp:nvSpPr>
        <dsp:cNvPr id="0" name=""/>
        <dsp:cNvSpPr/>
      </dsp:nvSpPr>
      <dsp:spPr>
        <a:xfrm>
          <a:off x="0" y="950029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/>
            <a:t>Web Services</a:t>
          </a:r>
          <a:r>
            <a:rPr lang="en-HK" sz="1300" kern="1200"/>
            <a:t>: Soap, Rest API Development, Swagger API; </a:t>
          </a:r>
          <a:r>
            <a:rPr lang="en-HK" sz="1300" b="1" kern="1200"/>
            <a:t>Management Tool</a:t>
          </a:r>
          <a:r>
            <a:rPr lang="en-HK" sz="1300" kern="1200"/>
            <a:t>: Jira, Maximo, Bugzilla, Mantis</a:t>
          </a:r>
          <a:endParaRPr lang="en-US" sz="1300" kern="1200"/>
        </a:p>
      </dsp:txBody>
      <dsp:txXfrm>
        <a:off x="0" y="950029"/>
        <a:ext cx="9604375" cy="474811"/>
      </dsp:txXfrm>
    </dsp:sp>
    <dsp:sp modelId="{4A6A581A-38E8-8744-8690-34C8052C7949}">
      <dsp:nvSpPr>
        <dsp:cNvPr id="0" name=""/>
        <dsp:cNvSpPr/>
      </dsp:nvSpPr>
      <dsp:spPr>
        <a:xfrm>
          <a:off x="0" y="1424841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842315"/>
              <a:satOff val="-3972"/>
              <a:lumOff val="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B98185-8ACF-4C49-877A-664453CBABCF}">
      <dsp:nvSpPr>
        <dsp:cNvPr id="0" name=""/>
        <dsp:cNvSpPr/>
      </dsp:nvSpPr>
      <dsp:spPr>
        <a:xfrm>
          <a:off x="0" y="1424841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 dirty="0"/>
            <a:t>Operating Systems:</a:t>
          </a:r>
          <a:r>
            <a:rPr lang="en-HK" sz="1300" kern="1200" dirty="0"/>
            <a:t> Windows (XP, 10), </a:t>
          </a:r>
          <a:r>
            <a:rPr lang="en-HK" sz="1300" kern="1200" dirty="0" err="1"/>
            <a:t>Lunix</a:t>
          </a:r>
          <a:r>
            <a:rPr lang="en-HK" sz="1300" kern="1200" dirty="0"/>
            <a:t> and Ubuntu; </a:t>
          </a:r>
          <a:r>
            <a:rPr lang="en-HK" sz="1300" b="1" kern="1200" dirty="0"/>
            <a:t>Methodologies</a:t>
          </a:r>
          <a:r>
            <a:rPr lang="en-HK" sz="1300" kern="1200" dirty="0"/>
            <a:t>: Agile, Iterative, Waterfall Model </a:t>
          </a:r>
          <a:endParaRPr lang="en-US" sz="1300" kern="1200" dirty="0"/>
        </a:p>
      </dsp:txBody>
      <dsp:txXfrm>
        <a:off x="0" y="1424841"/>
        <a:ext cx="9604375" cy="474811"/>
      </dsp:txXfrm>
    </dsp:sp>
    <dsp:sp modelId="{3D1605F8-A012-684B-9681-A39700E73796}">
      <dsp:nvSpPr>
        <dsp:cNvPr id="0" name=""/>
        <dsp:cNvSpPr/>
      </dsp:nvSpPr>
      <dsp:spPr>
        <a:xfrm>
          <a:off x="0" y="1899652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1123087"/>
                <a:satOff val="-5296"/>
                <a:lumOff val="130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123087"/>
                <a:satOff val="-5296"/>
                <a:lumOff val="130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123087"/>
                <a:satOff val="-5296"/>
                <a:lumOff val="130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123087"/>
              <a:satOff val="-5296"/>
              <a:lumOff val="130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51D127-8ED3-5A45-BDB1-A4042640668E}">
      <dsp:nvSpPr>
        <dsp:cNvPr id="0" name=""/>
        <dsp:cNvSpPr/>
      </dsp:nvSpPr>
      <dsp:spPr>
        <a:xfrm>
          <a:off x="0" y="1899652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/>
            <a:t>Cloud Services: </a:t>
          </a:r>
          <a:r>
            <a:rPr lang="en-HK" sz="1300" kern="1200"/>
            <a:t>AWS EC2, ELB, EBS, S3, VPC, SES, SNS, IAM, RDS, Cloud Watch, Cloud Front, AWS CLI, AWS IOT MQTT (pub/sub)</a:t>
          </a:r>
          <a:endParaRPr lang="en-US" sz="1300" kern="1200"/>
        </a:p>
      </dsp:txBody>
      <dsp:txXfrm>
        <a:off x="0" y="1899652"/>
        <a:ext cx="9604375" cy="474811"/>
      </dsp:txXfrm>
    </dsp:sp>
    <dsp:sp modelId="{6E09EFAE-A6DD-274C-84BC-134631154C30}">
      <dsp:nvSpPr>
        <dsp:cNvPr id="0" name=""/>
        <dsp:cNvSpPr/>
      </dsp:nvSpPr>
      <dsp:spPr>
        <a:xfrm>
          <a:off x="0" y="2374464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1403859"/>
                <a:satOff val="-6620"/>
                <a:lumOff val="163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403859"/>
                <a:satOff val="-6620"/>
                <a:lumOff val="163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403859"/>
                <a:satOff val="-6620"/>
                <a:lumOff val="163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403859"/>
              <a:satOff val="-6620"/>
              <a:lumOff val="163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BF6B40-A29B-F748-988A-464C9E736898}">
      <dsp:nvSpPr>
        <dsp:cNvPr id="0" name=""/>
        <dsp:cNvSpPr/>
      </dsp:nvSpPr>
      <dsp:spPr>
        <a:xfrm>
          <a:off x="0" y="2374464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 dirty="0"/>
            <a:t>DevOps:</a:t>
          </a:r>
          <a:r>
            <a:rPr lang="en-HK" sz="1300" kern="1200" dirty="0"/>
            <a:t> GIT, Jenkins pipeline, AWS CI/CD pipeline, dockers, Ansible, AWS ECS and EKS cluster, Kubernetes(K8S), Terraform. </a:t>
          </a:r>
          <a:endParaRPr lang="en-US" sz="1300" kern="1200" dirty="0"/>
        </a:p>
      </dsp:txBody>
      <dsp:txXfrm>
        <a:off x="0" y="2374464"/>
        <a:ext cx="9604375" cy="474811"/>
      </dsp:txXfrm>
    </dsp:sp>
    <dsp:sp modelId="{F1BE7153-9CE9-F74A-9642-D13668F3A969}">
      <dsp:nvSpPr>
        <dsp:cNvPr id="0" name=""/>
        <dsp:cNvSpPr/>
      </dsp:nvSpPr>
      <dsp:spPr>
        <a:xfrm>
          <a:off x="0" y="2849276"/>
          <a:ext cx="9604375" cy="0"/>
        </a:xfrm>
        <a:prstGeom prst="line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-1684631"/>
              <a:satOff val="-7944"/>
              <a:lumOff val="196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5C3E74-8713-104F-956F-D9DEABB6F3C0}">
      <dsp:nvSpPr>
        <dsp:cNvPr id="0" name=""/>
        <dsp:cNvSpPr/>
      </dsp:nvSpPr>
      <dsp:spPr>
        <a:xfrm>
          <a:off x="0" y="2849276"/>
          <a:ext cx="9604375" cy="474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300" b="1" kern="1200" dirty="0"/>
            <a:t>Machine Learning: </a:t>
          </a:r>
          <a:r>
            <a:rPr lang="en-HK" sz="1300" kern="1200" dirty="0"/>
            <a:t>Supervised Learning – Linear/Logistic Regression, Decision Tree, Random Forrest Tree </a:t>
          </a:r>
          <a:endParaRPr lang="en-US" sz="1300" kern="1200" dirty="0"/>
        </a:p>
      </dsp:txBody>
      <dsp:txXfrm>
        <a:off x="0" y="2849276"/>
        <a:ext cx="9604375" cy="474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81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248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82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31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pPr/>
              <a:t>8/29/22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242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91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8/29/22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7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864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AF61AA-5A98-4049-A93E-477E5505141A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913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635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46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F61AA-5A98-4049-A93E-477E5505141A}" type="datetimeFigureOut">
              <a:rPr lang="en-US" smtClean="0"/>
              <a:pPr/>
              <a:t>8/29/22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22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2" r:id="rId1"/>
    <p:sldLayoutId id="2147483953" r:id="rId2"/>
    <p:sldLayoutId id="2147483954" r:id="rId3"/>
    <p:sldLayoutId id="2147483955" r:id="rId4"/>
    <p:sldLayoutId id="2147483956" r:id="rId5"/>
    <p:sldLayoutId id="2147483957" r:id="rId6"/>
    <p:sldLayoutId id="2147483958" r:id="rId7"/>
    <p:sldLayoutId id="2147483959" r:id="rId8"/>
    <p:sldLayoutId id="2147483960" r:id="rId9"/>
    <p:sldLayoutId id="2147483961" r:id="rId10"/>
    <p:sldLayoutId id="21474839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eportfolio.mygreatlearning.com/mayank-chugh2" TargetMode="External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hyperlink" Target="https://eportfolio.mygreatlearning.com/mayank-chugh" TargetMode="External"/><Relationship Id="rId17" Type="http://schemas.openxmlformats.org/officeDocument/2006/relationships/image" Target="../media/image12.png"/><Relationship Id="rId2" Type="http://schemas.openxmlformats.org/officeDocument/2006/relationships/hyperlink" Target="mailto:mayankchugh.jobathk@gmail.com" TargetMode="Externa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hyperlink" Target="https://github.com/mayankchugh1977" TargetMode="External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10" Type="http://schemas.openxmlformats.org/officeDocument/2006/relationships/hyperlink" Target="http://www.linkedin.com/in/mchugh44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gif"/><Relationship Id="rId14" Type="http://schemas.openxmlformats.org/officeDocument/2006/relationships/image" Target="../media/image9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mayankchugh.jobathk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ayankchugh1977" TargetMode="External"/><Relationship Id="rId5" Type="http://schemas.openxmlformats.org/officeDocument/2006/relationships/hyperlink" Target="http://www.linkedin.com/in/mchugh44" TargetMode="Externa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C19D-766C-19F7-CA6D-44368C443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5392" y="1798561"/>
            <a:ext cx="5132388" cy="98097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400" dirty="0"/>
              <a:t>Mayank </a:t>
            </a:r>
            <a:r>
              <a:rPr lang="en-US" sz="5400" dirty="0" err="1"/>
              <a:t>Chugh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9F241-BA7C-EE81-3CA5-847845F7F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1863" y="5104478"/>
            <a:ext cx="4265713" cy="1080000"/>
          </a:xfrm>
        </p:spPr>
        <p:txBody>
          <a:bodyPr anchor="t">
            <a:normAutofit fontScale="62500" lnSpcReduction="20000"/>
          </a:bodyPr>
          <a:lstStyle/>
          <a:p>
            <a:pPr algn="l"/>
            <a:r>
              <a:rPr lang="en-US" sz="2200" dirty="0"/>
              <a:t>Contact: </a:t>
            </a:r>
          </a:p>
          <a:p>
            <a:pPr algn="l"/>
            <a:r>
              <a:rPr lang="en-US" sz="2200" dirty="0"/>
              <a:t>Email: </a:t>
            </a:r>
            <a:r>
              <a:rPr lang="en-US" sz="2200" dirty="0">
                <a:hlinkClick r:id="rId2"/>
              </a:rPr>
              <a:t>mayankchugh.jobathk@gmail.com</a:t>
            </a:r>
            <a:endParaRPr lang="en-US" sz="2200" dirty="0"/>
          </a:p>
          <a:p>
            <a:r>
              <a:rPr lang="en-US" sz="2200" dirty="0"/>
              <a:t>Mobile: +852 84812040</a:t>
            </a:r>
          </a:p>
          <a:p>
            <a:pPr algn="l"/>
            <a:endParaRPr lang="en-US" sz="2200" dirty="0"/>
          </a:p>
        </p:txBody>
      </p:sp>
      <p:pic>
        <p:nvPicPr>
          <p:cNvPr id="5" name="Picture 4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CDCCD08D-7244-FC3F-E6EF-5F1192BEED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0" b="24250"/>
          <a:stretch/>
        </p:blipFill>
        <p:spPr>
          <a:xfrm>
            <a:off x="175367" y="79851"/>
            <a:ext cx="2081353" cy="1781002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8130124F-9D2F-9216-6461-927BDD84E42F}"/>
              </a:ext>
            </a:extLst>
          </p:cNvPr>
          <p:cNvSpPr txBox="1">
            <a:spLocks/>
          </p:cNvSpPr>
          <p:nvPr/>
        </p:nvSpPr>
        <p:spPr>
          <a:xfrm>
            <a:off x="4935392" y="2779536"/>
            <a:ext cx="5452328" cy="58946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dirty="0"/>
              <a:t>Senior Technical Manager (Cloud + Application)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992320-DBAE-9BA2-5660-50A05300E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595" y="3697347"/>
            <a:ext cx="541989" cy="589466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401DDE-87D6-5B3D-66CF-FBB9DE2CC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8120" y="3689721"/>
            <a:ext cx="541989" cy="589466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EA85DE-679B-C523-7CDA-496711FB3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4750" y="3697347"/>
            <a:ext cx="541989" cy="589466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006298-D020-D4A0-5E9D-F2D913ECF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8448" y="3755773"/>
            <a:ext cx="541989" cy="589466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6E79B2-DC4A-CB93-EE85-FBA55FBB65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2738" y="3749286"/>
            <a:ext cx="429923" cy="589466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B43695-6145-9FD5-BA19-8571A7AE26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9341" y="3755773"/>
            <a:ext cx="541989" cy="589466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CAB9305-8EFD-EA10-07E5-855DC0FBBBEB}"/>
              </a:ext>
            </a:extLst>
          </p:cNvPr>
          <p:cNvSpPr txBox="1"/>
          <p:nvPr/>
        </p:nvSpPr>
        <p:spPr>
          <a:xfrm>
            <a:off x="-26504" y="4861039"/>
            <a:ext cx="61225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dirty="0"/>
              <a:t>LinkedIn:</a:t>
            </a:r>
            <a:r>
              <a:rPr lang="en-HK" sz="1600" u="sng" dirty="0"/>
              <a:t> </a:t>
            </a:r>
            <a:r>
              <a:rPr lang="en-HK" sz="1600" dirty="0">
                <a:hlinkClick r:id="rId10"/>
              </a:rPr>
              <a:t>www.linkedin.com/in/mchugh44</a:t>
            </a:r>
            <a:r>
              <a:rPr lang="en-HK" sz="1600" dirty="0"/>
              <a:t> </a:t>
            </a:r>
          </a:p>
          <a:p>
            <a:r>
              <a:rPr lang="en-HK" sz="1600" dirty="0"/>
              <a:t>Git: </a:t>
            </a:r>
            <a:r>
              <a:rPr lang="en-HK" sz="1600" u="sng" dirty="0">
                <a:hlinkClick r:id="rId11"/>
              </a:rPr>
              <a:t>https://github.com/mayankchugh1977</a:t>
            </a:r>
            <a:endParaRPr lang="en-HK" sz="1600" u="sng" dirty="0"/>
          </a:p>
          <a:p>
            <a:r>
              <a:rPr lang="en-HK" sz="1600" u="sng" dirty="0"/>
              <a:t>Project Portfolio:</a:t>
            </a:r>
          </a:p>
          <a:p>
            <a:r>
              <a:rPr lang="en-HK" sz="1600" u="sng" dirty="0"/>
              <a:t>Cloud - </a:t>
            </a:r>
            <a:r>
              <a:rPr lang="en-HK" sz="1600" u="sng" dirty="0">
                <a:hlinkClick r:id="rId12"/>
              </a:rPr>
              <a:t>https://eportfolio.mygreatlearning.com/mayank-chugh</a:t>
            </a:r>
            <a:endParaRPr lang="en-HK" sz="1600" u="sng" dirty="0"/>
          </a:p>
          <a:p>
            <a:r>
              <a:rPr lang="en-HK" sz="1600" u="sng" dirty="0"/>
              <a:t>AI &amp; ML - </a:t>
            </a:r>
            <a:r>
              <a:rPr lang="en-HK" sz="1600" u="sng" dirty="0">
                <a:hlinkClick r:id="rId13"/>
              </a:rPr>
              <a:t>https://eportfolio.mygreatlearning.com/mayank-chugh2</a:t>
            </a:r>
            <a:endParaRPr lang="en-HK" sz="1600" u="sn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600A42-96FE-CE55-1524-2F438E6269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10" y="3755773"/>
            <a:ext cx="716112" cy="589466"/>
          </a:xfrm>
          <a:prstGeom prst="rect">
            <a:avLst/>
          </a:prstGeom>
          <a:effectLst>
            <a:outerShdw blurRad="175279" dist="114275" dir="3040628" sx="95210" sy="95210" algn="ctr" rotWithShape="0">
              <a:srgbClr val="000000"/>
            </a:outerShdw>
          </a:effectLst>
        </p:spPr>
      </p:pic>
      <p:graphicFrame>
        <p:nvGraphicFramePr>
          <p:cNvPr id="15" name="Table 16">
            <a:extLst>
              <a:ext uri="{FF2B5EF4-FFF2-40B4-BE49-F238E27FC236}">
                <a16:creationId xmlns:a16="http://schemas.microsoft.com/office/drawing/2014/main" id="{24A9225A-6AD0-5C9C-F3B0-7A8BE3D76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321881"/>
              </p:ext>
            </p:extLst>
          </p:nvPr>
        </p:nvGraphicFramePr>
        <p:xfrm>
          <a:off x="2797736" y="390130"/>
          <a:ext cx="6449849" cy="98097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921407">
                  <a:extLst>
                    <a:ext uri="{9D8B030D-6E8A-4147-A177-3AD203B41FA5}">
                      <a16:colId xmlns:a16="http://schemas.microsoft.com/office/drawing/2014/main" val="4253599455"/>
                    </a:ext>
                  </a:extLst>
                </a:gridCol>
                <a:gridCol w="921407">
                  <a:extLst>
                    <a:ext uri="{9D8B030D-6E8A-4147-A177-3AD203B41FA5}">
                      <a16:colId xmlns:a16="http://schemas.microsoft.com/office/drawing/2014/main" val="2563367971"/>
                    </a:ext>
                  </a:extLst>
                </a:gridCol>
                <a:gridCol w="921407">
                  <a:extLst>
                    <a:ext uri="{9D8B030D-6E8A-4147-A177-3AD203B41FA5}">
                      <a16:colId xmlns:a16="http://schemas.microsoft.com/office/drawing/2014/main" val="1429518748"/>
                    </a:ext>
                  </a:extLst>
                </a:gridCol>
                <a:gridCol w="921407">
                  <a:extLst>
                    <a:ext uri="{9D8B030D-6E8A-4147-A177-3AD203B41FA5}">
                      <a16:colId xmlns:a16="http://schemas.microsoft.com/office/drawing/2014/main" val="4284123578"/>
                    </a:ext>
                  </a:extLst>
                </a:gridCol>
                <a:gridCol w="921407">
                  <a:extLst>
                    <a:ext uri="{9D8B030D-6E8A-4147-A177-3AD203B41FA5}">
                      <a16:colId xmlns:a16="http://schemas.microsoft.com/office/drawing/2014/main" val="2771019671"/>
                    </a:ext>
                  </a:extLst>
                </a:gridCol>
                <a:gridCol w="921407">
                  <a:extLst>
                    <a:ext uri="{9D8B030D-6E8A-4147-A177-3AD203B41FA5}">
                      <a16:colId xmlns:a16="http://schemas.microsoft.com/office/drawing/2014/main" val="341016318"/>
                    </a:ext>
                  </a:extLst>
                </a:gridCol>
                <a:gridCol w="921407">
                  <a:extLst>
                    <a:ext uri="{9D8B030D-6E8A-4147-A177-3AD203B41FA5}">
                      <a16:colId xmlns:a16="http://schemas.microsoft.com/office/drawing/2014/main" val="4225023910"/>
                    </a:ext>
                  </a:extLst>
                </a:gridCol>
              </a:tblGrid>
              <a:tr h="59746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253521"/>
                  </a:ext>
                </a:extLst>
              </a:tr>
              <a:tr h="3835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b="0" kern="1200" dirty="0">
                          <a:solidFill>
                            <a:schemeClr val="dk1"/>
                          </a:solidFill>
                          <a:effectLst/>
                        </a:rPr>
                        <a:t>Aug 2022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b="0" kern="1200" dirty="0">
                          <a:solidFill>
                            <a:schemeClr val="dk1"/>
                          </a:solidFill>
                          <a:effectLst/>
                        </a:rPr>
                        <a:t>April 2017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b="0" kern="1200" dirty="0">
                          <a:solidFill>
                            <a:schemeClr val="dk1"/>
                          </a:solidFill>
                          <a:effectLst/>
                        </a:rPr>
                        <a:t>June 2017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b="0" kern="1200" dirty="0">
                          <a:solidFill>
                            <a:schemeClr val="dk1"/>
                          </a:solidFill>
                          <a:effectLst/>
                        </a:rPr>
                        <a:t>May 2022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b="0" kern="1200" dirty="0">
                          <a:solidFill>
                            <a:schemeClr val="dk1"/>
                          </a:solidFill>
                          <a:effectLst/>
                        </a:rPr>
                        <a:t>Jun 2022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b="0" kern="1200" dirty="0">
                          <a:solidFill>
                            <a:schemeClr val="dk1"/>
                          </a:solidFill>
                          <a:effectLst/>
                        </a:rPr>
                        <a:t>Nov 2016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200" b="0" kern="1200" dirty="0">
                          <a:solidFill>
                            <a:schemeClr val="dk1"/>
                          </a:solidFill>
                          <a:effectLst/>
                        </a:rPr>
                        <a:t>Jan 2010</a:t>
                      </a:r>
                      <a:r>
                        <a:rPr lang="en-HK" sz="1200" b="0" dirty="0">
                          <a:effectLst/>
                        </a:rPr>
                        <a:t> </a:t>
                      </a:r>
                      <a:endParaRPr 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942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450A17E7-BF07-C52F-FEED-5B426649E596}"/>
              </a:ext>
            </a:extLst>
          </p:cNvPr>
          <p:cNvGrpSpPr/>
          <p:nvPr/>
        </p:nvGrpSpPr>
        <p:grpSpPr>
          <a:xfrm>
            <a:off x="3018657" y="403763"/>
            <a:ext cx="6154686" cy="575320"/>
            <a:chOff x="2991578" y="690738"/>
            <a:chExt cx="6154686" cy="4624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03D83CC-FF21-8854-B0FF-25F9E2710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91578" y="700497"/>
              <a:ext cx="541989" cy="451156"/>
            </a:xfrm>
            <a:prstGeom prst="rect">
              <a:avLst/>
            </a:prstGeom>
            <a:effectLst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9B922C7-7B61-1147-ACC9-C083A9CD2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7894" y="700497"/>
              <a:ext cx="541989" cy="451156"/>
            </a:xfrm>
            <a:prstGeom prst="rect">
              <a:avLst/>
            </a:prstGeom>
            <a:effectLst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C29233C-B5B0-7D33-33BC-38CC05478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58850" y="700497"/>
              <a:ext cx="541989" cy="451156"/>
            </a:xfrm>
            <a:prstGeom prst="rect">
              <a:avLst/>
            </a:prstGeom>
            <a:effectLst/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0D88373-DB49-C9B9-ED52-391559384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54526" y="701982"/>
              <a:ext cx="541989" cy="451156"/>
            </a:xfrm>
            <a:prstGeom prst="rect">
              <a:avLst/>
            </a:prstGeom>
            <a:effectLst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8027EF7-1045-A625-E062-248A63570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42724" y="690738"/>
              <a:ext cx="429923" cy="451156"/>
            </a:xfrm>
            <a:prstGeom prst="rect">
              <a:avLst/>
            </a:prstGeom>
            <a:effectLst/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B3EBB76-3E11-4A6B-2C8A-4DB798CA7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629046" y="719771"/>
              <a:ext cx="541989" cy="393140"/>
            </a:xfrm>
            <a:prstGeom prst="rect">
              <a:avLst/>
            </a:prstGeom>
            <a:effectLst/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A758D7EF-AF47-E893-2329-080AAE79D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430152" y="717825"/>
              <a:ext cx="716112" cy="393139"/>
            </a:xfrm>
            <a:prstGeom prst="rect">
              <a:avLst/>
            </a:prstGeom>
            <a:effectLst/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4F54AD37-6C3C-17DE-0DF5-21B657FFE61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6043" y="2418647"/>
            <a:ext cx="9004300" cy="1016000"/>
          </a:xfrm>
          <a:prstGeom prst="rect">
            <a:avLst/>
          </a:prstGeom>
        </p:spPr>
      </p:pic>
      <p:pic>
        <p:nvPicPr>
          <p:cNvPr id="33" name="Picture 32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AD68CBB8-E088-E28D-90B0-79AFA2920EE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71455" y="4509352"/>
            <a:ext cx="5132388" cy="980976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23114D-DEC9-3D54-5FEE-F348D87BC01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31707" y="1319607"/>
            <a:ext cx="64389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1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C19D-766C-19F7-CA6D-44368C443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0501" y="119828"/>
            <a:ext cx="2596088" cy="394653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/>
              <a:t>Mayank </a:t>
            </a:r>
            <a:r>
              <a:rPr lang="en-US" sz="2400" dirty="0" err="1"/>
              <a:t>Chugh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79F241-BA7C-EE81-3CA5-847845F7F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05165" y="0"/>
            <a:ext cx="3125880" cy="1080000"/>
          </a:xfrm>
        </p:spPr>
        <p:txBody>
          <a:bodyPr anchor="t">
            <a:normAutofit/>
          </a:bodyPr>
          <a:lstStyle/>
          <a:p>
            <a:pPr algn="l"/>
            <a:r>
              <a:rPr lang="en-US" sz="900" dirty="0"/>
              <a:t>Email: </a:t>
            </a:r>
            <a:r>
              <a:rPr lang="en-US" sz="900" dirty="0">
                <a:hlinkClick r:id="rId2"/>
              </a:rPr>
              <a:t>mayankchugh.jobathk@gmail.com</a:t>
            </a:r>
            <a:endParaRPr lang="en-US" sz="900" dirty="0"/>
          </a:p>
          <a:p>
            <a:r>
              <a:rPr lang="en-US" sz="900" dirty="0"/>
              <a:t>Mobile: +852 84812040</a:t>
            </a:r>
          </a:p>
          <a:p>
            <a:pPr algn="l"/>
            <a:r>
              <a:rPr lang="en-US" sz="900" dirty="0" err="1"/>
              <a:t>ç</a:t>
            </a:r>
            <a:endParaRPr lang="en-US" sz="900" dirty="0"/>
          </a:p>
        </p:txBody>
      </p:sp>
      <p:pic>
        <p:nvPicPr>
          <p:cNvPr id="5" name="Picture 4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CDCCD08D-7244-FC3F-E6EF-5F1192BEED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0" b="24250"/>
          <a:stretch/>
        </p:blipFill>
        <p:spPr>
          <a:xfrm>
            <a:off x="58109" y="0"/>
            <a:ext cx="1354252" cy="1028963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8130124F-9D2F-9216-6461-927BDD84E42F}"/>
              </a:ext>
            </a:extLst>
          </p:cNvPr>
          <p:cNvSpPr txBox="1">
            <a:spLocks/>
          </p:cNvSpPr>
          <p:nvPr/>
        </p:nvSpPr>
        <p:spPr>
          <a:xfrm>
            <a:off x="3716649" y="1559253"/>
            <a:ext cx="3778167" cy="3676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Senior Technical Manager </a:t>
            </a:r>
          </a:p>
          <a:p>
            <a:pPr algn="l"/>
            <a:r>
              <a:rPr lang="en-US" sz="1200" dirty="0"/>
              <a:t>(Cloud + Application)</a:t>
            </a:r>
          </a:p>
        </p:txBody>
      </p:sp>
      <p:pic>
        <p:nvPicPr>
          <p:cNvPr id="29" name="Picture 28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25BBA7C0-FD2A-EF0A-C336-E37EB2DE0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683" y="245700"/>
            <a:ext cx="5132388" cy="9809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789111-84AF-8D9D-BF26-5B4EA0E8544D}"/>
              </a:ext>
            </a:extLst>
          </p:cNvPr>
          <p:cNvSpPr txBox="1"/>
          <p:nvPr/>
        </p:nvSpPr>
        <p:spPr>
          <a:xfrm>
            <a:off x="9405165" y="528439"/>
            <a:ext cx="261869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050" dirty="0"/>
              <a:t>LinkedIn:</a:t>
            </a:r>
            <a:r>
              <a:rPr lang="en-HK" sz="1050" u="sng" dirty="0"/>
              <a:t> </a:t>
            </a:r>
            <a:r>
              <a:rPr lang="en-HK" sz="1050" dirty="0">
                <a:hlinkClick r:id="rId5"/>
              </a:rPr>
              <a:t>www.linkedin.com/in/mchugh44</a:t>
            </a:r>
            <a:r>
              <a:rPr lang="en-HK" sz="1050" dirty="0"/>
              <a:t> </a:t>
            </a:r>
          </a:p>
          <a:p>
            <a:r>
              <a:rPr lang="en-HK" sz="1050" dirty="0"/>
              <a:t>Git: </a:t>
            </a:r>
            <a:r>
              <a:rPr lang="en-HK" sz="1050" u="sng" dirty="0">
                <a:hlinkClick r:id="rId6"/>
              </a:rPr>
              <a:t>https://github.com/mayankchugh1977</a:t>
            </a:r>
            <a:endParaRPr lang="en-HK" sz="1050" u="sng" dirty="0"/>
          </a:p>
        </p:txBody>
      </p:sp>
    </p:spTree>
    <p:extLst>
      <p:ext uri="{BB962C8B-B14F-4D97-AF65-F5344CB8AC3E}">
        <p14:creationId xmlns:p14="http://schemas.microsoft.com/office/powerpoint/2010/main" val="2706804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F891EB-ED45-44C3-95D6-FFB2EC07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A385B8-7C85-4CE0-AE3A-00EB627B3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DCB6D-A6CA-8298-4E83-D20FAFF6C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205" y="804519"/>
            <a:ext cx="3241820" cy="4431360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AF263B-E208-40DF-A182-5193478DC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45156" y="890353"/>
            <a:ext cx="0" cy="45720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057D8-2888-3C53-AA73-1FE03F403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863" y="804520"/>
            <a:ext cx="6102559" cy="4431359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C0100C-A457-45B1-8A8B-8740F43EC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77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549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E53BF-1404-CC85-6C1F-B5B4E758C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2303047"/>
            <a:ext cx="3272093" cy="2674198"/>
          </a:xfrm>
        </p:spPr>
        <p:txBody>
          <a:bodyPr anchor="t">
            <a:normAutofit/>
          </a:bodyPr>
          <a:lstStyle/>
          <a:p>
            <a:r>
              <a:rPr lang="en-US"/>
              <a:t>Agenda</a:t>
            </a:r>
            <a:endParaRPr lang="en-US" dirty="0"/>
          </a:p>
        </p:txBody>
      </p: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2146542"/>
            <a:ext cx="327209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1580" y="3122496"/>
            <a:ext cx="353015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2" name="Picture 17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3">
            <a:extLst>
              <a:ext uri="{FF2B5EF4-FFF2-40B4-BE49-F238E27FC236}">
                <a16:creationId xmlns:a16="http://schemas.microsoft.com/office/drawing/2014/main" id="{DE200F41-17B1-D5C9-88F0-6C7E181294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712918"/>
              </p:ext>
            </p:extLst>
          </p:nvPr>
        </p:nvGraphicFramePr>
        <p:xfrm>
          <a:off x="5141913" y="803275"/>
          <a:ext cx="5913437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31605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DB4EE-5E16-0D85-5617-9EF08C5C7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</a:t>
            </a:r>
            <a:br>
              <a:rPr lang="en-HK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30AFD-F8F4-E0B5-758B-C8F8E4F52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HK" i="1" dirty="0"/>
              <a:t>Hands-on solution-driven IT professional with 18+ years of extensive experience as a consultant, solution architect, project manager, team lead, and senior engineer for multiple software development projects. Focus on pre-sales, product scoping &amp; pricing, solution development, project management, release management, network engineering, and systems administration. Energetic and recognized for having excellent communication and problem-solving skills spanning multiple technical towers and global enterprises.</a:t>
            </a:r>
            <a:r>
              <a:rPr lang="en-HK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39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402A14-1137-1041-4E20-C0AD331EA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Key Skills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1A84A1-7C11-9DF0-8C97-0CADDF156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2436646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1615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2A14-1137-1041-4E20-C0AD331EA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Technical Skills</a:t>
            </a:r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23D1C11D-93A8-1D50-52EF-918F84B893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214436"/>
              </p:ext>
            </p:extLst>
          </p:nvPr>
        </p:nvGraphicFramePr>
        <p:xfrm>
          <a:off x="1450975" y="2340435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0132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FD1F3-044C-5AA3-31E9-2BBB9D20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US" sz="2200" b="1">
                <a:solidFill>
                  <a:srgbClr val="FFFFFF"/>
                </a:solidFill>
              </a:rPr>
              <a:t>PROFESSIONAL EXPERIENCE</a:t>
            </a:r>
            <a:endParaRPr lang="en-US" sz="2200">
              <a:solidFill>
                <a:srgbClr val="FFFFFF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ADBDD57-6055-A7F6-1608-E5D0C823C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825" y="305435"/>
            <a:ext cx="8129872" cy="6453808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JOB Title: </a:t>
            </a:r>
            <a:r>
              <a:rPr lang="en-HK" sz="1600" b="1" dirty="0"/>
              <a:t>Cloud Application Manager Architect		        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Tenure: </a:t>
            </a:r>
            <a:r>
              <a:rPr lang="en-HK" sz="1600" b="1" dirty="0"/>
              <a:t>Mar ‘ 22 –  Aug ’ 22 (6 Months)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Company: </a:t>
            </a:r>
            <a:r>
              <a:rPr lang="en-HK" sz="1600" b="1" dirty="0"/>
              <a:t>Deloitte, Hong Kong					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Client: </a:t>
            </a:r>
            <a:r>
              <a:rPr lang="en-HK" sz="1600" b="1" dirty="0"/>
              <a:t>CHANEL</a:t>
            </a:r>
          </a:p>
          <a:p>
            <a:pPr lvl="0">
              <a:lnSpc>
                <a:spcPct val="110000"/>
              </a:lnSpc>
            </a:pPr>
            <a:r>
              <a:rPr lang="en-HK" sz="1400" dirty="0"/>
              <a:t>Participated in Pre-sales activity for providing High availability, Fault tolerant and resilience application to the client. </a:t>
            </a:r>
          </a:p>
          <a:p>
            <a:pPr lvl="0">
              <a:lnSpc>
                <a:spcPct val="110000"/>
              </a:lnSpc>
            </a:pPr>
            <a:r>
              <a:rPr lang="en-HK" sz="1400" dirty="0"/>
              <a:t>Contributing as SME for application implementation and Azure cloud for accepted SLA, RPO and RTO.</a:t>
            </a:r>
          </a:p>
          <a:p>
            <a:pPr>
              <a:lnSpc>
                <a:spcPct val="110000"/>
              </a:lnSpc>
            </a:pPr>
            <a:r>
              <a:rPr lang="en-HK" sz="1400" dirty="0"/>
              <a:t>Working closely with delivery head, fellow Architects and other members for delivering complete IT solutions. </a:t>
            </a:r>
          </a:p>
          <a:p>
            <a:pPr>
              <a:lnSpc>
                <a:spcPct val="110000"/>
              </a:lnSpc>
            </a:pPr>
            <a:endParaRPr lang="en-HK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HK" sz="1400" dirty="0"/>
              <a:t>JOB Title: </a:t>
            </a:r>
            <a:r>
              <a:rPr lang="en-HK" sz="1800" b="1" dirty="0"/>
              <a:t>Cloud Architect – Senior Manager	</a:t>
            </a:r>
            <a:r>
              <a:rPr lang="en-HK" sz="1400" dirty="0"/>
              <a:t> </a:t>
            </a:r>
            <a:r>
              <a:rPr lang="en-HK" sz="1400" b="1" dirty="0"/>
              <a:t>		        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400" dirty="0"/>
              <a:t>Tenure: </a:t>
            </a:r>
            <a:r>
              <a:rPr lang="en-HK" sz="1400" b="1" dirty="0"/>
              <a:t>Oct ‘ 21 –  Feb ’ 22 (5 Months)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400" dirty="0"/>
              <a:t>Company: </a:t>
            </a:r>
            <a:r>
              <a:rPr lang="en-HK" sz="1800" b="1" dirty="0"/>
              <a:t>Capgemini, Hong Kong</a:t>
            </a:r>
            <a:r>
              <a:rPr lang="en-HK" sz="1400" b="1" dirty="0"/>
              <a:t>					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400" dirty="0"/>
              <a:t>Client: </a:t>
            </a:r>
            <a:r>
              <a:rPr lang="en-HK" sz="1600" b="1" dirty="0"/>
              <a:t>HSBC</a:t>
            </a:r>
          </a:p>
          <a:p>
            <a:pPr lvl="0"/>
            <a:r>
              <a:rPr lang="en-HK" sz="1400" dirty="0"/>
              <a:t>Gathered project requirements for setting up application on Cloud through interactions, meetings, and walkthroughs with potential application users functional and non-requirements. </a:t>
            </a:r>
          </a:p>
          <a:p>
            <a:pPr lvl="0"/>
            <a:r>
              <a:rPr lang="en-HK" sz="1400" dirty="0"/>
              <a:t>Server side API designing and Providing AWS architecture for setting up AWS EKS cluster having Jenkins CI/CD pipeline.</a:t>
            </a:r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6CD9EA-FBED-723C-A82B-E42FB3FD2A1B}"/>
              </a:ext>
            </a:extLst>
          </p:cNvPr>
          <p:cNvSpPr txBox="1">
            <a:spLocks/>
          </p:cNvSpPr>
          <p:nvPr/>
        </p:nvSpPr>
        <p:spPr>
          <a:xfrm>
            <a:off x="4062128" y="3428999"/>
            <a:ext cx="8129872" cy="3429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en-HK" sz="1500" dirty="0"/>
          </a:p>
        </p:txBody>
      </p:sp>
    </p:spTree>
    <p:extLst>
      <p:ext uri="{BB962C8B-B14F-4D97-AF65-F5344CB8AC3E}">
        <p14:creationId xmlns:p14="http://schemas.microsoft.com/office/powerpoint/2010/main" val="1249763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0FD1F3-044C-5AA3-31E9-2BBB9D20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US" sz="2200" b="1">
                <a:solidFill>
                  <a:srgbClr val="FFFFFF"/>
                </a:solidFill>
              </a:rPr>
              <a:t>PROFESSIONAL EXPERIENCE</a:t>
            </a:r>
            <a:endParaRPr lang="en-US" sz="2200">
              <a:solidFill>
                <a:srgbClr val="FFFFFF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ADBDD57-6055-A7F6-1608-E5D0C823C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825" y="186165"/>
            <a:ext cx="8129872" cy="6692347"/>
          </a:xfrm>
        </p:spPr>
        <p:txBody>
          <a:bodyPr anchor="t">
            <a:normAutofit fontScale="70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JOB Title: </a:t>
            </a:r>
            <a:r>
              <a:rPr lang="en-HK" b="1" dirty="0"/>
              <a:t>Senior Technical Architect</a:t>
            </a:r>
            <a:r>
              <a:rPr lang="en-HK" sz="1600" b="1" dirty="0"/>
              <a:t>	          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Tenure: </a:t>
            </a:r>
            <a:r>
              <a:rPr lang="en-HK" sz="1600" b="1" dirty="0"/>
              <a:t>May ‘ 04 – Oct ’ 21 (17 years 6 Months)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Company: </a:t>
            </a:r>
            <a:r>
              <a:rPr lang="en-HK" sz="1600" b="1" dirty="0" err="1"/>
              <a:t>Coforge</a:t>
            </a:r>
            <a:r>
              <a:rPr lang="en-HK" sz="1600" b="1" dirty="0"/>
              <a:t>, Erstwhile NIIT Technologies Limited, Hong Kong	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HK" sz="1600" dirty="0"/>
              <a:t>Client: </a:t>
            </a:r>
            <a:r>
              <a:rPr lang="en-HK" sz="1600" b="1" dirty="0"/>
              <a:t>Cathay Pacific Cargo Terminal &amp; Asia Airfreight Terminal </a:t>
            </a:r>
          </a:p>
          <a:p>
            <a:pPr lvl="0"/>
            <a:r>
              <a:rPr lang="en-HK" dirty="0"/>
              <a:t>Gathered project requirements (150+ of AAT and 35+ of CPSL) through interactions, meetings, and walkthroughs with potential application users and develop business requirements documents (BRD), functional requirements documents (FRD), and user </a:t>
            </a:r>
            <a:r>
              <a:rPr lang="en-HK" dirty="0" err="1"/>
              <a:t>mockups</a:t>
            </a:r>
            <a:r>
              <a:rPr lang="en-HK" dirty="0"/>
              <a:t>. Also, I created 55+ technical responses to Requests for Quotes (RFQs) for customers.</a:t>
            </a:r>
          </a:p>
          <a:p>
            <a:pPr lvl="0"/>
            <a:r>
              <a:rPr lang="en-HK" dirty="0"/>
              <a:t>I Provided winning solutions as part of the pre-sales team, which included responding to RFPs and RFIs from existing and prospective clients. Recently, involved in a proposal for the migration of Monolithic to cloud study. Conducted a few POCs for the same Participated in both pre-sales and post-sales activities, including establishing statements of work, responsibility matrixes, and overseeing the technical realization of solutions by delivery teams.</a:t>
            </a:r>
          </a:p>
          <a:p>
            <a:pPr lvl="0"/>
            <a:r>
              <a:rPr lang="en-HK" dirty="0"/>
              <a:t>Worked closely with executive sales teams to deliver quotes and full IT solutions in networking, computing, storage, and virtual cloud infrastructure. Also, Designed and developed projects: On-premise Storage move to AWS, OCR using AI Computer vision, AWS IOT using MQTT (pub/sub) for controlling Cold Box for warehouse cargo application.  </a:t>
            </a:r>
          </a:p>
          <a:p>
            <a:pPr lvl="0"/>
            <a:r>
              <a:rPr lang="en-HK" dirty="0"/>
              <a:t>Monitor SLA and tested application performance to identify potential bottlenecks, develop solutions, and collaborate with developers on solution implementation for 5 Web, 3 Mobile applications.  Provided 2nd and 3rd level technical support and troubleshooting to internal and external clients. Team Size - 4 - on-site resources, 4 - offshore resources. </a:t>
            </a:r>
          </a:p>
          <a:p>
            <a:pPr lvl="0"/>
            <a:r>
              <a:rPr lang="en-HK" dirty="0"/>
              <a:t>Successfully managed multimillion-dollar revenue accounts including focus on several Completed 15.5K days of works. I have managing releases during all phases of software development life cycle, from requirements analysis through system implementation for more than 2 enterprises projects. Worked closely with customers, internal staff and other stakeholders to determine planning, implementation and integration of system-oriented projects. System development of RESTful API for having interface with HKIA.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6CD9EA-FBED-723C-A82B-E42FB3FD2A1B}"/>
              </a:ext>
            </a:extLst>
          </p:cNvPr>
          <p:cNvSpPr txBox="1">
            <a:spLocks/>
          </p:cNvSpPr>
          <p:nvPr/>
        </p:nvSpPr>
        <p:spPr>
          <a:xfrm>
            <a:off x="4062128" y="3428999"/>
            <a:ext cx="8129872" cy="3429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endParaRPr lang="en-HK" sz="1500" dirty="0"/>
          </a:p>
        </p:txBody>
      </p:sp>
    </p:spTree>
    <p:extLst>
      <p:ext uri="{BB962C8B-B14F-4D97-AF65-F5344CB8AC3E}">
        <p14:creationId xmlns:p14="http://schemas.microsoft.com/office/powerpoint/2010/main" val="1871439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F39D-B513-6A78-6D96-747473A9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Academic Education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F8B3FCA-E1CF-95E4-B079-35D784314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7522305"/>
              </p:ext>
            </p:extLst>
          </p:nvPr>
        </p:nvGraphicFramePr>
        <p:xfrm>
          <a:off x="1277356" y="2380679"/>
          <a:ext cx="9777498" cy="3794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5400000" algn="ctr" rotWithShape="0">
                    <a:schemeClr val="tx1"/>
                  </a:outerShdw>
                </a:effectLst>
                <a:tableStyleId>{5C22544A-7EE6-4342-B048-85BDC9FD1C3A}</a:tableStyleId>
              </a:tblPr>
              <a:tblGrid>
                <a:gridCol w="3937241">
                  <a:extLst>
                    <a:ext uri="{9D8B030D-6E8A-4147-A177-3AD203B41FA5}">
                      <a16:colId xmlns:a16="http://schemas.microsoft.com/office/drawing/2014/main" val="3112907351"/>
                    </a:ext>
                  </a:extLst>
                </a:gridCol>
                <a:gridCol w="3670570">
                  <a:extLst>
                    <a:ext uri="{9D8B030D-6E8A-4147-A177-3AD203B41FA5}">
                      <a16:colId xmlns:a16="http://schemas.microsoft.com/office/drawing/2014/main" val="2895921030"/>
                    </a:ext>
                  </a:extLst>
                </a:gridCol>
                <a:gridCol w="2169687">
                  <a:extLst>
                    <a:ext uri="{9D8B030D-6E8A-4147-A177-3AD203B41FA5}">
                      <a16:colId xmlns:a16="http://schemas.microsoft.com/office/drawing/2014/main" val="3212843005"/>
                    </a:ext>
                  </a:extLst>
                </a:gridCol>
              </a:tblGrid>
              <a:tr h="23419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Stream</a:t>
                      </a:r>
                    </a:p>
                  </a:txBody>
                  <a:tcPr marL="71841" marR="71841" marT="35920" marB="359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University / Institution</a:t>
                      </a:r>
                    </a:p>
                  </a:txBody>
                  <a:tcPr marL="71841" marR="71841" marT="35920" marB="359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Year</a:t>
                      </a:r>
                    </a:p>
                  </a:txBody>
                  <a:tcPr marL="71841" marR="71841" marT="35920" marB="359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969854"/>
                  </a:ext>
                </a:extLst>
              </a:tr>
              <a:tr h="234198"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Graduate Diploma in AI &amp; ML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rgbClr val="FBF7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 Learning, India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rgbClr val="FBF7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Nov'21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rgbClr val="FBF7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16804"/>
                  </a:ext>
                </a:extLst>
              </a:tr>
              <a:tr h="409403"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Graduate Diploma in Software Development (FSD)</a:t>
                      </a:r>
                      <a:r>
                        <a:rPr lang="en-HK" sz="1800" dirty="0">
                          <a:effectLst/>
                        </a:rPr>
                        <a:t> 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IIIT Bangalore, India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Mar'21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293711"/>
                  </a:ext>
                </a:extLst>
              </a:tr>
              <a:tr h="409403"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Graduate Diploma Program in Cloud Computing</a:t>
                      </a:r>
                      <a:r>
                        <a:rPr lang="en-HK" sz="1800" dirty="0">
                          <a:effectLst/>
                        </a:rPr>
                        <a:t> 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rgbClr val="FBF7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 Learning, India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rgbClr val="FBF7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Mar'20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rgbClr val="FBF7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5871"/>
                  </a:ext>
                </a:extLst>
              </a:tr>
              <a:tr h="409403"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Masters in Computer Application</a:t>
                      </a:r>
                      <a:r>
                        <a:rPr lang="en-HK" sz="1800" dirty="0">
                          <a:effectLst/>
                        </a:rPr>
                        <a:t> 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</a:t>
                      </a:r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A.P.J. Abdul Kalam Technical University, India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 '03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3562"/>
                  </a:ext>
                </a:extLst>
              </a:tr>
              <a:tr h="409403"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 Graduate Diploma in Computers Programming</a:t>
                      </a:r>
                      <a:r>
                        <a:rPr lang="en-HK" sz="1800" dirty="0">
                          <a:effectLst/>
                        </a:rPr>
                        <a:t> 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rgbClr val="FBF7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</a:t>
                      </a:r>
                      <a:r>
                        <a:rPr lang="en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Bhimrao Ambedkar University, India</a:t>
                      </a:r>
                    </a:p>
                  </a:txBody>
                  <a:tcPr marL="71841" marR="71841" marT="35920" marB="35920">
                    <a:solidFill>
                      <a:srgbClr val="FBF7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 '99</a:t>
                      </a:r>
                      <a:r>
                        <a:rPr lang="en-HK" sz="1800" dirty="0">
                          <a:effectLst/>
                        </a:rPr>
                        <a:t> 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rgbClr val="FBF7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16203"/>
                  </a:ext>
                </a:extLst>
              </a:tr>
              <a:tr h="409403"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Bachelor of Arts</a:t>
                      </a:r>
                      <a:r>
                        <a:rPr lang="en-HK" sz="1800" dirty="0">
                          <a:effectLst/>
                        </a:rPr>
                        <a:t> 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</a:t>
                      </a:r>
                      <a:r>
                        <a:rPr lang="en-HK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Bhimrao Ambedkar University, India</a:t>
                      </a:r>
                    </a:p>
                  </a:txBody>
                  <a:tcPr marL="71841" marR="71841" marT="35920" marB="3592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HK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 '97</a:t>
                      </a:r>
                      <a:r>
                        <a:rPr lang="en-HK" sz="1800" dirty="0">
                          <a:effectLst/>
                        </a:rPr>
                        <a:t> </a:t>
                      </a:r>
                      <a:endParaRPr lang="en-US" sz="1800" dirty="0"/>
                    </a:p>
                  </a:txBody>
                  <a:tcPr marL="71841" marR="71841" marT="35920" marB="3592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732277"/>
                  </a:ext>
                </a:extLst>
              </a:tr>
            </a:tbl>
          </a:graphicData>
        </a:graphic>
      </p:graphicFrame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1D37729A-DD68-CC03-DDA4-10724D06B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976" y="76696"/>
            <a:ext cx="6355707" cy="136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50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2F39D-B513-6A78-6D96-747473A9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Professional Certification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F8B3FCA-E1CF-95E4-B079-35D7843147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4286735"/>
              </p:ext>
            </p:extLst>
          </p:nvPr>
        </p:nvGraphicFramePr>
        <p:xfrm>
          <a:off x="1450975" y="2388571"/>
          <a:ext cx="9604375" cy="36090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9065">
                  <a:extLst>
                    <a:ext uri="{9D8B030D-6E8A-4147-A177-3AD203B41FA5}">
                      <a16:colId xmlns:a16="http://schemas.microsoft.com/office/drawing/2014/main" val="3112907351"/>
                    </a:ext>
                  </a:extLst>
                </a:gridCol>
                <a:gridCol w="2465310">
                  <a:extLst>
                    <a:ext uri="{9D8B030D-6E8A-4147-A177-3AD203B41FA5}">
                      <a16:colId xmlns:a16="http://schemas.microsoft.com/office/drawing/2014/main" val="3212843005"/>
                    </a:ext>
                  </a:extLst>
                </a:gridCol>
              </a:tblGrid>
              <a:tr h="381150">
                <a:tc>
                  <a:txBody>
                    <a:bodyPr/>
                    <a:lstStyle/>
                    <a:p>
                      <a:r>
                        <a:rPr lang="en-US" sz="1700" dirty="0"/>
                        <a:t>Certification</a:t>
                      </a:r>
                    </a:p>
                  </a:txBody>
                  <a:tcPr marL="86811" marR="86811" marT="43405" marB="4340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Issued Date</a:t>
                      </a:r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596969854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HashiCorp Certified: Terraform Associate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2022</a:t>
                      </a:r>
                      <a:endParaRPr lang="en-US" sz="1700" b="0" dirty="0"/>
                    </a:p>
                  </a:txBody>
                  <a:tcPr marL="86811" marR="86811" marT="43405" marB="43405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16804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DevOps Foundation Certified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 2022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1625293711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Certified Cloud Practitioner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Aug 2022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1687725871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Certified Solutions Architect – Associate 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April 2017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956483562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AWS Certified Developer – Associate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2017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239616203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PRINCE2® Foundation and Practitioner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 2016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2682732277"/>
                  </a:ext>
                </a:extLst>
              </a:tr>
              <a:tr h="461133">
                <a:tc>
                  <a:txBody>
                    <a:bodyPr/>
                    <a:lstStyle/>
                    <a:p>
                      <a:r>
                        <a:rPr lang="en-HK" sz="22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Sun Certified Java Professional (JDK 1.6) </a:t>
                      </a:r>
                      <a:endParaRPr lang="en-US" sz="1700" b="0"/>
                    </a:p>
                  </a:txBody>
                  <a:tcPr marL="86811" marR="86811" marT="43405" marB="43405"/>
                </a:tc>
                <a:tc>
                  <a:txBody>
                    <a:bodyPr/>
                    <a:lstStyle/>
                    <a:p>
                      <a:r>
                        <a:rPr lang="en-HK" sz="2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Jan 2010</a:t>
                      </a:r>
                      <a:r>
                        <a:rPr lang="en-HK" sz="1700" b="0" dirty="0">
                          <a:effectLst/>
                        </a:rPr>
                        <a:t> </a:t>
                      </a:r>
                      <a:endParaRPr lang="en-US" sz="1700" b="0" dirty="0"/>
                    </a:p>
                  </a:txBody>
                  <a:tcPr marL="86811" marR="86811" marT="43405" marB="43405"/>
                </a:tc>
                <a:extLst>
                  <a:ext uri="{0D108BD9-81ED-4DB2-BD59-A6C34878D82A}">
                    <a16:rowId xmlns:a16="http://schemas.microsoft.com/office/drawing/2014/main" val="1058739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620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3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0" name="Picture 3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1" name="Straight Connector 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53" name="Rectangle 38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40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AC578-F1CF-676F-50A0-D8C1BB1C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200" y="967167"/>
            <a:ext cx="4151306" cy="2374516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Q &amp; A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37CF44D8-6ED7-B297-144D-6B387B0A3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869" y="805583"/>
            <a:ext cx="4660762" cy="4660762"/>
          </a:xfrm>
          <a:prstGeom prst="rect">
            <a:avLst/>
          </a:prstGeom>
        </p:spPr>
      </p:pic>
      <p:cxnSp>
        <p:nvCxnSpPr>
          <p:cNvPr id="55" name="Straight Connector 42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3526496"/>
            <a:ext cx="414993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6" name="Picture 44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7" name="Straight Connector 46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991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0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1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1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18">
            <a:extLst>
              <a:ext uri="{FF2B5EF4-FFF2-40B4-BE49-F238E27FC236}">
                <a16:creationId xmlns:a16="http://schemas.microsoft.com/office/drawing/2014/main" id="{8BC298DB-2D5C-40A1-9A78-6B4A12198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0">
            <a:extLst>
              <a:ext uri="{FF2B5EF4-FFF2-40B4-BE49-F238E27FC236}">
                <a16:creationId xmlns:a16="http://schemas.microsoft.com/office/drawing/2014/main" id="{35C2355B-7CE9-4192-9142-A41CA0A0C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AC578-F1CF-676F-50A0-D8C1BB1C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200" y="967167"/>
            <a:ext cx="4151306" cy="2374516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 dirty="0"/>
              <a:t>Thank you!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4540F5CE-27DD-9706-9D80-0DE6F706D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869" y="805583"/>
            <a:ext cx="4660762" cy="4660762"/>
          </a:xfrm>
          <a:prstGeom prst="rect">
            <a:avLst/>
          </a:prstGeom>
        </p:spPr>
      </p:pic>
      <p:cxnSp>
        <p:nvCxnSpPr>
          <p:cNvPr id="35" name="Straight Connector 22">
            <a:extLst>
              <a:ext uri="{FF2B5EF4-FFF2-40B4-BE49-F238E27FC236}">
                <a16:creationId xmlns:a16="http://schemas.microsoft.com/office/drawing/2014/main" id="{06D05ED8-39E4-42F8-92CB-704C2BD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79647" y="3526496"/>
            <a:ext cx="414993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6" name="Picture 24">
            <a:extLst>
              <a:ext uri="{FF2B5EF4-FFF2-40B4-BE49-F238E27FC236}">
                <a16:creationId xmlns:a16="http://schemas.microsoft.com/office/drawing/2014/main" id="{45CE2E7C-6AA3-4710-825D-4CDDF788C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7" name="Straight Connector 26">
            <a:extLst>
              <a:ext uri="{FF2B5EF4-FFF2-40B4-BE49-F238E27FC236}">
                <a16:creationId xmlns:a16="http://schemas.microsoft.com/office/drawing/2014/main" id="{3256C6C3-0EDC-4651-AB37-9F26CFAA6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90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F8454B2E-D2DB-42C2-A224-BCEC47B86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B61146-1CF0-40E1-B66E-C22BD920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40FA14-D353-726C-AC9F-4373B2A14695}"/>
              </a:ext>
            </a:extLst>
          </p:cNvPr>
          <p:cNvSpPr txBox="1">
            <a:spLocks/>
          </p:cNvSpPr>
          <p:nvPr/>
        </p:nvSpPr>
        <p:spPr>
          <a:xfrm>
            <a:off x="1964987" y="802298"/>
            <a:ext cx="9089865" cy="382232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200" b="0" i="0" cap="all"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/>
              <a:t>The End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AE5065C-30A9-480A-9E93-74CC14902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4735528"/>
            <a:ext cx="86430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2F948680-1810-4961-805C-D0C28E7E9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2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</TotalTime>
  <Words>1160</Words>
  <Application>Microsoft Macintosh PowerPoint</Application>
  <PresentationFormat>Widescreen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Avenir Next LT Pro</vt:lpstr>
      <vt:lpstr>Gill Sans MT</vt:lpstr>
      <vt:lpstr>Gallery</vt:lpstr>
      <vt:lpstr>Mayank Chugh</vt:lpstr>
      <vt:lpstr>Mayank Chugh</vt:lpstr>
      <vt:lpstr>PowerPoint Presentation</vt:lpstr>
      <vt:lpstr>PowerPoint Presentation</vt:lpstr>
      <vt:lpstr>Agenda</vt:lpstr>
      <vt:lpstr>Intro </vt:lpstr>
      <vt:lpstr>Key Skills</vt:lpstr>
      <vt:lpstr>Technical Skills</vt:lpstr>
      <vt:lpstr>PROFESSIONAL EXPERIENCE</vt:lpstr>
      <vt:lpstr>PROFESSIONAL EXPERIENCE</vt:lpstr>
      <vt:lpstr>Academic Education</vt:lpstr>
      <vt:lpstr>Professional Certification</vt:lpstr>
      <vt:lpstr>Q &amp; A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Mayank Chugh</dc:title>
  <dc:creator>Mayank Chugh</dc:creator>
  <cp:lastModifiedBy>Mayank Chugh</cp:lastModifiedBy>
  <cp:revision>17</cp:revision>
  <dcterms:created xsi:type="dcterms:W3CDTF">2022-08-17T05:46:37Z</dcterms:created>
  <dcterms:modified xsi:type="dcterms:W3CDTF">2022-08-29T04:13:49Z</dcterms:modified>
</cp:coreProperties>
</file>