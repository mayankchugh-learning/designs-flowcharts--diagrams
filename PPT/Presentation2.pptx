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9"/>
    <p:restoredTop sz="94767"/>
  </p:normalViewPr>
  <p:slideViewPr>
    <p:cSldViewPr snapToGrid="0">
      <p:cViewPr>
        <p:scale>
          <a:sx n="33" d="100"/>
          <a:sy n="33" d="100"/>
        </p:scale>
        <p:origin x="2656" y="2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0C48-95BF-C7A1-D8C0-452740962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1C61E-672F-804D-F961-A79DB44E6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4AB0C-8195-9B0E-6E08-249000AD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0621C-9051-364E-EB2D-A6CEAE18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23E3B-BFD3-7A9A-27E8-4E7B26A2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6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8B4C-206A-B97A-3ACE-80FCF7E4A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F358B-9A6E-31E1-C799-2CD987E12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2426C-1E8B-E952-C80F-96A7081A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3F687-32B5-D8D9-E0D1-BB195E10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9B599-0B1A-2D17-6522-06DD68C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7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0B02-5D33-E18B-CF0A-E49539D2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5191E-2590-DFFC-C158-8D32B17CD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5E96C-E343-46FA-7021-8532D1FD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6F8A-8AC7-DEC3-0EC3-EF32BA265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26EB0-9EBE-2F1A-7A23-4BF84BF4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1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D2BBD-2873-AB27-2169-E2CB0C63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24691-5BBB-155F-ABD4-2F558DE8B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FEFA-9158-0B7F-A108-3C0780E3D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3D833-2D37-092D-93CE-21BAC5E6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70CCD-44EA-E6A7-54DD-AFB03143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96919-57BB-226C-D895-66E21DEE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5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C906-9938-14C6-8900-83D28627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C7FBE-C12D-931B-9821-01D94F8C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33A3F-40EB-862D-FDE4-E12BD9457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03F05-4195-35EF-7693-E1076FCAA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A0603-8514-277D-4AFF-1B3AFDFF5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095E8-2416-4393-6098-CD9DD2A6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F177A-4DF5-3BF6-CF4A-591D7C6D0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6FA70-BC98-4548-E464-69CB6159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2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A232-94E6-535B-53D4-0F02FC0D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B32EA-5BB7-0448-4338-E442193A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6182B-C358-C2D9-6481-5E59CB23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04074-B07D-C211-CA1E-0DEDBABA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4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4F6D1-3629-56BC-E1C9-0ADF9BBE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F7313-EBCF-73A7-E8DD-276B14A76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5DB9-5357-98DD-9768-998E315C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5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5C3F-06F1-4ECC-2D63-37DBC301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73B7C-9589-ECF7-70EC-36DAAC657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4141D-24A7-AF9D-27FD-C3D8619CD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968C0-3CD4-A0B9-D0FA-ADE99AD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D5881-FAF7-D80D-156A-CF2B88E4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6C4B0-9038-48BF-1469-12311FE4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0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26EB-1209-915D-0E42-3AA97BE2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23BB83-DA2B-8C35-49D6-4BD599851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D610A-A9D6-91DD-E425-6921ACB8C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09DC1-847F-0975-F0E1-DA00202B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EE260-EEE6-67EF-6921-A0B7DFBF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9DC03-9FB8-E9E5-B1D5-0DD7420E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D915-DE3D-4959-BA5F-EB0705FCD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59D80-A74B-B1A1-26E8-8B4551ADF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A77B-AD7D-F408-DE43-67CB283F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86DE8-AC74-F120-31A3-44184DF7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4CAF-E25B-09C6-69A7-62621538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6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625C3-882A-0A8D-CAFB-9B8DD5B23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E8971-C75C-7238-4192-6F2CFFFFF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2D3AE-7A19-8CEE-773B-C7FE78E6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DB014-2482-6729-545E-CB39DC5D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4E5FF-62FC-548F-8CC9-A50839A53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1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84431-3931-CD43-A671-C3191808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8C68C-B6E6-CE43-8777-1E45147E4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B7F69-2767-F7CF-76D7-31AAA24EB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F56D9-59ED-174C-B85E-83CF3D9E3D58}" type="datetimeFigureOut">
              <a:rPr lang="en-US" smtClean="0"/>
              <a:t>4/11/24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8419-0D6D-B089-54FE-786437541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ED80B-7BA3-888C-8D10-A4EF16F1B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CFAA4-CFAB-2942-99A2-9E73E77C0B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7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50995049-F5AB-AFDE-A0F4-135CC52DB1FB}"/>
              </a:ext>
            </a:extLst>
          </p:cNvPr>
          <p:cNvGrpSpPr/>
          <p:nvPr/>
        </p:nvGrpSpPr>
        <p:grpSpPr>
          <a:xfrm>
            <a:off x="427208" y="0"/>
            <a:ext cx="11764792" cy="2475720"/>
            <a:chOff x="11004902" y="2244498"/>
            <a:chExt cx="16314052" cy="3109456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1931E7A0-4A1D-1007-4693-BAE75152873A}"/>
                </a:ext>
              </a:extLst>
            </p:cNvPr>
            <p:cNvSpPr/>
            <p:nvPr/>
          </p:nvSpPr>
          <p:spPr>
            <a:xfrm>
              <a:off x="11004902" y="4404061"/>
              <a:ext cx="2781829" cy="949893"/>
            </a:xfrm>
            <a:prstGeom prst="roundRect">
              <a:avLst/>
            </a:prstGeom>
            <a:gradFill flip="none" rotWithShape="1">
              <a:gsLst>
                <a:gs pos="0">
                  <a:schemeClr val="accent5">
                    <a:alpha val="75000"/>
                    <a:lumMod val="86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  <a:prstDash val="lgDashDotDot"/>
            </a:ln>
            <a:effectLst>
              <a:glow rad="800100">
                <a:schemeClr val="accent6">
                  <a:satMod val="175000"/>
                  <a:alpha val="40000"/>
                </a:schemeClr>
              </a:glow>
            </a:effectLst>
            <a:scene3d>
              <a:camera prst="orthographicFront"/>
              <a:lightRig rig="sunset" dir="t"/>
            </a:scene3d>
            <a:sp3d contourW="12700" prstMaterial="metal">
              <a:bevelT w="234950" h="165100" prst="slope"/>
              <a:bevelB w="254000" h="88900" prst="softRound"/>
              <a:contourClr>
                <a:schemeClr val="accent5"/>
              </a:contourClr>
            </a:sp3d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0" b="1" dirty="0"/>
                <a:t>RAG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D28CE04-E2E1-7C44-6DD7-C78ECEDB8119}"/>
                </a:ext>
              </a:extLst>
            </p:cNvPr>
            <p:cNvSpPr/>
            <p:nvPr/>
          </p:nvSpPr>
          <p:spPr>
            <a:xfrm>
              <a:off x="14251178" y="4421134"/>
              <a:ext cx="1787048" cy="717454"/>
            </a:xfrm>
            <a:prstGeom prst="rect">
              <a:avLst/>
            </a:prstGeom>
            <a:noFill/>
          </p:spPr>
          <p:txBody>
            <a:bodyPr wrap="square" lIns="78027" tIns="39013" rIns="78027" bIns="39013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GB" sz="3200" b="1" dirty="0">
                  <a:ln/>
                  <a:solidFill>
                    <a:schemeClr val="accent3"/>
                  </a:solidFill>
                </a:rPr>
                <a:t>With </a:t>
              </a:r>
            </a:p>
          </p:txBody>
        </p:sp>
        <p:pic>
          <p:nvPicPr>
            <p:cNvPr id="53" name="Picture 2" descr="ollama (@ollama) / X">
              <a:extLst>
                <a:ext uri="{FF2B5EF4-FFF2-40B4-BE49-F238E27FC236}">
                  <a16:creationId xmlns:a16="http://schemas.microsoft.com/office/drawing/2014/main" id="{8D5B7BB7-1BC9-9911-C4BE-63485576ED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57330" y="2244498"/>
              <a:ext cx="2179160" cy="21791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BD2D898-FC5D-3E30-EF84-A99F856E1A93}"/>
                </a:ext>
              </a:extLst>
            </p:cNvPr>
            <p:cNvSpPr/>
            <p:nvPr/>
          </p:nvSpPr>
          <p:spPr>
            <a:xfrm>
              <a:off x="16038226" y="4342343"/>
              <a:ext cx="2734014" cy="794767"/>
            </a:xfrm>
            <a:prstGeom prst="rect">
              <a:avLst/>
            </a:prstGeom>
            <a:noFill/>
          </p:spPr>
          <p:txBody>
            <a:bodyPr wrap="square" lIns="78027" tIns="39013" rIns="78027" bIns="39013">
              <a:spAutoFit/>
            </a:bodyPr>
            <a:lstStyle/>
            <a:p>
              <a:pPr algn="ctr"/>
              <a:r>
                <a:rPr lang="en-GB" sz="3600" b="1" dirty="0" err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ysClr val="windowText" lastClr="000000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Ollama</a:t>
              </a:r>
              <a:r>
                <a:rPr lang="en-GB" sz="3600" b="1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ysClr val="windowText" lastClr="000000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 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A6B5A3E-6764-8902-4EA6-99B396DB8F9E}"/>
                </a:ext>
              </a:extLst>
            </p:cNvPr>
            <p:cNvSpPr/>
            <p:nvPr/>
          </p:nvSpPr>
          <p:spPr>
            <a:xfrm>
              <a:off x="19046141" y="4421134"/>
              <a:ext cx="1787048" cy="717454"/>
            </a:xfrm>
            <a:prstGeom prst="rect">
              <a:avLst/>
            </a:prstGeom>
            <a:noFill/>
          </p:spPr>
          <p:txBody>
            <a:bodyPr wrap="square" lIns="78027" tIns="39013" rIns="78027" bIns="39013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GB" sz="3200" b="1" dirty="0">
                  <a:ln/>
                  <a:solidFill>
                    <a:schemeClr val="accent3"/>
                  </a:solidFill>
                </a:rPr>
                <a:t>using  </a:t>
              </a:r>
            </a:p>
          </p:txBody>
        </p:sp>
        <p:pic>
          <p:nvPicPr>
            <p:cNvPr id="56" name="Picture 6" descr="LangChain + Chroma">
              <a:extLst>
                <a:ext uri="{FF2B5EF4-FFF2-40B4-BE49-F238E27FC236}">
                  <a16:creationId xmlns:a16="http://schemas.microsoft.com/office/drawing/2014/main" id="{7D9B2973-EFBC-66F5-DA1E-C3D4B91BAC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35" t="16103" r="16475" b="14724"/>
            <a:stretch/>
          </p:blipFill>
          <p:spPr bwMode="auto">
            <a:xfrm>
              <a:off x="21023736" y="2877364"/>
              <a:ext cx="6295218" cy="2274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7" name="Picture 8" descr="Url - Free web icons">
            <a:extLst>
              <a:ext uri="{FF2B5EF4-FFF2-40B4-BE49-F238E27FC236}">
                <a16:creationId xmlns:a16="http://schemas.microsoft.com/office/drawing/2014/main" id="{50FE7189-E557-4FE1-BA48-EFC4EB1D8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412" y="9062567"/>
            <a:ext cx="2438341" cy="2438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81302906-6B02-58B9-9C23-CE07A1C2DC47}"/>
              </a:ext>
            </a:extLst>
          </p:cNvPr>
          <p:cNvSpPr/>
          <p:nvPr/>
        </p:nvSpPr>
        <p:spPr>
          <a:xfrm>
            <a:off x="16680888" y="8648204"/>
            <a:ext cx="2138299" cy="499031"/>
          </a:xfrm>
          <a:prstGeom prst="rect">
            <a:avLst/>
          </a:prstGeom>
          <a:noFill/>
          <a:ln>
            <a:noFill/>
          </a:ln>
        </p:spPr>
        <p:txBody>
          <a:bodyPr wrap="square" lIns="78027" tIns="39013" rIns="78027" bIns="39013">
            <a:spAutoFit/>
          </a:bodyPr>
          <a:lstStyle/>
          <a:p>
            <a:pPr algn="ctr"/>
            <a:r>
              <a:rPr lang="en-GB" sz="2731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23C178-EE84-248D-7233-15317F04B351}"/>
              </a:ext>
            </a:extLst>
          </p:cNvPr>
          <p:cNvGrpSpPr/>
          <p:nvPr/>
        </p:nvGrpSpPr>
        <p:grpSpPr>
          <a:xfrm>
            <a:off x="10997957" y="7505933"/>
            <a:ext cx="4127827" cy="1598120"/>
            <a:chOff x="10073785" y="9632594"/>
            <a:chExt cx="4837413" cy="187284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595298-F170-8956-2627-5BBAB97C5E73}"/>
                </a:ext>
              </a:extLst>
            </p:cNvPr>
            <p:cNvGrpSpPr/>
            <p:nvPr/>
          </p:nvGrpSpPr>
          <p:grpSpPr>
            <a:xfrm>
              <a:off x="10073785" y="9632594"/>
              <a:ext cx="4837413" cy="923164"/>
              <a:chOff x="9516532" y="9414933"/>
              <a:chExt cx="4837413" cy="923164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1906D47-4A6E-3F33-807F-821574C1E733}"/>
                  </a:ext>
                </a:extLst>
              </p:cNvPr>
              <p:cNvSpPr/>
              <p:nvPr/>
            </p:nvSpPr>
            <p:spPr>
              <a:xfrm>
                <a:off x="9516532" y="9414933"/>
                <a:ext cx="1151467" cy="923164"/>
              </a:xfrm>
              <a:prstGeom prst="rect">
                <a:avLst/>
              </a:prstGeom>
              <a:solidFill>
                <a:schemeClr val="bg1"/>
              </a:solidFill>
              <a:ln w="349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6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6410495-EB26-9C59-7C12-D4737BB15827}"/>
                  </a:ext>
                </a:extLst>
              </p:cNvPr>
              <p:cNvSpPr/>
              <p:nvPr/>
            </p:nvSpPr>
            <p:spPr>
              <a:xfrm>
                <a:off x="10420559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6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F933280-031C-B341-1F30-B6403AC9FAEB}"/>
                  </a:ext>
                </a:extLst>
              </p:cNvPr>
              <p:cNvSpPr/>
              <p:nvPr/>
            </p:nvSpPr>
            <p:spPr>
              <a:xfrm>
                <a:off x="11359505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6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E9D6355-0640-B919-6B11-318FBE68A754}"/>
                  </a:ext>
                </a:extLst>
              </p:cNvPr>
              <p:cNvSpPr/>
              <p:nvPr/>
            </p:nvSpPr>
            <p:spPr>
              <a:xfrm>
                <a:off x="12263532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6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F0A3CF7-6931-4E4C-42A6-2799C65DC94A}"/>
                  </a:ext>
                </a:extLst>
              </p:cNvPr>
              <p:cNvSpPr/>
              <p:nvPr/>
            </p:nvSpPr>
            <p:spPr>
              <a:xfrm>
                <a:off x="13202478" y="9414933"/>
                <a:ext cx="1151467" cy="923164"/>
              </a:xfrm>
              <a:prstGeom prst="rect">
                <a:avLst/>
              </a:prstGeom>
              <a:solidFill>
                <a:schemeClr val="bg1">
                  <a:alpha val="42000"/>
                </a:schemeClr>
              </a:solidFill>
              <a:ln w="34925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36"/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CEDFB43-8AE6-7AE4-25B2-829B46AD7E4D}"/>
                </a:ext>
              </a:extLst>
            </p:cNvPr>
            <p:cNvSpPr/>
            <p:nvPr/>
          </p:nvSpPr>
          <p:spPr>
            <a:xfrm>
              <a:off x="11195044" y="10582102"/>
              <a:ext cx="2594564" cy="923335"/>
            </a:xfrm>
            <a:prstGeom prst="rect">
              <a:avLst/>
            </a:prstGeom>
            <a:noFill/>
          </p:spPr>
          <p:txBody>
            <a:bodyPr wrap="none" lIns="78027" tIns="39013" rIns="78027" bIns="39013">
              <a:spAutoFit/>
            </a:bodyPr>
            <a:lstStyle/>
            <a:p>
              <a:pPr algn="ctr"/>
              <a:r>
                <a:rPr lang="en-GB" sz="4608" b="1" dirty="0">
                  <a:ln w="0"/>
                  <a:solidFill>
                    <a:schemeClr val="accent6">
                      <a:lumMod val="7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Chunks</a:t>
              </a:r>
            </a:p>
          </p:txBody>
        </p:sp>
      </p:grpSp>
      <p:pic>
        <p:nvPicPr>
          <p:cNvPr id="67" name="Picture 10" descr="ChromaDB is a powerful vector database ...">
            <a:extLst>
              <a:ext uri="{FF2B5EF4-FFF2-40B4-BE49-F238E27FC236}">
                <a16:creationId xmlns:a16="http://schemas.microsoft.com/office/drawing/2014/main" id="{B4FAA0A3-5AC3-FAB9-2369-63C521F30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89"/>
          <a:stretch/>
        </p:blipFill>
        <p:spPr bwMode="auto">
          <a:xfrm>
            <a:off x="17180753" y="11838955"/>
            <a:ext cx="2503363" cy="162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ollama (@ollama) / X">
            <a:extLst>
              <a:ext uri="{FF2B5EF4-FFF2-40B4-BE49-F238E27FC236}">
                <a16:creationId xmlns:a16="http://schemas.microsoft.com/office/drawing/2014/main" id="{94ADC6B2-1C29-CFDD-178E-EF10D0D61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5851" y="11520339"/>
            <a:ext cx="2179160" cy="217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6" descr="LangChain + Chroma">
            <a:extLst>
              <a:ext uri="{FF2B5EF4-FFF2-40B4-BE49-F238E27FC236}">
                <a16:creationId xmlns:a16="http://schemas.microsoft.com/office/drawing/2014/main" id="{60C5216E-6E58-5A21-CA04-6BECF38083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6" t="16103" r="49016" b="14724"/>
          <a:stretch/>
        </p:blipFill>
        <p:spPr bwMode="auto">
          <a:xfrm>
            <a:off x="14146805" y="3951043"/>
            <a:ext cx="3246304" cy="227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84F22F8-F4F1-B269-59FE-D3BE42AB7B64}"/>
              </a:ext>
            </a:extLst>
          </p:cNvPr>
          <p:cNvSpPr/>
          <p:nvPr/>
        </p:nvSpPr>
        <p:spPr>
          <a:xfrm>
            <a:off x="9843967" y="5460451"/>
            <a:ext cx="11464149" cy="931738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8027" tIns="39013" rIns="78027" bIns="390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36" dirty="0"/>
          </a:p>
        </p:txBody>
      </p: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C8A9215B-FB71-4743-B3A1-BF6D907CAA76}"/>
              </a:ext>
            </a:extLst>
          </p:cNvPr>
          <p:cNvCxnSpPr>
            <a:cxnSpLocks/>
            <a:stCxn id="57" idx="3"/>
            <a:endCxn id="62" idx="1"/>
          </p:cNvCxnSpPr>
          <p:nvPr/>
        </p:nvCxnSpPr>
        <p:spPr>
          <a:xfrm flipV="1">
            <a:off x="8026754" y="7899812"/>
            <a:ext cx="2971204" cy="2381925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urved Connector 71">
            <a:extLst>
              <a:ext uri="{FF2B5EF4-FFF2-40B4-BE49-F238E27FC236}">
                <a16:creationId xmlns:a16="http://schemas.microsoft.com/office/drawing/2014/main" id="{D4670FDC-30BD-6EF2-5EBB-06D830B413AA}"/>
              </a:ext>
            </a:extLst>
          </p:cNvPr>
          <p:cNvCxnSpPr>
            <a:cxnSpLocks/>
            <a:stCxn id="66" idx="3"/>
            <a:endCxn id="86" idx="1"/>
          </p:cNvCxnSpPr>
          <p:nvPr/>
        </p:nvCxnSpPr>
        <p:spPr>
          <a:xfrm>
            <a:off x="15125782" y="7899813"/>
            <a:ext cx="1344223" cy="1841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E8CEB404-86C1-2C26-74A8-D6B10DCACCCB}"/>
              </a:ext>
            </a:extLst>
          </p:cNvPr>
          <p:cNvCxnSpPr>
            <a:cxnSpLocks/>
            <a:stCxn id="85" idx="2"/>
            <a:endCxn id="67" idx="0"/>
          </p:cNvCxnSpPr>
          <p:nvPr/>
        </p:nvCxnSpPr>
        <p:spPr>
          <a:xfrm rot="5400000">
            <a:off x="17074996" y="10463336"/>
            <a:ext cx="2733059" cy="18179"/>
          </a:xfrm>
          <a:prstGeom prst="curvedConnector3">
            <a:avLst>
              <a:gd name="adj1" fmla="val 50000"/>
            </a:avLst>
          </a:prstGeom>
          <a:ln w="69850">
            <a:solidFill>
              <a:schemeClr val="tx1">
                <a:lumMod val="50000"/>
                <a:lumOff val="50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urved Connector 73">
            <a:extLst>
              <a:ext uri="{FF2B5EF4-FFF2-40B4-BE49-F238E27FC236}">
                <a16:creationId xmlns:a16="http://schemas.microsoft.com/office/drawing/2014/main" id="{9BA6B0FE-561B-55FD-8103-6FAA66D14A8A}"/>
              </a:ext>
            </a:extLst>
          </p:cNvPr>
          <p:cNvCxnSpPr>
            <a:cxnSpLocks/>
            <a:stCxn id="67" idx="1"/>
            <a:endCxn id="68" idx="3"/>
          </p:cNvCxnSpPr>
          <p:nvPr/>
        </p:nvCxnSpPr>
        <p:spPr>
          <a:xfrm rot="10800000">
            <a:off x="13345010" y="12609919"/>
            <a:ext cx="3835743" cy="40676"/>
          </a:xfrm>
          <a:prstGeom prst="curvedConnector3">
            <a:avLst>
              <a:gd name="adj1" fmla="val 50000"/>
            </a:avLst>
          </a:prstGeom>
          <a:ln w="69850">
            <a:solidFill>
              <a:srgbClr val="FF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74">
            <a:extLst>
              <a:ext uri="{FF2B5EF4-FFF2-40B4-BE49-F238E27FC236}">
                <a16:creationId xmlns:a16="http://schemas.microsoft.com/office/drawing/2014/main" id="{BB1DDDF1-B998-EBCA-CF36-2C65E511E1C3}"/>
              </a:ext>
            </a:extLst>
          </p:cNvPr>
          <p:cNvCxnSpPr>
            <a:cxnSpLocks/>
            <a:stCxn id="68" idx="1"/>
            <a:endCxn id="57" idx="3"/>
          </p:cNvCxnSpPr>
          <p:nvPr/>
        </p:nvCxnSpPr>
        <p:spPr>
          <a:xfrm rot="10800000">
            <a:off x="8026754" y="10281737"/>
            <a:ext cx="3139097" cy="2328183"/>
          </a:xfrm>
          <a:prstGeom prst="curvedConnector3">
            <a:avLst>
              <a:gd name="adj1" fmla="val 50000"/>
            </a:avLst>
          </a:prstGeom>
          <a:ln w="69850">
            <a:solidFill>
              <a:schemeClr val="accent3">
                <a:lumMod val="60000"/>
                <a:lumOff val="40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D0C6E282-6513-EB84-9C04-08FEC2BE279F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1918813" y="10263047"/>
            <a:ext cx="3669601" cy="18691"/>
          </a:xfrm>
          <a:prstGeom prst="curvedConnector3">
            <a:avLst>
              <a:gd name="adj1" fmla="val 50000"/>
            </a:avLst>
          </a:prstGeom>
          <a:ln w="69850">
            <a:solidFill>
              <a:schemeClr val="accent2">
                <a:lumMod val="75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84C7CC0-6B79-136F-8AF3-526FF070FC57}"/>
              </a:ext>
            </a:extLst>
          </p:cNvPr>
          <p:cNvGrpSpPr/>
          <p:nvPr/>
        </p:nvGrpSpPr>
        <p:grpSpPr>
          <a:xfrm>
            <a:off x="-477691" y="9025181"/>
            <a:ext cx="2475721" cy="2813772"/>
            <a:chOff x="4852689" y="10707336"/>
            <a:chExt cx="2901306" cy="3297471"/>
          </a:xfrm>
        </p:grpSpPr>
        <p:pic>
          <p:nvPicPr>
            <p:cNvPr id="78" name="Graphic 77" descr="User with solid fill">
              <a:extLst>
                <a:ext uri="{FF2B5EF4-FFF2-40B4-BE49-F238E27FC236}">
                  <a16:creationId xmlns:a16="http://schemas.microsoft.com/office/drawing/2014/main" id="{5E99E606-97AD-C8AD-F609-E0CE75C2D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2689" y="10707336"/>
              <a:ext cx="2901306" cy="2901306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1C268A6-2643-3AD7-3579-75382ABD6704}"/>
                </a:ext>
              </a:extLst>
            </p:cNvPr>
            <p:cNvSpPr/>
            <p:nvPr/>
          </p:nvSpPr>
          <p:spPr>
            <a:xfrm>
              <a:off x="5344051" y="13081472"/>
              <a:ext cx="1918582" cy="923335"/>
            </a:xfrm>
            <a:prstGeom prst="rect">
              <a:avLst/>
            </a:prstGeom>
            <a:noFill/>
          </p:spPr>
          <p:txBody>
            <a:bodyPr wrap="none" lIns="78027" tIns="39013" rIns="78027" bIns="39013">
              <a:spAutoFit/>
            </a:bodyPr>
            <a:lstStyle/>
            <a:p>
              <a:pPr algn="ctr"/>
              <a:r>
                <a:rPr lang="en-GB" sz="4608" b="1" dirty="0">
                  <a:ln w="0"/>
                  <a:solidFill>
                    <a:schemeClr val="tx2">
                      <a:lumMod val="75000"/>
                      <a:lumOff val="25000"/>
                    </a:schemeClr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USER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9E54A057-6639-E7A7-F11F-91B26D7978FB}"/>
              </a:ext>
            </a:extLst>
          </p:cNvPr>
          <p:cNvSpPr txBox="1"/>
          <p:nvPr/>
        </p:nvSpPr>
        <p:spPr>
          <a:xfrm>
            <a:off x="2842775" y="9612032"/>
            <a:ext cx="1974221" cy="1353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31" dirty="0"/>
              <a:t>request</a:t>
            </a:r>
          </a:p>
          <a:p>
            <a:endParaRPr lang="en-US" sz="2731" dirty="0"/>
          </a:p>
          <a:p>
            <a:r>
              <a:rPr lang="en-US" sz="2731" dirty="0"/>
              <a:t>response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4F0F7CD-4A1A-1D75-2DCE-48202EB007B7}"/>
              </a:ext>
            </a:extLst>
          </p:cNvPr>
          <p:cNvGrpSpPr/>
          <p:nvPr/>
        </p:nvGrpSpPr>
        <p:grpSpPr>
          <a:xfrm>
            <a:off x="16470004" y="7381369"/>
            <a:ext cx="4127827" cy="1724529"/>
            <a:chOff x="24713753" y="8780943"/>
            <a:chExt cx="4837413" cy="2020983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3928474-4C13-A801-EA1D-F6A621C42FCF}"/>
                </a:ext>
              </a:extLst>
            </p:cNvPr>
            <p:cNvGrpSpPr/>
            <p:nvPr/>
          </p:nvGrpSpPr>
          <p:grpSpPr>
            <a:xfrm>
              <a:off x="24713753" y="8929082"/>
              <a:ext cx="4837413" cy="1872844"/>
              <a:chOff x="16008421" y="9632594"/>
              <a:chExt cx="4837413" cy="1872844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BE7B82B-7FA9-D8A3-120D-5D756A16F682}"/>
                  </a:ext>
                </a:extLst>
              </p:cNvPr>
              <p:cNvGrpSpPr/>
              <p:nvPr/>
            </p:nvGrpSpPr>
            <p:grpSpPr>
              <a:xfrm>
                <a:off x="16008421" y="9632594"/>
                <a:ext cx="4837413" cy="923164"/>
                <a:chOff x="9516532" y="9414933"/>
                <a:chExt cx="4837413" cy="923164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001E20E8-0F42-30DF-8B68-0F2FB84C7D70}"/>
                    </a:ext>
                  </a:extLst>
                </p:cNvPr>
                <p:cNvSpPr/>
                <p:nvPr/>
              </p:nvSpPr>
              <p:spPr>
                <a:xfrm>
                  <a:off x="9516532" y="9414933"/>
                  <a:ext cx="1151467" cy="923164"/>
                </a:xfrm>
                <a:prstGeom prst="rect">
                  <a:avLst/>
                </a:prstGeom>
                <a:solidFill>
                  <a:schemeClr val="bg1"/>
                </a:solidFill>
                <a:ln w="349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9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25ADACC1-438C-154A-2366-B963DDE38602}"/>
                    </a:ext>
                  </a:extLst>
                </p:cNvPr>
                <p:cNvSpPr/>
                <p:nvPr/>
              </p:nvSpPr>
              <p:spPr>
                <a:xfrm>
                  <a:off x="10420559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536" dirty="0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557A0FFB-96AE-E232-5A41-31A37A600FA8}"/>
                    </a:ext>
                  </a:extLst>
                </p:cNvPr>
                <p:cNvSpPr/>
                <p:nvPr/>
              </p:nvSpPr>
              <p:spPr>
                <a:xfrm>
                  <a:off x="11359505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536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72285A09-7732-5F67-72E9-FCEEF6AE8173}"/>
                    </a:ext>
                  </a:extLst>
                </p:cNvPr>
                <p:cNvSpPr/>
                <p:nvPr/>
              </p:nvSpPr>
              <p:spPr>
                <a:xfrm>
                  <a:off x="12263532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536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6AEEE7F5-AA7A-37E3-2E81-79C48E7BFF90}"/>
                    </a:ext>
                  </a:extLst>
                </p:cNvPr>
                <p:cNvSpPr/>
                <p:nvPr/>
              </p:nvSpPr>
              <p:spPr>
                <a:xfrm>
                  <a:off x="13202478" y="9414933"/>
                  <a:ext cx="1151467" cy="923164"/>
                </a:xfrm>
                <a:prstGeom prst="rect">
                  <a:avLst/>
                </a:prstGeom>
                <a:solidFill>
                  <a:schemeClr val="bg1">
                    <a:alpha val="42000"/>
                  </a:schemeClr>
                </a:solidFill>
                <a:ln w="34925"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536"/>
                </a:p>
              </p:txBody>
            </p:sp>
          </p:grp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063B711-2717-D554-A215-3506AF47F551}"/>
                  </a:ext>
                </a:extLst>
              </p:cNvPr>
              <p:cNvSpPr/>
              <p:nvPr/>
            </p:nvSpPr>
            <p:spPr>
              <a:xfrm>
                <a:off x="16460049" y="10582103"/>
                <a:ext cx="3738910" cy="923335"/>
              </a:xfrm>
              <a:prstGeom prst="rect">
                <a:avLst/>
              </a:prstGeom>
              <a:noFill/>
            </p:spPr>
            <p:txBody>
              <a:bodyPr wrap="none" lIns="78027" tIns="39013" rIns="78027" bIns="39013">
                <a:spAutoFit/>
              </a:bodyPr>
              <a:lstStyle/>
              <a:p>
                <a:pPr algn="ctr"/>
                <a:r>
                  <a:rPr lang="en-GB" sz="4608" b="1" dirty="0">
                    <a:ln w="0"/>
                    <a:gradFill>
                      <a:gsLst>
                        <a:gs pos="0">
                          <a:schemeClr val="accent5">
                            <a:lumMod val="50000"/>
                          </a:schemeClr>
                        </a:gs>
                        <a:gs pos="50000">
                          <a:schemeClr val="accent5"/>
                        </a:gs>
                        <a:gs pos="100000">
                          <a:schemeClr val="accent5">
                            <a:lumMod val="60000"/>
                            <a:lumOff val="40000"/>
                          </a:schemeClr>
                        </a:gs>
                      </a:gsLst>
                      <a:lin ang="5400000"/>
                    </a:gradFill>
                    <a:effectLst>
                      <a:reflection blurRad="6350" stA="53000" endA="300" endPos="35500" dir="5400000" sy="-90000" algn="bl" rotWithShape="0"/>
                    </a:effectLst>
                  </a:rPr>
                  <a:t>Embedding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2038CB3-938C-15AA-CD20-967BA7710035}"/>
                </a:ext>
              </a:extLst>
            </p:cNvPr>
            <p:cNvSpPr txBox="1"/>
            <p:nvPr/>
          </p:nvSpPr>
          <p:spPr>
            <a:xfrm>
              <a:off x="24713753" y="8780943"/>
              <a:ext cx="4837413" cy="1216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36" dirty="0"/>
                <a:t>1 0 0 11 0 0 1 1 0 0 1 1 0 0 1 1 0 0 1 1 0 0 11 0 0 1 1 0 0 1 1 0 0 1 1 0 0 1 1 0 0 11 0 0 1 1 0 0 1 1 0 0 1 1 0 0 1 1 0 0 11 0 0 1 1 0 0 1 1 0 0 1 1 0 0 11 0 0 11 0 0 1 1 0 0 1 1 0 0 1 1 0 0 1 1 0 0 11 0 0 1</a:t>
              </a:r>
            </a:p>
          </p:txBody>
        </p:sp>
      </p:grpSp>
      <p:sp>
        <p:nvSpPr>
          <p:cNvPr id="91" name="Triangle 90">
            <a:extLst>
              <a:ext uri="{FF2B5EF4-FFF2-40B4-BE49-F238E27FC236}">
                <a16:creationId xmlns:a16="http://schemas.microsoft.com/office/drawing/2014/main" id="{6870031A-11B5-94FB-6772-7CE30BA501B4}"/>
              </a:ext>
            </a:extLst>
          </p:cNvPr>
          <p:cNvSpPr/>
          <p:nvPr/>
        </p:nvSpPr>
        <p:spPr>
          <a:xfrm rot="4889868">
            <a:off x="8011653" y="10125067"/>
            <a:ext cx="291115" cy="29464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6"/>
          </a:p>
        </p:txBody>
      </p:sp>
      <p:sp>
        <p:nvSpPr>
          <p:cNvPr id="92" name="Triangle 91">
            <a:extLst>
              <a:ext uri="{FF2B5EF4-FFF2-40B4-BE49-F238E27FC236}">
                <a16:creationId xmlns:a16="http://schemas.microsoft.com/office/drawing/2014/main" id="{63E400FB-C4DE-58C7-3A7C-0728C2ACDEB3}"/>
              </a:ext>
            </a:extLst>
          </p:cNvPr>
          <p:cNvSpPr/>
          <p:nvPr/>
        </p:nvSpPr>
        <p:spPr>
          <a:xfrm rot="5400000">
            <a:off x="15011412" y="7728030"/>
            <a:ext cx="291115" cy="29464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6"/>
          </a:p>
        </p:txBody>
      </p:sp>
      <p:sp>
        <p:nvSpPr>
          <p:cNvPr id="93" name="Triangle 92">
            <a:extLst>
              <a:ext uri="{FF2B5EF4-FFF2-40B4-BE49-F238E27FC236}">
                <a16:creationId xmlns:a16="http://schemas.microsoft.com/office/drawing/2014/main" id="{95D6C173-7AA6-C17E-33EE-7DA28BCF9278}"/>
              </a:ext>
            </a:extLst>
          </p:cNvPr>
          <p:cNvSpPr/>
          <p:nvPr/>
        </p:nvSpPr>
        <p:spPr>
          <a:xfrm rot="10800000">
            <a:off x="18305057" y="8908597"/>
            <a:ext cx="291115" cy="29464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6"/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605C160-2159-24C0-3CAD-95CC8FB6224D}"/>
              </a:ext>
            </a:extLst>
          </p:cNvPr>
          <p:cNvSpPr/>
          <p:nvPr/>
        </p:nvSpPr>
        <p:spPr>
          <a:xfrm rot="16200000">
            <a:off x="17269740" y="12503271"/>
            <a:ext cx="291115" cy="29464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6"/>
          </a:p>
        </p:txBody>
      </p:sp>
      <p:sp>
        <p:nvSpPr>
          <p:cNvPr id="95" name="Triangle 94">
            <a:extLst>
              <a:ext uri="{FF2B5EF4-FFF2-40B4-BE49-F238E27FC236}">
                <a16:creationId xmlns:a16="http://schemas.microsoft.com/office/drawing/2014/main" id="{A73B9D1F-891A-A3A3-3255-A75336F61554}"/>
              </a:ext>
            </a:extLst>
          </p:cNvPr>
          <p:cNvSpPr/>
          <p:nvPr/>
        </p:nvSpPr>
        <p:spPr>
          <a:xfrm rot="16200000">
            <a:off x="11193253" y="12462594"/>
            <a:ext cx="291115" cy="294647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6"/>
          </a:p>
        </p:txBody>
      </p:sp>
    </p:spTree>
    <p:extLst>
      <p:ext uri="{BB962C8B-B14F-4D97-AF65-F5344CB8AC3E}">
        <p14:creationId xmlns:p14="http://schemas.microsoft.com/office/powerpoint/2010/main" val="3527531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44915E-6 3.14273E-6 L 2.44915E-6 7.31427E-5 C 0.00103 0.00066 0.00215 0.00161 0.00339 0.00183 C 0.00438 0.00183 0.00773 0.00051 0.00918 3.14273E-6 L 0.01141 -0.00177 L 0.01261 -0.0025 C 0.01286 -0.00316 0.01302 -0.00397 0.01335 -0.00419 C 0.01335 -0.00419 0.01629 -0.00632 0.01682 -0.00684 L 0.01798 -0.00765 L 0.01914 -0.00853 C 0.01984 -0.01007 0.02013 -0.01088 0.02108 -0.01198 C 0.02145 -0.01228 0.02187 -0.0125 0.02228 -0.01272 C 0.02274 -0.01389 0.02336 -0.01485 0.02377 -0.0161 C 0.02406 -0.01705 0.02427 -0.01801 0.02456 -0.01867 C 0.02489 -0.01933 0.02534 -0.0197 0.02571 -0.02036 C 0.02642 -0.02168 0.02761 -0.0247 0.02761 -0.02462 C 0.0279 -0.02632 0.02795 -0.0283 0.02844 -0.02977 C 0.02869 -0.03065 0.02902 -0.03131 0.02919 -0.03227 C 0.02952 -0.03389 0.02935 -0.03609 0.02997 -0.03741 C 0.0303 -0.03815 0.03076 -0.03903 0.03113 -0.03999 C 0.03353 -0.04631 0.03038 -0.03918 0.03266 -0.04417 C 0.03278 -0.04498 0.03299 -0.04587 0.03307 -0.04675 C 0.03328 -0.04954 0.03332 -0.05233 0.03344 -0.05527 C 0.03357 -0.05895 0.03353 -0.0627 0.03377 -0.06622 C 0.03394 -0.06791 0.03448 -0.0696 0.03456 -0.07137 C 0.03468 -0.07284 0.03485 -0.07416 0.03497 -0.07563 C 0.03522 -0.07784 0.03551 -0.08011 0.03572 -0.08247 C 0.03584 -0.08379 0.03584 -0.08533 0.03613 -0.08673 C 0.03621 -0.08732 0.03659 -0.08783 0.03692 -0.08827 C 0.03721 -0.08879 0.03766 -0.08893 0.03803 -0.08923 C 0.03907 -0.08982 0.04014 -0.09018 0.04109 -0.09085 L 0.04345 -0.09261 L 0.04465 -0.09349 C 0.04498 -0.09401 0.04535 -0.09467 0.04572 -0.09511 C 0.04609 -0.09555 0.04667 -0.0954 0.04692 -0.09592 C 0.04903 -0.09974 0.04626 -0.09775 0.04886 -0.10025 C 0.04961 -0.10091 0.05035 -0.10143 0.0511 -0.10194 L 0.05465 -0.10459 L 0.05808 -0.10701 C 0.0585 -0.10738 0.05883 -0.10768 0.05928 -0.10782 C 0.0599 -0.10812 0.06056 -0.10848 0.06118 -0.10871 C 0.06338 -0.10966 0.06205 -0.10966 0.064 -0.10966 " pathEditMode="relative" rAng="0" ptsTypes="AAAAAAAAAAAAAAAAAAAAAAAAAAAAAAAAAAAAAAAAAA" p14:bounceEnd="50000">
                                          <p:cBhvr>
                                            <p:cTn id="6" dur="2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200" y="-53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7.47478E-7 -3.40144E-6 L 0.03502 0.0039 " pathEditMode="relative" rAng="0" ptsTypes="AA" p14:bounceEnd="50000">
                                          <p:cBhvr>
                                            <p:cTn id="8" dur="2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49" y="1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0714E-6 4.84051E-6 L -0.00071 0.14361 " pathEditMode="relative" rAng="0" ptsTypes="AA" p14:bounceEnd="50000">
                                          <p:cBhvr>
                                            <p:cTn id="10" dur="2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" y="718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0" presetClass="path" presetSubtype="0" repeatCount="indefinite" accel="50000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703 -0.0003 L 0.00703 -0.00022 C 0.00347 -0.00096 0.00265 -0.00074 -0.00021 -0.00199 C -0.00136 -0.0025 -0.0024 -0.00309 -0.0036 -0.00368 L -0.00686 -0.00537 C -0.0074 -0.00559 -0.00798 -0.00603 -0.00856 -0.00617 C -0.00959 -0.00647 -0.01071 -0.00676 -0.01182 -0.00706 C -0.01538 -0.00779 -0.01571 -0.00742 -0.01852 -0.00867 C -0.01959 -0.00919 -0.02179 -0.01029 -0.02179 -0.01022 C -0.02232 -0.01088 -0.02286 -0.01154 -0.02344 -0.01198 C -0.02398 -0.01235 -0.02468 -0.01228 -0.02505 -0.01279 C -0.02617 -0.01397 -0.02691 -0.01558 -0.02786 -0.01698 C -0.02824 -0.01749 -0.02857 -0.01823 -0.02894 -0.01867 C -0.03175 -0.02146 -0.03014 -0.01962 -0.03336 -0.02448 L -0.03452 -0.02617 C -0.0351 -0.02697 -0.03572 -0.02764 -0.03617 -0.02866 L -0.03841 -0.03359 C -0.03878 -0.03447 -0.03927 -0.03513 -0.03948 -0.03616 L -0.04002 -0.03866 C -0.04014 -0.03954 -0.04035 -0.04579 -0.04113 -0.04777 C -0.04138 -0.04844 -0.04188 -0.04895 -0.04229 -0.04946 C -0.04271 -0.05005 -0.04333 -0.05057 -0.0439 -0.05108 C -0.04461 -0.05277 -0.04572 -0.05424 -0.04605 -0.05608 L -0.04721 -0.061 C -0.04746 -0.06394 -0.04758 -0.07063 -0.04882 -0.0735 C -0.04924 -0.07438 -0.04953 -0.07526 -0.04998 -0.07607 C -0.05027 -0.07666 -0.05077 -0.07703 -0.05114 -0.07769 C -0.05188 -0.0793 -0.05259 -0.08099 -0.05333 -0.08269 C -0.05366 -0.08349 -0.05374 -0.08489 -0.05441 -0.08518 L -0.0561 -0.08599 C -0.05875 -0.09209 -0.0554 -0.0857 -0.05883 -0.08937 C -0.0597 -0.09026 -0.06011 -0.0918 -0.06102 -0.09268 C -0.06214 -0.09378 -0.06346 -0.09459 -0.06437 -0.09599 C -0.0647 -0.09658 -0.06499 -0.09724 -0.0654 -0.09768 C -0.06594 -0.09812 -0.0666 -0.09812 -0.0671 -0.09849 C -0.07136 -0.10172 -0.06631 -0.09893 -0.07049 -0.10099 C -0.07098 -0.1015 -0.07152 -0.10216 -0.0721 -0.1026 C -0.0726 -0.10304 -0.07326 -0.10297 -0.07375 -0.10348 C -0.07417 -0.10385 -0.07442 -0.10481 -0.07487 -0.10518 C -0.07694 -0.10672 -0.07872 -0.10694 -0.08091 -0.10767 C -0.08165 -0.10789 -0.08239 -0.10841 -0.08314 -0.10848 C -0.08479 -0.10863 -0.08645 -0.10848 -0.08806 -0.10848 " pathEditMode="relative" rAng="0" ptsTypes="AAAAAAAAAAAAAAAAAAAAAAAAAAAAAAAAAAAAAAAAAA" p14:bounceEnd="50000">
                                          <p:cBhvr>
                                            <p:cTn id="12" dur="2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54" y="-540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1" grpId="0" animBg="1"/>
          <p:bldP spid="92" grpId="0" animBg="1"/>
          <p:bldP spid="93" grpId="0" animBg="1"/>
          <p:bldP spid="9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44915E-6 3.14273E-6 L 2.44915E-6 7.31427E-5 C 0.00103 0.00066 0.00215 0.00161 0.00339 0.00183 C 0.00438 0.00183 0.00773 0.00051 0.00918 3.14273E-6 L 0.01141 -0.00177 L 0.01261 -0.0025 C 0.01286 -0.00316 0.01302 -0.00397 0.01335 -0.00419 C 0.01335 -0.00419 0.01629 -0.00632 0.01682 -0.00684 L 0.01798 -0.00765 L 0.01914 -0.00853 C 0.01984 -0.01007 0.02013 -0.01088 0.02108 -0.01198 C 0.02145 -0.01228 0.02187 -0.0125 0.02228 -0.01272 C 0.02274 -0.01389 0.02336 -0.01485 0.02377 -0.0161 C 0.02406 -0.01705 0.02427 -0.01801 0.02456 -0.01867 C 0.02489 -0.01933 0.02534 -0.0197 0.02571 -0.02036 C 0.02642 -0.02168 0.02761 -0.0247 0.02761 -0.02462 C 0.0279 -0.02632 0.02795 -0.0283 0.02844 -0.02977 C 0.02869 -0.03065 0.02902 -0.03131 0.02919 -0.03227 C 0.02952 -0.03389 0.02935 -0.03609 0.02997 -0.03741 C 0.0303 -0.03815 0.03076 -0.03903 0.03113 -0.03999 C 0.03353 -0.04631 0.03038 -0.03918 0.03266 -0.04417 C 0.03278 -0.04498 0.03299 -0.04587 0.03307 -0.04675 C 0.03328 -0.04954 0.03332 -0.05233 0.03344 -0.05527 C 0.03357 -0.05895 0.03353 -0.0627 0.03377 -0.06622 C 0.03394 -0.06791 0.03448 -0.0696 0.03456 -0.07137 C 0.03468 -0.07284 0.03485 -0.07416 0.03497 -0.07563 C 0.03522 -0.07784 0.03551 -0.08011 0.03572 -0.08247 C 0.03584 -0.08379 0.03584 -0.08533 0.03613 -0.08673 C 0.03621 -0.08732 0.03659 -0.08783 0.03692 -0.08827 C 0.03721 -0.08879 0.03766 -0.08893 0.03803 -0.08923 C 0.03907 -0.08982 0.04014 -0.09018 0.04109 -0.09085 L 0.04345 -0.09261 L 0.04465 -0.09349 C 0.04498 -0.09401 0.04535 -0.09467 0.04572 -0.09511 C 0.04609 -0.09555 0.04667 -0.0954 0.04692 -0.09592 C 0.04903 -0.09974 0.04626 -0.09775 0.04886 -0.10025 C 0.04961 -0.10091 0.05035 -0.10143 0.0511 -0.10194 L 0.05465 -0.10459 L 0.05808 -0.10701 C 0.0585 -0.10738 0.05883 -0.10768 0.05928 -0.10782 C 0.0599 -0.10812 0.06056 -0.10848 0.06118 -0.10871 C 0.06338 -0.10966 0.06205 -0.10966 0.064 -0.10966 " pathEditMode="relative" rAng="0" ptsTypes="AAAAAAAAAAAAAAAAAAAAAAAAAAAAAAAAAAAAAAAAAA">
                                          <p:cBhvr>
                                            <p:cTn id="6" dur="2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200" y="-539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7.47478E-7 -3.40144E-6 L 0.03502 0.0039 " pathEditMode="relative" rAng="0" ptsTypes="AA">
                                          <p:cBhvr>
                                            <p:cTn id="8" dur="2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749" y="1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40714E-6 4.84051E-6 L -0.00071 0.14361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" y="718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1" presetID="0" presetClass="path" presetSubtype="0" repeatCount="indefinite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0703 -0.0003 L 0.00703 -0.00022 C 0.00347 -0.00096 0.00265 -0.00074 -0.00021 -0.00199 C -0.00136 -0.0025 -0.0024 -0.00309 -0.0036 -0.00368 L -0.00686 -0.00537 C -0.0074 -0.00559 -0.00798 -0.00603 -0.00856 -0.00617 C -0.00959 -0.00647 -0.01071 -0.00676 -0.01182 -0.00706 C -0.01538 -0.00779 -0.01571 -0.00742 -0.01852 -0.00867 C -0.01959 -0.00919 -0.02179 -0.01029 -0.02179 -0.01022 C -0.02232 -0.01088 -0.02286 -0.01154 -0.02344 -0.01198 C -0.02398 -0.01235 -0.02468 -0.01228 -0.02505 -0.01279 C -0.02617 -0.01397 -0.02691 -0.01558 -0.02786 -0.01698 C -0.02824 -0.01749 -0.02857 -0.01823 -0.02894 -0.01867 C -0.03175 -0.02146 -0.03014 -0.01962 -0.03336 -0.02448 L -0.03452 -0.02617 C -0.0351 -0.02697 -0.03572 -0.02764 -0.03617 -0.02866 L -0.03841 -0.03359 C -0.03878 -0.03447 -0.03927 -0.03513 -0.03948 -0.03616 L -0.04002 -0.03866 C -0.04014 -0.03954 -0.04035 -0.04579 -0.04113 -0.04777 C -0.04138 -0.04844 -0.04188 -0.04895 -0.04229 -0.04946 C -0.04271 -0.05005 -0.04333 -0.05057 -0.0439 -0.05108 C -0.04461 -0.05277 -0.04572 -0.05424 -0.04605 -0.05608 L -0.04721 -0.061 C -0.04746 -0.06394 -0.04758 -0.07063 -0.04882 -0.0735 C -0.04924 -0.07438 -0.04953 -0.07526 -0.04998 -0.07607 C -0.05027 -0.07666 -0.05077 -0.07703 -0.05114 -0.07769 C -0.05188 -0.0793 -0.05259 -0.08099 -0.05333 -0.08269 C -0.05366 -0.08349 -0.05374 -0.08489 -0.05441 -0.08518 L -0.0561 -0.08599 C -0.05875 -0.09209 -0.0554 -0.0857 -0.05883 -0.08937 C -0.0597 -0.09026 -0.06011 -0.0918 -0.06102 -0.09268 C -0.06214 -0.09378 -0.06346 -0.09459 -0.06437 -0.09599 C -0.0647 -0.09658 -0.06499 -0.09724 -0.0654 -0.09768 C -0.06594 -0.09812 -0.0666 -0.09812 -0.0671 -0.09849 C -0.07136 -0.10172 -0.06631 -0.09893 -0.07049 -0.10099 C -0.07098 -0.1015 -0.07152 -0.10216 -0.0721 -0.1026 C -0.0726 -0.10304 -0.07326 -0.10297 -0.07375 -0.10348 C -0.07417 -0.10385 -0.07442 -0.10481 -0.07487 -0.10518 C -0.07694 -0.10672 -0.07872 -0.10694 -0.08091 -0.10767 C -0.08165 -0.10789 -0.08239 -0.10841 -0.08314 -0.10848 C -0.08479 -0.10863 -0.08645 -0.10848 -0.08806 -0.10848 " pathEditMode="relative" rAng="0" ptsTypes="AAAAAAAAAAAAAAAAAAAAAAAAAAAAAAAAAAAAAAAAAA">
                                          <p:cBhvr>
                                            <p:cTn id="12" dur="2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4754" y="-540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1" grpId="0" animBg="1"/>
          <p:bldP spid="92" grpId="0" animBg="1"/>
          <p:bldP spid="93" grpId="0" animBg="1"/>
          <p:bldP spid="95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111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Chugh, Mayank</dc:creator>
  <cp:lastModifiedBy>Chugh, Mayank</cp:lastModifiedBy>
  <cp:revision>1</cp:revision>
  <dcterms:created xsi:type="dcterms:W3CDTF">2024-04-11T05:11:07Z</dcterms:created>
  <dcterms:modified xsi:type="dcterms:W3CDTF">2024-04-11T13:25:02Z</dcterms:modified>
</cp:coreProperties>
</file>