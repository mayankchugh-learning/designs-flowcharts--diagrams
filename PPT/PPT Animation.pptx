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7"/>
    <p:restoredTop sz="96327"/>
  </p:normalViewPr>
  <p:slideViewPr>
    <p:cSldViewPr snapToGrid="0">
      <p:cViewPr>
        <p:scale>
          <a:sx n="179" d="100"/>
          <a:sy n="179" d="100"/>
        </p:scale>
        <p:origin x="-1736" y="-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495E6-6166-93B4-FBE2-E493BF810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47BA8-355F-FBA9-3E9F-2D05D1319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FEECEF-9F72-34C5-571E-D2CF97242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4358-6E8B-834A-B3E3-6A1FCDC9DEB6}" type="datetimeFigureOut">
              <a:rPr lang="en-US" smtClean="0"/>
              <a:t>4/2/24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7C391-AC12-4244-DA02-34712BA77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87A07-D290-5BEA-C13C-04E0A2B1F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2AF5-5E64-D24C-973E-C09B75BD2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0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FEFF0-38E2-C581-27D3-B1204DC26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DF031-D508-83D0-B305-BCF05581E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A38134-81B9-BC14-90B7-355DEFCFC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4358-6E8B-834A-B3E3-6A1FCDC9DEB6}" type="datetimeFigureOut">
              <a:rPr lang="en-US" smtClean="0"/>
              <a:t>4/2/24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557CF-5CCA-9483-9A94-92B568D34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1F46F-3827-6EC4-8383-746AEF644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2AF5-5E64-D24C-973E-C09B75BD2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85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998F7-B49F-9C59-7D75-5F4017440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FA1EF5-D129-25D4-EE63-AE1E11A0B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C73EE-95C9-5D0B-6632-9B87F46E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4358-6E8B-834A-B3E3-6A1FCDC9DEB6}" type="datetimeFigureOut">
              <a:rPr lang="en-US" smtClean="0"/>
              <a:t>4/2/24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10CEF-984F-811B-9DB8-026246014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1288C-9476-B087-5EA1-346A655AB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2AF5-5E64-D24C-973E-C09B75BD2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884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0A6FA-376B-65CF-67F1-254A811AF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74901-2E5B-AB23-831D-BF3C1B06BA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BB9E1D-D401-4C78-26A9-C0244D568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E7E31-EAB5-79F6-65B3-BB3B7BC38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4358-6E8B-834A-B3E3-6A1FCDC9DEB6}" type="datetimeFigureOut">
              <a:rPr lang="en-US" smtClean="0"/>
              <a:t>4/2/24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08A281-0484-48E4-2395-5A74B15C4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4311C-55F3-EFEB-D31B-912879C7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2AF5-5E64-D24C-973E-C09B75BD2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794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712A0-64D1-B69A-9A59-B5090CA4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8B0B6E-74C6-9800-9FC5-F6E9CBEE7F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7783E-D0CF-7CE3-EE71-2F73832644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462277-0021-CD2D-7C40-BC2F1E3AC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640FF2-2440-E986-4A6C-3C7AD068D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A2FC74-4DB8-E262-28F0-C5A5C790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4358-6E8B-834A-B3E3-6A1FCDC9DEB6}" type="datetimeFigureOut">
              <a:rPr lang="en-US" smtClean="0"/>
              <a:t>4/2/24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E94CBD-4649-1C33-B037-40D1F3937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E5DB9B-8C68-1EAE-D002-EE13F7D8E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2AF5-5E64-D24C-973E-C09B75BD2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86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16ABE-6877-069A-3108-320E0DA29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099F2-7BD9-A748-A303-5C31B4CA5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4358-6E8B-834A-B3E3-6A1FCDC9DEB6}" type="datetimeFigureOut">
              <a:rPr lang="en-US" smtClean="0"/>
              <a:t>4/2/24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8035A-ABDB-E330-9EB7-359D6EA7A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79E58A-13F3-42C0-1DE7-3BB6F4497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2AF5-5E64-D24C-973E-C09B75BD2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32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522CD-9498-DB2C-C922-29DB1CA9C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4358-6E8B-834A-B3E3-6A1FCDC9DEB6}" type="datetimeFigureOut">
              <a:rPr lang="en-US" smtClean="0"/>
              <a:t>4/2/24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0A3AFB-B140-513C-3904-61B2EFB98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8D5AED-B0CC-F2D8-D81D-0F2AE0FC7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2AF5-5E64-D24C-973E-C09B75BD2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71FF0-75E9-4331-1534-7D4745677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3034A-09FF-76EB-3079-0514B43460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43BB08-F734-30A5-8645-709E6DE1D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A091C9-1E10-54FB-09EF-B37F3E5B0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4358-6E8B-834A-B3E3-6A1FCDC9DEB6}" type="datetimeFigureOut">
              <a:rPr lang="en-US" smtClean="0"/>
              <a:t>4/2/24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47121-F6ED-E697-0307-957BEB294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A7CEA-27B6-C245-E343-F6DA21DFE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2AF5-5E64-D24C-973E-C09B75BD2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51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06F06-2D1E-DB8A-3B2A-029B4834E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47C591-555C-CC37-FA08-3F321F1A97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727879-2236-7AA5-462A-F0C0CAFD92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AA22D3-FA24-A4AD-6C39-23824550A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4358-6E8B-834A-B3E3-6A1FCDC9DEB6}" type="datetimeFigureOut">
              <a:rPr lang="en-US" smtClean="0"/>
              <a:t>4/2/24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BA448-7997-32F8-2DDF-A7A5339AC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A13D78-F55F-61FE-962B-6483EF8A6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2AF5-5E64-D24C-973E-C09B75BD2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930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6D32D-0785-5B35-B64F-6A8E55F68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F5BFC-863B-9129-19CD-7C2D598F8B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70DDA-AF60-C675-933A-3D054FE8F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4358-6E8B-834A-B3E3-6A1FCDC9DEB6}" type="datetimeFigureOut">
              <a:rPr lang="en-US" smtClean="0"/>
              <a:t>4/2/24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BE4920-AB1B-CDCE-960C-0E2F7964F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D5B96-AD2B-E208-A741-FC2C0C8A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2AF5-5E64-D24C-973E-C09B75BD2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944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F51DCE-43E6-3DF2-F199-59550021F3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87F458-0F76-B589-108D-67CBD5F4F2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70E4F8-7AE2-45FB-C73F-DADEF50BE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64358-6E8B-834A-B3E3-6A1FCDC9DEB6}" type="datetimeFigureOut">
              <a:rPr lang="en-US" smtClean="0"/>
              <a:t>4/2/24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87393-B68D-D2B3-9B8C-AD2E6D6CD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68001A-D88B-5517-A8CC-DDA313443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B52AF5-5E64-D24C-973E-C09B75BD2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44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4A7BB4-1672-1064-CA57-46BA3D4A6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BFC2C7-DBB7-4B7E-4E82-BC0A6AE01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4101E8-FAFB-ABD8-E0C0-FEB0A4EB8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164358-6E8B-834A-B3E3-6A1FCDC9DEB6}" type="datetimeFigureOut">
              <a:rPr lang="en-US" smtClean="0"/>
              <a:t>4/2/24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36862D-2CC3-F02D-BB79-4A97575A7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12F44-B715-A023-6589-BF33E8BBBC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B52AF5-5E64-D24C-973E-C09B75BD2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19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Example: Git to S3 Webhooks</dc:title>
  <dc:creator>Chugh, Mayank</dc:creator>
  <cp:lastModifiedBy>Chugh, Mayank</cp:lastModifiedBy>
  <cp:revision>6</cp:revision>
  <dcterms:created xsi:type="dcterms:W3CDTF">2024-03-31T00:27:08Z</dcterms:created>
  <dcterms:modified xsi:type="dcterms:W3CDTF">2024-04-02T06:27:27Z</dcterms:modified>
</cp:coreProperties>
</file>