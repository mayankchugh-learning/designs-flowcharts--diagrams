
<file path=[Content_Types].xml><?xml version="1.0" encoding="utf-8"?>
<Types xmlns="http://schemas.openxmlformats.org/package/2006/content-types">
  <Default Extension="gif" ContentType="image/gif"/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diagrams/data1.xml" ContentType="application/vnd.openxmlformats-officedocument.drawingml.diagramData+xml"/>
  <Override PartName="/ppt/diagrams/layout1.xml" ContentType="application/vnd.openxmlformats-officedocument.drawingml.diagramLayout+xml"/>
  <Override PartName="/ppt/diagrams/quickStyle1.xml" ContentType="application/vnd.openxmlformats-officedocument.drawingml.diagramStyle+xml"/>
  <Override PartName="/ppt/diagrams/colors1.xml" ContentType="application/vnd.openxmlformats-officedocument.drawingml.diagramColors+xml"/>
  <Override PartName="/ppt/diagrams/drawing1.xml" ContentType="application/vnd.ms-office.drawingml.diagramDrawing+xml"/>
  <Override PartName="/ppt/diagrams/data2.xml" ContentType="application/vnd.openxmlformats-officedocument.drawingml.diagramData+xml"/>
  <Override PartName="/ppt/diagrams/layout2.xml" ContentType="application/vnd.openxmlformats-officedocument.drawingml.diagramLayout+xml"/>
  <Override PartName="/ppt/diagrams/quickStyle2.xml" ContentType="application/vnd.openxmlformats-officedocument.drawingml.diagramStyle+xml"/>
  <Override PartName="/ppt/diagrams/colors2.xml" ContentType="application/vnd.openxmlformats-officedocument.drawingml.diagramColors+xml"/>
  <Override PartName="/ppt/diagrams/drawing2.xml" ContentType="application/vnd.ms-office.drawingml.diagramDrawing+xml"/>
  <Override PartName="/ppt/diagrams/data3.xml" ContentType="application/vnd.openxmlformats-officedocument.drawingml.diagramData+xml"/>
  <Override PartName="/ppt/diagrams/layout3.xml" ContentType="application/vnd.openxmlformats-officedocument.drawingml.diagramLayout+xml"/>
  <Override PartName="/ppt/diagrams/quickStyle3.xml" ContentType="application/vnd.openxmlformats-officedocument.drawingml.diagramStyle+xml"/>
  <Override PartName="/ppt/diagrams/colors3.xml" ContentType="application/vnd.openxmlformats-officedocument.drawingml.diagramColors+xml"/>
  <Override PartName="/ppt/diagrams/drawing3.xml" ContentType="application/vnd.ms-office.drawingml.diagramDrawing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autoCompressPictures="0">
  <p:sldMasterIdLst>
    <p:sldMasterId id="2147483951" r:id="rId1"/>
  </p:sldMasterIdLst>
  <p:sldIdLst>
    <p:sldId id="256" r:id="rId2"/>
    <p:sldId id="268" r:id="rId3"/>
    <p:sldId id="258" r:id="rId4"/>
    <p:sldId id="263" r:id="rId5"/>
    <p:sldId id="262" r:id="rId6"/>
    <p:sldId id="259" r:id="rId7"/>
    <p:sldId id="261" r:id="rId8"/>
    <p:sldId id="260" r:id="rId9"/>
    <p:sldId id="264" r:id="rId10"/>
    <p:sldId id="265" r:id="rId11"/>
    <p:sldId id="266" r:id="rId12"/>
    <p:sldId id="267" r:id="rId13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9542"/>
    <p:restoredTop sz="96286"/>
  </p:normalViewPr>
  <p:slideViewPr>
    <p:cSldViewPr snapToGrid="0">
      <p:cViewPr varScale="1">
        <p:scale>
          <a:sx n="122" d="100"/>
          <a:sy n="122" d="100"/>
        </p:scale>
        <p:origin x="208" y="29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tableStyles" Target="tableStyles.xml"/><Relationship Id="rId2" Type="http://schemas.openxmlformats.org/officeDocument/2006/relationships/slide" Target="slides/slide1.xml"/><Relationship Id="rId16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viewProps" Target="viewProp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presProps" Target="presProps.xml"/></Relationships>
</file>

<file path=ppt/diagrams/_rels/data1.xml.rels><?xml version="1.0" encoding="UTF-8" standalone="yes"?>
<Relationships xmlns="http://schemas.openxmlformats.org/package/2006/relationships"><Relationship Id="rId8" Type="http://schemas.openxmlformats.org/officeDocument/2006/relationships/image" Target="../media/image17.svg"/><Relationship Id="rId3" Type="http://schemas.openxmlformats.org/officeDocument/2006/relationships/image" Target="../media/image12.png"/><Relationship Id="rId7" Type="http://schemas.openxmlformats.org/officeDocument/2006/relationships/image" Target="../media/image16.png"/><Relationship Id="rId2" Type="http://schemas.openxmlformats.org/officeDocument/2006/relationships/image" Target="../media/image11.svg"/><Relationship Id="rId1" Type="http://schemas.openxmlformats.org/officeDocument/2006/relationships/image" Target="../media/image10.png"/><Relationship Id="rId6" Type="http://schemas.openxmlformats.org/officeDocument/2006/relationships/image" Target="../media/image15.svg"/><Relationship Id="rId5" Type="http://schemas.openxmlformats.org/officeDocument/2006/relationships/image" Target="../media/image14.png"/><Relationship Id="rId10" Type="http://schemas.openxmlformats.org/officeDocument/2006/relationships/image" Target="../media/image19.svg"/><Relationship Id="rId4" Type="http://schemas.openxmlformats.org/officeDocument/2006/relationships/image" Target="../media/image13.svg"/><Relationship Id="rId9" Type="http://schemas.openxmlformats.org/officeDocument/2006/relationships/image" Target="../media/image18.png"/></Relationships>
</file>

<file path=ppt/diagrams/_rels/drawing1.xml.rels><?xml version="1.0" encoding="UTF-8" standalone="yes"?>
<Relationships xmlns="http://schemas.openxmlformats.org/package/2006/relationships"><Relationship Id="rId8" Type="http://schemas.openxmlformats.org/officeDocument/2006/relationships/image" Target="../media/image17.svg"/><Relationship Id="rId3" Type="http://schemas.openxmlformats.org/officeDocument/2006/relationships/image" Target="../media/image12.png"/><Relationship Id="rId7" Type="http://schemas.openxmlformats.org/officeDocument/2006/relationships/image" Target="../media/image16.png"/><Relationship Id="rId2" Type="http://schemas.openxmlformats.org/officeDocument/2006/relationships/image" Target="../media/image11.svg"/><Relationship Id="rId1" Type="http://schemas.openxmlformats.org/officeDocument/2006/relationships/image" Target="../media/image10.png"/><Relationship Id="rId6" Type="http://schemas.openxmlformats.org/officeDocument/2006/relationships/image" Target="../media/image15.svg"/><Relationship Id="rId5" Type="http://schemas.openxmlformats.org/officeDocument/2006/relationships/image" Target="../media/image14.png"/><Relationship Id="rId10" Type="http://schemas.openxmlformats.org/officeDocument/2006/relationships/image" Target="../media/image19.svg"/><Relationship Id="rId4" Type="http://schemas.openxmlformats.org/officeDocument/2006/relationships/image" Target="../media/image13.svg"/><Relationship Id="rId9" Type="http://schemas.openxmlformats.org/officeDocument/2006/relationships/image" Target="../media/image18.png"/></Relationships>
</file>

<file path=ppt/diagrams/colors1.xml><?xml version="1.0" encoding="utf-8"?>
<dgm:colorsDef xmlns:dgm="http://schemas.openxmlformats.org/drawingml/2006/diagram" xmlns:a="http://schemas.openxmlformats.org/drawingml/2006/main" uniqueId="urn:microsoft.com/office/officeart/2018/5/colors/Iconchunking_neutralbg_colorful1">
  <dgm:title val=""/>
  <dgm:desc val=""/>
  <dgm:catLst>
    <dgm:cat type="colorful" pri="101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lt1">
        <a:alpha val="0"/>
      </a:schemeClr>
    </dgm:linClrLst>
    <dgm:effectClrLst/>
    <dgm:txLinClrLst/>
    <dgm:txFillClrLst/>
    <dgm:txEffectClrLst/>
  </dgm:styleLbl>
  <dgm:styleLbl name="align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/>
    <dgm:txEffectClrLst/>
  </dgm:styleLbl>
  <dgm:styleLbl name="ln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2">
        <a:alpha val="50000"/>
      </a:schemeClr>
      <a:schemeClr val="accent3">
        <a:alpha val="50000"/>
      </a:schemeClr>
      <a:schemeClr val="accent4">
        <a:alpha val="50000"/>
      </a:schemeClr>
      <a:schemeClr val="accent5">
        <a:alpha val="50000"/>
      </a:schemeClr>
      <a:schemeClr val="accent6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node3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node4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2">
        <a:tint val="50000"/>
      </a:schemeClr>
      <a:schemeClr val="accent3">
        <a:tint val="50000"/>
      </a:schemeClr>
      <a:schemeClr val="accent4">
        <a:tint val="50000"/>
      </a:schemeClr>
      <a:schemeClr val="accent5">
        <a:tint val="50000"/>
      </a:schemeClr>
      <a:schemeClr val="accent6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>
      <a:schemeClr val="accent1">
        <a:tint val="50000"/>
      </a:schemeClr>
      <a:schemeClr val="accent2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>
      <a:schemeClr val="accent1">
        <a:tint val="50000"/>
      </a:schemeClr>
      <a:schemeClr val="accent2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/>
    <dgm:txEffectClrLst/>
  </dgm:styleLbl>
  <dgm:styleLbl name="fg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 meth="repeat">
      <a:schemeClr val="lt1"/>
    </dgm:txFillClrLst>
    <dgm:txEffectClrLst/>
  </dgm:styleLbl>
  <dgm:styleLbl name="bg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 meth="repeat">
      <a:schemeClr val="lt1"/>
    </dgm:txFillClrLst>
    <dgm:txEffectClrLst/>
  </dgm:styleLbl>
  <dgm:styleLbl name="sibTrans1D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2"/>
    </dgm:fillClrLst>
    <dgm:linClrLst meth="repeat">
      <a:schemeClr val="accent2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asst2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asst3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asst4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2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parChTrans2D3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parChTrans2D4">
    <dgm:fillClrLst meth="repeat">
      <a:schemeClr val="accent5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2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3">
        <a:tint val="90000"/>
      </a:schemeClr>
    </dgm:fillClrLst>
    <dgm:linClrLst meth="repeat">
      <a:schemeClr val="accent2"/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4">
        <a:tint val="70000"/>
      </a:schemeClr>
    </dgm:fillClrLst>
    <dgm:linClrLst meth="repeat">
      <a:schemeClr val="accent3"/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5">
        <a:tint val="50000"/>
      </a:schemeClr>
    </dgm:fillClrLst>
    <dgm:linClrLst meth="repeat">
      <a:schemeClr val="accent4"/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>
      <a:schemeClr val="accent2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>
      <a:schemeClr val="accent3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>
      <a:schemeClr val="accent4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bg1">
        <a:lumMod val="95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2">
        <a:shade val="9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2">
        <a:tint val="4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2.xml><?xml version="1.0" encoding="utf-8"?>
<dgm:colorsDef xmlns:dgm="http://schemas.openxmlformats.org/drawingml/2006/diagram" xmlns:a="http://schemas.openxmlformats.org/drawingml/2006/main" uniqueId="urn:microsoft.com/office/officeart/2005/8/colors/colorful1">
  <dgm:title val=""/>
  <dgm:desc val=""/>
  <dgm:catLst>
    <dgm:cat type="colorful" pri="101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/>
    <dgm:txEffectClrLst/>
  </dgm:styleLbl>
  <dgm:styleLbl name="ln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2">
        <a:alpha val="50000"/>
      </a:schemeClr>
      <a:schemeClr val="accent3">
        <a:alpha val="50000"/>
      </a:schemeClr>
      <a:schemeClr val="accent4">
        <a:alpha val="50000"/>
      </a:schemeClr>
      <a:schemeClr val="accent5">
        <a:alpha val="50000"/>
      </a:schemeClr>
      <a:schemeClr val="accent6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node3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node4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2">
        <a:tint val="50000"/>
      </a:schemeClr>
      <a:schemeClr val="accent3">
        <a:tint val="50000"/>
      </a:schemeClr>
      <a:schemeClr val="accent4">
        <a:tint val="50000"/>
      </a:schemeClr>
      <a:schemeClr val="accent5">
        <a:tint val="50000"/>
      </a:schemeClr>
      <a:schemeClr val="accent6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>
      <a:schemeClr val="accent1">
        <a:tint val="50000"/>
      </a:schemeClr>
      <a:schemeClr val="accent2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>
      <a:schemeClr val="accent1">
        <a:tint val="50000"/>
      </a:schemeClr>
      <a:schemeClr val="accent2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/>
    <dgm:txEffectClrLst/>
  </dgm:styleLbl>
  <dgm:styleLbl name="fg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 meth="repeat">
      <a:schemeClr val="lt1"/>
    </dgm:txFillClrLst>
    <dgm:txEffectClrLst/>
  </dgm:styleLbl>
  <dgm:styleLbl name="bg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 meth="repeat">
      <a:schemeClr val="lt1"/>
    </dgm:txFillClrLst>
    <dgm:txEffectClrLst/>
  </dgm:styleLbl>
  <dgm:styleLbl name="sibTrans1D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2"/>
    </dgm:fillClrLst>
    <dgm:linClrLst meth="repeat">
      <a:schemeClr val="accent2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asst2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asst3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asst4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2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parChTrans2D3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parChTrans2D4">
    <dgm:fillClrLst meth="repeat">
      <a:schemeClr val="accent5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2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3">
        <a:tint val="90000"/>
      </a:schemeClr>
    </dgm:fillClrLst>
    <dgm:linClrLst meth="repeat">
      <a:schemeClr val="accent2"/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4">
        <a:tint val="70000"/>
      </a:schemeClr>
    </dgm:fillClrLst>
    <dgm:linClrLst meth="repeat">
      <a:schemeClr val="accent3"/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5">
        <a:tint val="50000"/>
      </a:schemeClr>
    </dgm:fillClrLst>
    <dgm:linClrLst meth="repeat">
      <a:schemeClr val="accent4"/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>
      <a:schemeClr val="accent2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>
      <a:schemeClr val="accent3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>
      <a:schemeClr val="accent4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2"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2">
        <a:shade val="9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2">
        <a:tint val="4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3.xml><?xml version="1.0" encoding="utf-8"?>
<dgm:colorsDef xmlns:dgm="http://schemas.openxmlformats.org/drawingml/2006/diagram" xmlns:a="http://schemas.openxmlformats.org/drawingml/2006/main" uniqueId="urn:microsoft.com/office/officeart/2005/8/colors/colorful5">
  <dgm:title val=""/>
  <dgm:desc val=""/>
  <dgm:catLst>
    <dgm:cat type="colorful" pri="10500"/>
  </dgm:catLst>
  <dgm:styleLbl name="node0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node1">
    <dgm:fillClrLst>
      <a:schemeClr val="accent5"/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>
      <a:schemeClr val="accent5"/>
      <a:schemeClr val="accent6"/>
    </dgm:fillClrLst>
    <dgm:linClrLst>
      <a:schemeClr val="accent5"/>
      <a:schemeClr val="accent6"/>
    </dgm:linClrLst>
    <dgm:effectClrLst/>
    <dgm:txLinClrLst/>
    <dgm:txFillClrLst/>
    <dgm:txEffectClrLst/>
  </dgm:styleLbl>
  <dgm:styleLbl name="lnNode1">
    <dgm:fillClrLst>
      <a:schemeClr val="accent5"/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>
      <a:schemeClr val="accent5">
        <a:alpha val="50000"/>
      </a:schemeClr>
      <a:schemeClr val="accent6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node3">
    <dgm:fillClrLst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>
      <a:schemeClr val="accent5">
        <a:tint val="50000"/>
      </a:schemeClr>
      <a:schemeClr val="accent6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>
      <a:schemeClr val="accent5">
        <a:tint val="50000"/>
      </a:schemeClr>
      <a:schemeClr val="accent6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>
      <a:schemeClr val="accent5">
        <a:tint val="50000"/>
      </a:schemeClr>
      <a:schemeClr val="accent6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>
      <a:schemeClr val="accent5"/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fgSibTrans2D1">
    <dgm:fillClrLst>
      <a:schemeClr val="accent5"/>
      <a:schemeClr val="accent6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SibTrans2D1">
    <dgm:fillClrLst>
      <a:schemeClr val="accent5"/>
      <a:schemeClr val="accent6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1D1">
    <dgm:fillClrLst/>
    <dgm:linClrLst>
      <a:schemeClr val="accent5"/>
      <a:schemeClr val="accent6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5"/>
    </dgm:fillClrLst>
    <dgm:linClrLst meth="repeat">
      <a:schemeClr val="accent5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5"/>
    </dgm:fillClrLst>
    <dgm:linClrLst meth="repeat">
      <a:schemeClr val="lt1">
        <a:shade val="80000"/>
      </a:schemeClr>
    </dgm:linClrLst>
    <dgm:effectClrLst/>
    <dgm:txLinClrLst/>
    <dgm:txFillClrLst/>
    <dgm:txEffectClrLst/>
  </dgm:styleLbl>
  <dgm:styleLbl name="asst1">
    <dgm:fillClrLst meth="repeat">
      <a:schemeClr val="accent6"/>
    </dgm:fillClrLst>
    <dgm:linClrLst meth="repeat">
      <a:schemeClr val="lt1">
        <a:shade val="80000"/>
      </a:schemeClr>
    </dgm:linClrLst>
    <dgm:effectClrLst/>
    <dgm:txLinClrLst/>
    <dgm:txFillClrLst/>
    <dgm:txEffectClrLst/>
  </dgm:styleLbl>
  <dgm:styleLbl name="asst2">
    <dgm:fillClrLst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asst4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5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parChTrans2D3">
    <dgm:fillClrLst meth="repeat"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parChTrans2D4">
    <dgm:fillClrLst meth="repeat">
      <a:schemeClr val="accent1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5"/>
    </dgm:fillClrLst>
    <dgm:linClrLst meth="repeat">
      <a:schemeClr val="accent5"/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6">
        <a:tint val="90000"/>
      </a:schemeClr>
    </dgm:fillClrLst>
    <dgm:linClrLst meth="repeat">
      <a:schemeClr val="accent6"/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6">
        <a:tint val="70000"/>
      </a:schemeClr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6">
        <a:tint val="50000"/>
      </a:schemeClr>
    </dgm:fillClrLst>
    <dgm:linClrLst meth="repeat">
      <a:schemeClr val="accent2"/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5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fgAccFollowNode1">
    <dgm:fillClrLst>
      <a:schemeClr val="accent5">
        <a:tint val="40000"/>
        <a:alpha val="90000"/>
      </a:schemeClr>
      <a:schemeClr val="accent6">
        <a:tint val="40000"/>
        <a:alpha val="90000"/>
      </a:schemeClr>
    </dgm:fillClrLst>
    <dgm:linClrLst>
      <a:schemeClr val="accent5">
        <a:tint val="40000"/>
        <a:alpha val="90000"/>
      </a:schemeClr>
      <a:schemeClr val="accent5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>
      <a:schemeClr val="accent5">
        <a:tint val="40000"/>
        <a:alpha val="90000"/>
      </a:schemeClr>
      <a:schemeClr val="accent6">
        <a:tint val="40000"/>
        <a:alpha val="90000"/>
      </a:schemeClr>
    </dgm:fillClrLst>
    <dgm:linClrLst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>
      <a:schemeClr val="accent5">
        <a:tint val="40000"/>
        <a:alpha val="90000"/>
      </a:schemeClr>
      <a:schemeClr val="accent6">
        <a:tint val="40000"/>
        <a:alpha val="90000"/>
      </a:schemeClr>
    </dgm:fillClrLst>
    <dgm:linClrLst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>
      <a:schemeClr val="accent4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>
      <a:schemeClr val="accent6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>
      <a:schemeClr val="accent2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5"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5">
        <a:shade val="9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5">
        <a:tint val="50000"/>
        <a:alpha val="40000"/>
      </a:schemeClr>
    </dgm:fillClrLst>
    <dgm:linClrLst meth="repeat">
      <a:schemeClr val="accent5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5">
        <a:tint val="4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data1.xml><?xml version="1.0" encoding="utf-8"?>
<dgm:dataModel xmlns:dgm="http://schemas.openxmlformats.org/drawingml/2006/diagram" xmlns:a="http://schemas.openxmlformats.org/drawingml/2006/main">
  <dgm:ptLst>
    <dgm:pt modelId="{18ED0215-0144-4B6A-BD36-CBB6102C9131}" type="doc">
      <dgm:prSet loTypeId="urn:microsoft.com/office/officeart/2018/2/layout/IconVerticalSolidList" loCatId="icon" qsTypeId="urn:microsoft.com/office/officeart/2005/8/quickstyle/simple1" qsCatId="simple" csTypeId="urn:microsoft.com/office/officeart/2018/5/colors/Iconchunking_neutralbg_colorful1" csCatId="colorful" phldr="1"/>
      <dgm:spPr/>
      <dgm:t>
        <a:bodyPr/>
        <a:lstStyle/>
        <a:p>
          <a:endParaRPr lang="en-US"/>
        </a:p>
      </dgm:t>
    </dgm:pt>
    <dgm:pt modelId="{0DE9A1DA-855B-4A22-80E7-4B68F2B6A23F}">
      <dgm:prSet/>
      <dgm:spPr/>
      <dgm:t>
        <a:bodyPr/>
        <a:lstStyle/>
        <a:p>
          <a:pPr>
            <a:lnSpc>
              <a:spcPct val="100000"/>
            </a:lnSpc>
          </a:pPr>
          <a:r>
            <a:rPr lang="en-US"/>
            <a:t>Intro</a:t>
          </a:r>
        </a:p>
      </dgm:t>
    </dgm:pt>
    <dgm:pt modelId="{9201B6E9-B4E7-4D2A-A0B6-C79F997B4FDE}" type="parTrans" cxnId="{BDB4CA63-25C2-4205-8C6F-B2D7F8E03EC3}">
      <dgm:prSet/>
      <dgm:spPr/>
      <dgm:t>
        <a:bodyPr/>
        <a:lstStyle/>
        <a:p>
          <a:endParaRPr lang="en-US"/>
        </a:p>
      </dgm:t>
    </dgm:pt>
    <dgm:pt modelId="{B0B3910B-D9E0-4C29-A69B-F39CDD6CFBA3}" type="sibTrans" cxnId="{BDB4CA63-25C2-4205-8C6F-B2D7F8E03EC3}">
      <dgm:prSet/>
      <dgm:spPr/>
      <dgm:t>
        <a:bodyPr/>
        <a:lstStyle/>
        <a:p>
          <a:endParaRPr lang="en-US"/>
        </a:p>
      </dgm:t>
    </dgm:pt>
    <dgm:pt modelId="{B9FC212B-1FC8-439E-8372-7C0B6609D3D0}">
      <dgm:prSet/>
      <dgm:spPr/>
      <dgm:t>
        <a:bodyPr/>
        <a:lstStyle/>
        <a:p>
          <a:pPr>
            <a:lnSpc>
              <a:spcPct val="100000"/>
            </a:lnSpc>
          </a:pPr>
          <a:r>
            <a:rPr lang="en-US"/>
            <a:t>Skills (Key + Technical)</a:t>
          </a:r>
        </a:p>
      </dgm:t>
    </dgm:pt>
    <dgm:pt modelId="{8105371A-2747-43F3-805B-DE7A888977B6}" type="parTrans" cxnId="{F21E7C21-6F20-4DD6-AC78-31068B67552E}">
      <dgm:prSet/>
      <dgm:spPr/>
      <dgm:t>
        <a:bodyPr/>
        <a:lstStyle/>
        <a:p>
          <a:endParaRPr lang="en-US"/>
        </a:p>
      </dgm:t>
    </dgm:pt>
    <dgm:pt modelId="{BB103D7F-19D8-4898-B661-732CEE8B264D}" type="sibTrans" cxnId="{F21E7C21-6F20-4DD6-AC78-31068B67552E}">
      <dgm:prSet/>
      <dgm:spPr/>
      <dgm:t>
        <a:bodyPr/>
        <a:lstStyle/>
        <a:p>
          <a:endParaRPr lang="en-US"/>
        </a:p>
      </dgm:t>
    </dgm:pt>
    <dgm:pt modelId="{219345B7-EEE5-4346-814E-C793562E7A5D}">
      <dgm:prSet/>
      <dgm:spPr/>
      <dgm:t>
        <a:bodyPr/>
        <a:lstStyle/>
        <a:p>
          <a:pPr>
            <a:lnSpc>
              <a:spcPct val="100000"/>
            </a:lnSpc>
          </a:pPr>
          <a:r>
            <a:rPr lang="en-US"/>
            <a:t>Professional Experience</a:t>
          </a:r>
        </a:p>
      </dgm:t>
    </dgm:pt>
    <dgm:pt modelId="{3190E5D2-97CF-4877-AD97-7815B86BC298}" type="parTrans" cxnId="{00EE1E3D-275B-4B85-B9E8-3768CFA7E1E2}">
      <dgm:prSet/>
      <dgm:spPr/>
      <dgm:t>
        <a:bodyPr/>
        <a:lstStyle/>
        <a:p>
          <a:endParaRPr lang="en-US"/>
        </a:p>
      </dgm:t>
    </dgm:pt>
    <dgm:pt modelId="{C2A96860-46F3-4B3E-BF74-0351E1780231}" type="sibTrans" cxnId="{00EE1E3D-275B-4B85-B9E8-3768CFA7E1E2}">
      <dgm:prSet/>
      <dgm:spPr/>
      <dgm:t>
        <a:bodyPr/>
        <a:lstStyle/>
        <a:p>
          <a:endParaRPr lang="en-US"/>
        </a:p>
      </dgm:t>
    </dgm:pt>
    <dgm:pt modelId="{ACE3DD12-C722-4D3F-93C0-40300C480435}">
      <dgm:prSet/>
      <dgm:spPr/>
      <dgm:t>
        <a:bodyPr/>
        <a:lstStyle/>
        <a:p>
          <a:pPr>
            <a:lnSpc>
              <a:spcPct val="100000"/>
            </a:lnSpc>
          </a:pPr>
          <a:r>
            <a:rPr lang="en-US"/>
            <a:t>Education (Academic + Professional)</a:t>
          </a:r>
        </a:p>
      </dgm:t>
    </dgm:pt>
    <dgm:pt modelId="{08304B86-785C-475E-89EA-26B566AFA5C6}" type="parTrans" cxnId="{31A215D9-7D8A-455D-A484-CB6339938138}">
      <dgm:prSet/>
      <dgm:spPr/>
      <dgm:t>
        <a:bodyPr/>
        <a:lstStyle/>
        <a:p>
          <a:endParaRPr lang="en-US"/>
        </a:p>
      </dgm:t>
    </dgm:pt>
    <dgm:pt modelId="{1F869060-1617-4137-9C48-76A3EA947543}" type="sibTrans" cxnId="{31A215D9-7D8A-455D-A484-CB6339938138}">
      <dgm:prSet/>
      <dgm:spPr/>
      <dgm:t>
        <a:bodyPr/>
        <a:lstStyle/>
        <a:p>
          <a:endParaRPr lang="en-US"/>
        </a:p>
      </dgm:t>
    </dgm:pt>
    <dgm:pt modelId="{D88BB400-3731-4BBB-8091-9BA8630C2FA4}">
      <dgm:prSet/>
      <dgm:spPr/>
      <dgm:t>
        <a:bodyPr/>
        <a:lstStyle/>
        <a:p>
          <a:pPr>
            <a:lnSpc>
              <a:spcPct val="100000"/>
            </a:lnSpc>
          </a:pPr>
          <a:r>
            <a:rPr lang="en-US"/>
            <a:t>Q &amp; A</a:t>
          </a:r>
        </a:p>
      </dgm:t>
    </dgm:pt>
    <dgm:pt modelId="{DA9CC531-5401-49B5-B956-6C890B59E1F5}" type="parTrans" cxnId="{C5D3A1D5-FEA7-497F-8F0E-9F595178BB83}">
      <dgm:prSet/>
      <dgm:spPr/>
      <dgm:t>
        <a:bodyPr/>
        <a:lstStyle/>
        <a:p>
          <a:endParaRPr lang="en-US"/>
        </a:p>
      </dgm:t>
    </dgm:pt>
    <dgm:pt modelId="{05D608A1-F230-4945-BA13-9FE4CCB29F38}" type="sibTrans" cxnId="{C5D3A1D5-FEA7-497F-8F0E-9F595178BB83}">
      <dgm:prSet/>
      <dgm:spPr/>
      <dgm:t>
        <a:bodyPr/>
        <a:lstStyle/>
        <a:p>
          <a:endParaRPr lang="en-US"/>
        </a:p>
      </dgm:t>
    </dgm:pt>
    <dgm:pt modelId="{441D90A0-2489-4771-AD62-6EA6868EA734}" type="pres">
      <dgm:prSet presAssocID="{18ED0215-0144-4B6A-BD36-CBB6102C9131}" presName="root" presStyleCnt="0">
        <dgm:presLayoutVars>
          <dgm:dir/>
          <dgm:resizeHandles val="exact"/>
        </dgm:presLayoutVars>
      </dgm:prSet>
      <dgm:spPr/>
    </dgm:pt>
    <dgm:pt modelId="{A2494F5D-D935-427F-BDEF-03677EC3C911}" type="pres">
      <dgm:prSet presAssocID="{0DE9A1DA-855B-4A22-80E7-4B68F2B6A23F}" presName="compNode" presStyleCnt="0"/>
      <dgm:spPr/>
    </dgm:pt>
    <dgm:pt modelId="{C6C017FC-AC87-45A0-BD93-6C677E8E99F4}" type="pres">
      <dgm:prSet presAssocID="{0DE9A1DA-855B-4A22-80E7-4B68F2B6A23F}" presName="bgRect" presStyleLbl="bgShp" presStyleIdx="0" presStyleCnt="5"/>
      <dgm:spPr/>
    </dgm:pt>
    <dgm:pt modelId="{99419EDA-B321-4946-9FC9-B5D8AF5FCE2B}" type="pres">
      <dgm:prSet presAssocID="{0DE9A1DA-855B-4A22-80E7-4B68F2B6A23F}" presName="iconRect" presStyleLbl="node1" presStyleIdx="0" presStyleCnt="5"/>
      <dgm:spPr>
        <a:blipFill>
          <a:blip xmlns:r="http://schemas.openxmlformats.org/officeDocument/2006/relationships" r:embed="rId1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Ghost"/>
        </a:ext>
      </dgm:extLst>
    </dgm:pt>
    <dgm:pt modelId="{52C5839E-12D3-4F89-B1D0-3E9342CAB292}" type="pres">
      <dgm:prSet presAssocID="{0DE9A1DA-855B-4A22-80E7-4B68F2B6A23F}" presName="spaceRect" presStyleCnt="0"/>
      <dgm:spPr/>
    </dgm:pt>
    <dgm:pt modelId="{AABCCB35-B8EF-4208-8D2B-9F8BE408260E}" type="pres">
      <dgm:prSet presAssocID="{0DE9A1DA-855B-4A22-80E7-4B68F2B6A23F}" presName="parTx" presStyleLbl="revTx" presStyleIdx="0" presStyleCnt="5">
        <dgm:presLayoutVars>
          <dgm:chMax val="0"/>
          <dgm:chPref val="0"/>
        </dgm:presLayoutVars>
      </dgm:prSet>
      <dgm:spPr/>
    </dgm:pt>
    <dgm:pt modelId="{3E7E8FAE-9A1C-4FC4-AF03-70D04C6DFDD0}" type="pres">
      <dgm:prSet presAssocID="{B0B3910B-D9E0-4C29-A69B-F39CDD6CFBA3}" presName="sibTrans" presStyleCnt="0"/>
      <dgm:spPr/>
    </dgm:pt>
    <dgm:pt modelId="{D539F809-B64F-4373-B524-954C771408FD}" type="pres">
      <dgm:prSet presAssocID="{B9FC212B-1FC8-439E-8372-7C0B6609D3D0}" presName="compNode" presStyleCnt="0"/>
      <dgm:spPr/>
    </dgm:pt>
    <dgm:pt modelId="{25746EDE-FF17-4B8B-9899-D91033D6FACB}" type="pres">
      <dgm:prSet presAssocID="{B9FC212B-1FC8-439E-8372-7C0B6609D3D0}" presName="bgRect" presStyleLbl="bgShp" presStyleIdx="1" presStyleCnt="5"/>
      <dgm:spPr/>
    </dgm:pt>
    <dgm:pt modelId="{7CB9AAAC-FE20-4778-946D-E5AAFD3E0368}" type="pres">
      <dgm:prSet presAssocID="{B9FC212B-1FC8-439E-8372-7C0B6609D3D0}" presName="iconRect" presStyleLbl="node1" presStyleIdx="1" presStyleCnt="5"/>
      <dgm:spPr>
        <a:blipFill>
          <a:blip xmlns:r="http://schemas.openxmlformats.org/officeDocument/2006/relationships" r:embed="rId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Key"/>
        </a:ext>
      </dgm:extLst>
    </dgm:pt>
    <dgm:pt modelId="{EEB96025-2801-4643-A5CA-C2ABCA39BC90}" type="pres">
      <dgm:prSet presAssocID="{B9FC212B-1FC8-439E-8372-7C0B6609D3D0}" presName="spaceRect" presStyleCnt="0"/>
      <dgm:spPr/>
    </dgm:pt>
    <dgm:pt modelId="{9BAF677D-BE2C-436F-9701-A6437D5014F4}" type="pres">
      <dgm:prSet presAssocID="{B9FC212B-1FC8-439E-8372-7C0B6609D3D0}" presName="parTx" presStyleLbl="revTx" presStyleIdx="1" presStyleCnt="5">
        <dgm:presLayoutVars>
          <dgm:chMax val="0"/>
          <dgm:chPref val="0"/>
        </dgm:presLayoutVars>
      </dgm:prSet>
      <dgm:spPr/>
    </dgm:pt>
    <dgm:pt modelId="{E594FF0A-D870-4E4D-828F-2596837BB3DF}" type="pres">
      <dgm:prSet presAssocID="{BB103D7F-19D8-4898-B661-732CEE8B264D}" presName="sibTrans" presStyleCnt="0"/>
      <dgm:spPr/>
    </dgm:pt>
    <dgm:pt modelId="{CEF54CE2-2AF5-40AC-91D1-EB6074408DAD}" type="pres">
      <dgm:prSet presAssocID="{219345B7-EEE5-4346-814E-C793562E7A5D}" presName="compNode" presStyleCnt="0"/>
      <dgm:spPr/>
    </dgm:pt>
    <dgm:pt modelId="{33B8F18A-7320-452E-B795-F060AAEC8F3A}" type="pres">
      <dgm:prSet presAssocID="{219345B7-EEE5-4346-814E-C793562E7A5D}" presName="bgRect" presStyleLbl="bgShp" presStyleIdx="2" presStyleCnt="5"/>
      <dgm:spPr/>
    </dgm:pt>
    <dgm:pt modelId="{5A259CF9-F342-442E-B559-7BEEA2BEA7FA}" type="pres">
      <dgm:prSet presAssocID="{219345B7-EEE5-4346-814E-C793562E7A5D}" presName="iconRect" presStyleLbl="node1" presStyleIdx="2" presStyleCnt="5"/>
      <dgm:spPr>
        <a:blipFill>
          <a:blip xmlns:r="http://schemas.openxmlformats.org/officeDocument/2006/relationships" r:embed="rId5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Briefcase"/>
        </a:ext>
      </dgm:extLst>
    </dgm:pt>
    <dgm:pt modelId="{07FDA58E-1FAF-4097-BF5C-4E5064FE056F}" type="pres">
      <dgm:prSet presAssocID="{219345B7-EEE5-4346-814E-C793562E7A5D}" presName="spaceRect" presStyleCnt="0"/>
      <dgm:spPr/>
    </dgm:pt>
    <dgm:pt modelId="{53CAA4EA-66DB-405B-AFBA-A4EC3FCEA6CE}" type="pres">
      <dgm:prSet presAssocID="{219345B7-EEE5-4346-814E-C793562E7A5D}" presName="parTx" presStyleLbl="revTx" presStyleIdx="2" presStyleCnt="5">
        <dgm:presLayoutVars>
          <dgm:chMax val="0"/>
          <dgm:chPref val="0"/>
        </dgm:presLayoutVars>
      </dgm:prSet>
      <dgm:spPr/>
    </dgm:pt>
    <dgm:pt modelId="{BB417B0E-6040-4E41-A4A6-9F2C0CFBCACB}" type="pres">
      <dgm:prSet presAssocID="{C2A96860-46F3-4B3E-BF74-0351E1780231}" presName="sibTrans" presStyleCnt="0"/>
      <dgm:spPr/>
    </dgm:pt>
    <dgm:pt modelId="{0C82D221-D02E-4027-BDDC-CB91CFDDB4D7}" type="pres">
      <dgm:prSet presAssocID="{ACE3DD12-C722-4D3F-93C0-40300C480435}" presName="compNode" presStyleCnt="0"/>
      <dgm:spPr/>
    </dgm:pt>
    <dgm:pt modelId="{90C8D7BA-CCAE-4E2A-BCF9-5FEC7CB21595}" type="pres">
      <dgm:prSet presAssocID="{ACE3DD12-C722-4D3F-93C0-40300C480435}" presName="bgRect" presStyleLbl="bgShp" presStyleIdx="3" presStyleCnt="5"/>
      <dgm:spPr/>
    </dgm:pt>
    <dgm:pt modelId="{DB4F9B12-551F-44BB-B29F-3713082CEE35}" type="pres">
      <dgm:prSet presAssocID="{ACE3DD12-C722-4D3F-93C0-40300C480435}" presName="iconRect" presStyleLbl="node1" presStyleIdx="3" presStyleCnt="5"/>
      <dgm:spPr>
        <a:blipFill>
          <a:blip xmlns:r="http://schemas.openxmlformats.org/officeDocument/2006/relationships" r:embed="rId7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8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Schoolhouse"/>
        </a:ext>
      </dgm:extLst>
    </dgm:pt>
    <dgm:pt modelId="{B4981D67-3032-4A8E-89C9-4A29A4C641AA}" type="pres">
      <dgm:prSet presAssocID="{ACE3DD12-C722-4D3F-93C0-40300C480435}" presName="spaceRect" presStyleCnt="0"/>
      <dgm:spPr/>
    </dgm:pt>
    <dgm:pt modelId="{1A626C3A-A546-4C47-BEB3-86F79DF8B631}" type="pres">
      <dgm:prSet presAssocID="{ACE3DD12-C722-4D3F-93C0-40300C480435}" presName="parTx" presStyleLbl="revTx" presStyleIdx="3" presStyleCnt="5">
        <dgm:presLayoutVars>
          <dgm:chMax val="0"/>
          <dgm:chPref val="0"/>
        </dgm:presLayoutVars>
      </dgm:prSet>
      <dgm:spPr/>
    </dgm:pt>
    <dgm:pt modelId="{5CD3F49D-D08B-4819-A4B2-FB501DD0AF74}" type="pres">
      <dgm:prSet presAssocID="{1F869060-1617-4137-9C48-76A3EA947543}" presName="sibTrans" presStyleCnt="0"/>
      <dgm:spPr/>
    </dgm:pt>
    <dgm:pt modelId="{9CD791DF-E1DB-441F-AB32-0DE9C17EB70D}" type="pres">
      <dgm:prSet presAssocID="{D88BB400-3731-4BBB-8091-9BA8630C2FA4}" presName="compNode" presStyleCnt="0"/>
      <dgm:spPr/>
    </dgm:pt>
    <dgm:pt modelId="{C43A1660-55D2-4668-9297-0CFA53081824}" type="pres">
      <dgm:prSet presAssocID="{D88BB400-3731-4BBB-8091-9BA8630C2FA4}" presName="bgRect" presStyleLbl="bgShp" presStyleIdx="4" presStyleCnt="5"/>
      <dgm:spPr/>
    </dgm:pt>
    <dgm:pt modelId="{FED17E33-DFC9-49D1-9C0D-73DB4E8CE1C6}" type="pres">
      <dgm:prSet presAssocID="{D88BB400-3731-4BBB-8091-9BA8630C2FA4}" presName="iconRect" presStyleLbl="node1" presStyleIdx="4" presStyleCnt="5"/>
      <dgm:spPr>
        <a:blipFill>
          <a:blip xmlns:r="http://schemas.openxmlformats.org/officeDocument/2006/relationships" r:embed="rId9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10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Questions"/>
        </a:ext>
      </dgm:extLst>
    </dgm:pt>
    <dgm:pt modelId="{7CB776D1-5623-41DA-92A6-CF648168C8A4}" type="pres">
      <dgm:prSet presAssocID="{D88BB400-3731-4BBB-8091-9BA8630C2FA4}" presName="spaceRect" presStyleCnt="0"/>
      <dgm:spPr/>
    </dgm:pt>
    <dgm:pt modelId="{E4EFD0FD-A74A-45EC-BACF-69DB45397CFD}" type="pres">
      <dgm:prSet presAssocID="{D88BB400-3731-4BBB-8091-9BA8630C2FA4}" presName="parTx" presStyleLbl="revTx" presStyleIdx="4" presStyleCnt="5">
        <dgm:presLayoutVars>
          <dgm:chMax val="0"/>
          <dgm:chPref val="0"/>
        </dgm:presLayoutVars>
      </dgm:prSet>
      <dgm:spPr/>
    </dgm:pt>
  </dgm:ptLst>
  <dgm:cxnLst>
    <dgm:cxn modelId="{00E62304-242D-0F41-9861-B3106B2598CC}" type="presOf" srcId="{B9FC212B-1FC8-439E-8372-7C0B6609D3D0}" destId="{9BAF677D-BE2C-436F-9701-A6437D5014F4}" srcOrd="0" destOrd="0" presId="urn:microsoft.com/office/officeart/2018/2/layout/IconVerticalSolidList"/>
    <dgm:cxn modelId="{F21E7C21-6F20-4DD6-AC78-31068B67552E}" srcId="{18ED0215-0144-4B6A-BD36-CBB6102C9131}" destId="{B9FC212B-1FC8-439E-8372-7C0B6609D3D0}" srcOrd="1" destOrd="0" parTransId="{8105371A-2747-43F3-805B-DE7A888977B6}" sibTransId="{BB103D7F-19D8-4898-B661-732CEE8B264D}"/>
    <dgm:cxn modelId="{8849B02E-E58C-1749-9F8E-FA4405B58436}" type="presOf" srcId="{18ED0215-0144-4B6A-BD36-CBB6102C9131}" destId="{441D90A0-2489-4771-AD62-6EA6868EA734}" srcOrd="0" destOrd="0" presId="urn:microsoft.com/office/officeart/2018/2/layout/IconVerticalSolidList"/>
    <dgm:cxn modelId="{AD67E732-C4C8-3041-9708-C99183D463C5}" type="presOf" srcId="{D88BB400-3731-4BBB-8091-9BA8630C2FA4}" destId="{E4EFD0FD-A74A-45EC-BACF-69DB45397CFD}" srcOrd="0" destOrd="0" presId="urn:microsoft.com/office/officeart/2018/2/layout/IconVerticalSolidList"/>
    <dgm:cxn modelId="{00EE1E3D-275B-4B85-B9E8-3768CFA7E1E2}" srcId="{18ED0215-0144-4B6A-BD36-CBB6102C9131}" destId="{219345B7-EEE5-4346-814E-C793562E7A5D}" srcOrd="2" destOrd="0" parTransId="{3190E5D2-97CF-4877-AD97-7815B86BC298}" sibTransId="{C2A96860-46F3-4B3E-BF74-0351E1780231}"/>
    <dgm:cxn modelId="{BDB4CA63-25C2-4205-8C6F-B2D7F8E03EC3}" srcId="{18ED0215-0144-4B6A-BD36-CBB6102C9131}" destId="{0DE9A1DA-855B-4A22-80E7-4B68F2B6A23F}" srcOrd="0" destOrd="0" parTransId="{9201B6E9-B4E7-4D2A-A0B6-C79F997B4FDE}" sibTransId="{B0B3910B-D9E0-4C29-A69B-F39CDD6CFBA3}"/>
    <dgm:cxn modelId="{C0443276-3A9C-D64D-AFA4-924B4422D611}" type="presOf" srcId="{219345B7-EEE5-4346-814E-C793562E7A5D}" destId="{53CAA4EA-66DB-405B-AFBA-A4EC3FCEA6CE}" srcOrd="0" destOrd="0" presId="urn:microsoft.com/office/officeart/2018/2/layout/IconVerticalSolidList"/>
    <dgm:cxn modelId="{6527E197-9F94-FD4C-AB39-B40D1AC1A678}" type="presOf" srcId="{ACE3DD12-C722-4D3F-93C0-40300C480435}" destId="{1A626C3A-A546-4C47-BEB3-86F79DF8B631}" srcOrd="0" destOrd="0" presId="urn:microsoft.com/office/officeart/2018/2/layout/IconVerticalSolidList"/>
    <dgm:cxn modelId="{1CB43EA3-6DE9-A346-8DCB-F7B0E58DB558}" type="presOf" srcId="{0DE9A1DA-855B-4A22-80E7-4B68F2B6A23F}" destId="{AABCCB35-B8EF-4208-8D2B-9F8BE408260E}" srcOrd="0" destOrd="0" presId="urn:microsoft.com/office/officeart/2018/2/layout/IconVerticalSolidList"/>
    <dgm:cxn modelId="{C5D3A1D5-FEA7-497F-8F0E-9F595178BB83}" srcId="{18ED0215-0144-4B6A-BD36-CBB6102C9131}" destId="{D88BB400-3731-4BBB-8091-9BA8630C2FA4}" srcOrd="4" destOrd="0" parTransId="{DA9CC531-5401-49B5-B956-6C890B59E1F5}" sibTransId="{05D608A1-F230-4945-BA13-9FE4CCB29F38}"/>
    <dgm:cxn modelId="{31A215D9-7D8A-455D-A484-CB6339938138}" srcId="{18ED0215-0144-4B6A-BD36-CBB6102C9131}" destId="{ACE3DD12-C722-4D3F-93C0-40300C480435}" srcOrd="3" destOrd="0" parTransId="{08304B86-785C-475E-89EA-26B566AFA5C6}" sibTransId="{1F869060-1617-4137-9C48-76A3EA947543}"/>
    <dgm:cxn modelId="{CB1BB536-630C-C84E-ADDF-A19176E9DDF8}" type="presParOf" srcId="{441D90A0-2489-4771-AD62-6EA6868EA734}" destId="{A2494F5D-D935-427F-BDEF-03677EC3C911}" srcOrd="0" destOrd="0" presId="urn:microsoft.com/office/officeart/2018/2/layout/IconVerticalSolidList"/>
    <dgm:cxn modelId="{E2B06C8D-CBCF-B94E-A893-C8B20F56DA5F}" type="presParOf" srcId="{A2494F5D-D935-427F-BDEF-03677EC3C911}" destId="{C6C017FC-AC87-45A0-BD93-6C677E8E99F4}" srcOrd="0" destOrd="0" presId="urn:microsoft.com/office/officeart/2018/2/layout/IconVerticalSolidList"/>
    <dgm:cxn modelId="{5B9E644D-1889-7440-99A7-AFD2A57FB52A}" type="presParOf" srcId="{A2494F5D-D935-427F-BDEF-03677EC3C911}" destId="{99419EDA-B321-4946-9FC9-B5D8AF5FCE2B}" srcOrd="1" destOrd="0" presId="urn:microsoft.com/office/officeart/2018/2/layout/IconVerticalSolidList"/>
    <dgm:cxn modelId="{6AEAA8FA-A583-1D4D-ADC2-C034BB914902}" type="presParOf" srcId="{A2494F5D-D935-427F-BDEF-03677EC3C911}" destId="{52C5839E-12D3-4F89-B1D0-3E9342CAB292}" srcOrd="2" destOrd="0" presId="urn:microsoft.com/office/officeart/2018/2/layout/IconVerticalSolidList"/>
    <dgm:cxn modelId="{DFEDA142-174A-124B-A09C-B312E23E5C58}" type="presParOf" srcId="{A2494F5D-D935-427F-BDEF-03677EC3C911}" destId="{AABCCB35-B8EF-4208-8D2B-9F8BE408260E}" srcOrd="3" destOrd="0" presId="urn:microsoft.com/office/officeart/2018/2/layout/IconVerticalSolidList"/>
    <dgm:cxn modelId="{FACD6642-9CC4-3D42-ABF6-C286EBB8D643}" type="presParOf" srcId="{441D90A0-2489-4771-AD62-6EA6868EA734}" destId="{3E7E8FAE-9A1C-4FC4-AF03-70D04C6DFDD0}" srcOrd="1" destOrd="0" presId="urn:microsoft.com/office/officeart/2018/2/layout/IconVerticalSolidList"/>
    <dgm:cxn modelId="{F2C9D1D3-7AAA-8A42-B4C7-812A0A2857CB}" type="presParOf" srcId="{441D90A0-2489-4771-AD62-6EA6868EA734}" destId="{D539F809-B64F-4373-B524-954C771408FD}" srcOrd="2" destOrd="0" presId="urn:microsoft.com/office/officeart/2018/2/layout/IconVerticalSolidList"/>
    <dgm:cxn modelId="{602325F1-CB27-C14E-B738-8538FFF033FB}" type="presParOf" srcId="{D539F809-B64F-4373-B524-954C771408FD}" destId="{25746EDE-FF17-4B8B-9899-D91033D6FACB}" srcOrd="0" destOrd="0" presId="urn:microsoft.com/office/officeart/2018/2/layout/IconVerticalSolidList"/>
    <dgm:cxn modelId="{FD072F7D-F3B7-1041-BBC2-FE43F777F588}" type="presParOf" srcId="{D539F809-B64F-4373-B524-954C771408FD}" destId="{7CB9AAAC-FE20-4778-946D-E5AAFD3E0368}" srcOrd="1" destOrd="0" presId="urn:microsoft.com/office/officeart/2018/2/layout/IconVerticalSolidList"/>
    <dgm:cxn modelId="{DFD897D0-224B-CC49-8249-906347263372}" type="presParOf" srcId="{D539F809-B64F-4373-B524-954C771408FD}" destId="{EEB96025-2801-4643-A5CA-C2ABCA39BC90}" srcOrd="2" destOrd="0" presId="urn:microsoft.com/office/officeart/2018/2/layout/IconVerticalSolidList"/>
    <dgm:cxn modelId="{FAF97CA6-1DB7-2F48-BDA8-16183699BB08}" type="presParOf" srcId="{D539F809-B64F-4373-B524-954C771408FD}" destId="{9BAF677D-BE2C-436F-9701-A6437D5014F4}" srcOrd="3" destOrd="0" presId="urn:microsoft.com/office/officeart/2018/2/layout/IconVerticalSolidList"/>
    <dgm:cxn modelId="{9259EDF1-1A7D-AE4F-8A17-090224D03AD9}" type="presParOf" srcId="{441D90A0-2489-4771-AD62-6EA6868EA734}" destId="{E594FF0A-D870-4E4D-828F-2596837BB3DF}" srcOrd="3" destOrd="0" presId="urn:microsoft.com/office/officeart/2018/2/layout/IconVerticalSolidList"/>
    <dgm:cxn modelId="{7B9980B3-CA48-7844-B6A1-8E0C91320A2D}" type="presParOf" srcId="{441D90A0-2489-4771-AD62-6EA6868EA734}" destId="{CEF54CE2-2AF5-40AC-91D1-EB6074408DAD}" srcOrd="4" destOrd="0" presId="urn:microsoft.com/office/officeart/2018/2/layout/IconVerticalSolidList"/>
    <dgm:cxn modelId="{C31C4172-0785-F642-BA9E-6FC3EE05C1E1}" type="presParOf" srcId="{CEF54CE2-2AF5-40AC-91D1-EB6074408DAD}" destId="{33B8F18A-7320-452E-B795-F060AAEC8F3A}" srcOrd="0" destOrd="0" presId="urn:microsoft.com/office/officeart/2018/2/layout/IconVerticalSolidList"/>
    <dgm:cxn modelId="{E417A5B6-A827-194D-BC5C-88BF471D4002}" type="presParOf" srcId="{CEF54CE2-2AF5-40AC-91D1-EB6074408DAD}" destId="{5A259CF9-F342-442E-B559-7BEEA2BEA7FA}" srcOrd="1" destOrd="0" presId="urn:microsoft.com/office/officeart/2018/2/layout/IconVerticalSolidList"/>
    <dgm:cxn modelId="{5D2F3E48-C575-5A4B-AB88-635244B3A964}" type="presParOf" srcId="{CEF54CE2-2AF5-40AC-91D1-EB6074408DAD}" destId="{07FDA58E-1FAF-4097-BF5C-4E5064FE056F}" srcOrd="2" destOrd="0" presId="urn:microsoft.com/office/officeart/2018/2/layout/IconVerticalSolidList"/>
    <dgm:cxn modelId="{40876988-FF82-EE44-84B0-2B6DBF2FDE47}" type="presParOf" srcId="{CEF54CE2-2AF5-40AC-91D1-EB6074408DAD}" destId="{53CAA4EA-66DB-405B-AFBA-A4EC3FCEA6CE}" srcOrd="3" destOrd="0" presId="urn:microsoft.com/office/officeart/2018/2/layout/IconVerticalSolidList"/>
    <dgm:cxn modelId="{0E272A9B-1484-FB4F-9BFA-3F2337A40803}" type="presParOf" srcId="{441D90A0-2489-4771-AD62-6EA6868EA734}" destId="{BB417B0E-6040-4E41-A4A6-9F2C0CFBCACB}" srcOrd="5" destOrd="0" presId="urn:microsoft.com/office/officeart/2018/2/layout/IconVerticalSolidList"/>
    <dgm:cxn modelId="{E70D64CE-DB20-9544-9E34-A8B189FFC1E4}" type="presParOf" srcId="{441D90A0-2489-4771-AD62-6EA6868EA734}" destId="{0C82D221-D02E-4027-BDDC-CB91CFDDB4D7}" srcOrd="6" destOrd="0" presId="urn:microsoft.com/office/officeart/2018/2/layout/IconVerticalSolidList"/>
    <dgm:cxn modelId="{3FBF5A99-6A81-EE4E-B2AE-71D56EC72F05}" type="presParOf" srcId="{0C82D221-D02E-4027-BDDC-CB91CFDDB4D7}" destId="{90C8D7BA-CCAE-4E2A-BCF9-5FEC7CB21595}" srcOrd="0" destOrd="0" presId="urn:microsoft.com/office/officeart/2018/2/layout/IconVerticalSolidList"/>
    <dgm:cxn modelId="{17FE75D0-C9DA-6949-8C0C-42C4493ADE04}" type="presParOf" srcId="{0C82D221-D02E-4027-BDDC-CB91CFDDB4D7}" destId="{DB4F9B12-551F-44BB-B29F-3713082CEE35}" srcOrd="1" destOrd="0" presId="urn:microsoft.com/office/officeart/2018/2/layout/IconVerticalSolidList"/>
    <dgm:cxn modelId="{FDCF0726-5CCF-4C45-A1FC-03F138895022}" type="presParOf" srcId="{0C82D221-D02E-4027-BDDC-CB91CFDDB4D7}" destId="{B4981D67-3032-4A8E-89C9-4A29A4C641AA}" srcOrd="2" destOrd="0" presId="urn:microsoft.com/office/officeart/2018/2/layout/IconVerticalSolidList"/>
    <dgm:cxn modelId="{C9A6F59C-0040-1243-A0A0-0505C73E9DB1}" type="presParOf" srcId="{0C82D221-D02E-4027-BDDC-CB91CFDDB4D7}" destId="{1A626C3A-A546-4C47-BEB3-86F79DF8B631}" srcOrd="3" destOrd="0" presId="urn:microsoft.com/office/officeart/2018/2/layout/IconVerticalSolidList"/>
    <dgm:cxn modelId="{DE1301FC-7636-EB4F-8CCE-8408431DE638}" type="presParOf" srcId="{441D90A0-2489-4771-AD62-6EA6868EA734}" destId="{5CD3F49D-D08B-4819-A4B2-FB501DD0AF74}" srcOrd="7" destOrd="0" presId="urn:microsoft.com/office/officeart/2018/2/layout/IconVerticalSolidList"/>
    <dgm:cxn modelId="{359B3F49-7852-8940-846B-A71B5BD334C6}" type="presParOf" srcId="{441D90A0-2489-4771-AD62-6EA6868EA734}" destId="{9CD791DF-E1DB-441F-AB32-0DE9C17EB70D}" srcOrd="8" destOrd="0" presId="urn:microsoft.com/office/officeart/2018/2/layout/IconVerticalSolidList"/>
    <dgm:cxn modelId="{69E6E3ED-2CBB-2648-ACAA-F04E782F1302}" type="presParOf" srcId="{9CD791DF-E1DB-441F-AB32-0DE9C17EB70D}" destId="{C43A1660-55D2-4668-9297-0CFA53081824}" srcOrd="0" destOrd="0" presId="urn:microsoft.com/office/officeart/2018/2/layout/IconVerticalSolidList"/>
    <dgm:cxn modelId="{748EE343-1DB1-1847-AF1C-88B110DFED7B}" type="presParOf" srcId="{9CD791DF-E1DB-441F-AB32-0DE9C17EB70D}" destId="{FED17E33-DFC9-49D1-9C0D-73DB4E8CE1C6}" srcOrd="1" destOrd="0" presId="urn:microsoft.com/office/officeart/2018/2/layout/IconVerticalSolidList"/>
    <dgm:cxn modelId="{14164477-2915-B54A-A59A-8CF6674B53B8}" type="presParOf" srcId="{9CD791DF-E1DB-441F-AB32-0DE9C17EB70D}" destId="{7CB776D1-5623-41DA-92A6-CF648168C8A4}" srcOrd="2" destOrd="0" presId="urn:microsoft.com/office/officeart/2018/2/layout/IconVerticalSolidList"/>
    <dgm:cxn modelId="{1CB4D51C-635B-4541-A065-096FF5E4D92C}" type="presParOf" srcId="{9CD791DF-E1DB-441F-AB32-0DE9C17EB70D}" destId="{E4EFD0FD-A74A-45EC-BACF-69DB45397CFD}" srcOrd="3" destOrd="0" presId="urn:microsoft.com/office/officeart/2018/2/layout/IconVerticalSolidList"/>
  </dgm:cxnLst>
  <dgm:bg/>
  <dgm:whole/>
  <dgm:extLst>
    <a:ext uri="http://schemas.microsoft.com/office/drawing/2008/diagram">
      <dsp:dataModelExt xmlns:dsp="http://schemas.microsoft.com/office/drawing/2008/diagram" relId="rId7" minVer="http://schemas.openxmlformats.org/drawingml/2006/diagram"/>
    </a:ext>
  </dgm:extLst>
</dgm:dataModel>
</file>

<file path=ppt/diagrams/data2.xml><?xml version="1.0" encoding="utf-8"?>
<dgm:dataModel xmlns:dgm="http://schemas.openxmlformats.org/drawingml/2006/diagram" xmlns:a="http://schemas.openxmlformats.org/drawingml/2006/main">
  <dgm:ptLst>
    <dgm:pt modelId="{35D434E8-8727-40E8-ABC6-381680377D2C}" type="doc">
      <dgm:prSet loTypeId="urn:microsoft.com/office/officeart/2005/8/layout/default" loCatId="list" qsTypeId="urn:microsoft.com/office/officeart/2005/8/quickstyle/simple1" qsCatId="simple" csTypeId="urn:microsoft.com/office/officeart/2005/8/colors/colorful1" csCatId="colorful"/>
      <dgm:spPr/>
      <dgm:t>
        <a:bodyPr/>
        <a:lstStyle/>
        <a:p>
          <a:endParaRPr lang="en-US"/>
        </a:p>
      </dgm:t>
    </dgm:pt>
    <dgm:pt modelId="{C87B14ED-719D-403E-8B62-1C0163F6B8A8}">
      <dgm:prSet/>
      <dgm:spPr/>
      <dgm:t>
        <a:bodyPr/>
        <a:lstStyle/>
        <a:p>
          <a:r>
            <a:rPr lang="en-HK"/>
            <a:t>Technical Documentation Understanding </a:t>
          </a:r>
          <a:endParaRPr lang="en-US"/>
        </a:p>
      </dgm:t>
    </dgm:pt>
    <dgm:pt modelId="{B962E8D9-A3B8-431A-90D3-C4AF7113596C}" type="parTrans" cxnId="{694616B5-4CB2-4E33-AFFC-8CC6C03984BA}">
      <dgm:prSet/>
      <dgm:spPr/>
      <dgm:t>
        <a:bodyPr/>
        <a:lstStyle/>
        <a:p>
          <a:endParaRPr lang="en-US"/>
        </a:p>
      </dgm:t>
    </dgm:pt>
    <dgm:pt modelId="{1490105C-0CCB-4ADB-A26B-7CE449246083}" type="sibTrans" cxnId="{694616B5-4CB2-4E33-AFFC-8CC6C03984BA}">
      <dgm:prSet/>
      <dgm:spPr/>
      <dgm:t>
        <a:bodyPr/>
        <a:lstStyle/>
        <a:p>
          <a:endParaRPr lang="en-US"/>
        </a:p>
      </dgm:t>
    </dgm:pt>
    <dgm:pt modelId="{76C844AC-6AFC-427D-A630-D31B8F3A92AD}">
      <dgm:prSet/>
      <dgm:spPr/>
      <dgm:t>
        <a:bodyPr/>
        <a:lstStyle/>
        <a:p>
          <a:r>
            <a:rPr lang="en-HK"/>
            <a:t>Solution Technical architecture (Application + Cloud)</a:t>
          </a:r>
          <a:endParaRPr lang="en-US"/>
        </a:p>
      </dgm:t>
    </dgm:pt>
    <dgm:pt modelId="{72032998-7CBF-49B3-92CD-EF1C84297DE2}" type="parTrans" cxnId="{6C36D4D1-A611-493D-92A4-3F51F2352DF7}">
      <dgm:prSet/>
      <dgm:spPr/>
      <dgm:t>
        <a:bodyPr/>
        <a:lstStyle/>
        <a:p>
          <a:endParaRPr lang="en-US"/>
        </a:p>
      </dgm:t>
    </dgm:pt>
    <dgm:pt modelId="{3A478023-FC8D-4386-A315-F874A97E8979}" type="sibTrans" cxnId="{6C36D4D1-A611-493D-92A4-3F51F2352DF7}">
      <dgm:prSet/>
      <dgm:spPr/>
      <dgm:t>
        <a:bodyPr/>
        <a:lstStyle/>
        <a:p>
          <a:endParaRPr lang="en-US"/>
        </a:p>
      </dgm:t>
    </dgm:pt>
    <dgm:pt modelId="{DD500001-0776-46C1-BBA1-9970ABF16DF6}">
      <dgm:prSet/>
      <dgm:spPr/>
      <dgm:t>
        <a:bodyPr/>
        <a:lstStyle/>
        <a:p>
          <a:r>
            <a:rPr lang="en-HK"/>
            <a:t>System Migration/Integration • Quality Assurance</a:t>
          </a:r>
          <a:endParaRPr lang="en-US"/>
        </a:p>
      </dgm:t>
    </dgm:pt>
    <dgm:pt modelId="{635FBA29-5EBA-4245-9ADB-1A3998987D98}" type="parTrans" cxnId="{5B0B3D27-C30F-4AD2-90A3-F41CB1E5EC5B}">
      <dgm:prSet/>
      <dgm:spPr/>
      <dgm:t>
        <a:bodyPr/>
        <a:lstStyle/>
        <a:p>
          <a:endParaRPr lang="en-US"/>
        </a:p>
      </dgm:t>
    </dgm:pt>
    <dgm:pt modelId="{B1A74D8D-3EB3-4AB0-B479-C105CF9983FB}" type="sibTrans" cxnId="{5B0B3D27-C30F-4AD2-90A3-F41CB1E5EC5B}">
      <dgm:prSet/>
      <dgm:spPr/>
      <dgm:t>
        <a:bodyPr/>
        <a:lstStyle/>
        <a:p>
          <a:endParaRPr lang="en-US"/>
        </a:p>
      </dgm:t>
    </dgm:pt>
    <dgm:pt modelId="{7B3284E0-4283-45F3-A9A5-5CDA9F91C985}">
      <dgm:prSet/>
      <dgm:spPr/>
      <dgm:t>
        <a:bodyPr/>
        <a:lstStyle/>
        <a:p>
          <a:r>
            <a:rPr lang="en-HK"/>
            <a:t>Project Lifecycle Management </a:t>
          </a:r>
          <a:endParaRPr lang="en-US"/>
        </a:p>
      </dgm:t>
    </dgm:pt>
    <dgm:pt modelId="{927C907E-75A3-40EA-94E4-BB0186ADDD1D}" type="parTrans" cxnId="{5C771B87-9608-4B6A-B9F3-7ACF6D40257C}">
      <dgm:prSet/>
      <dgm:spPr/>
      <dgm:t>
        <a:bodyPr/>
        <a:lstStyle/>
        <a:p>
          <a:endParaRPr lang="en-US"/>
        </a:p>
      </dgm:t>
    </dgm:pt>
    <dgm:pt modelId="{FE4C3102-3A75-4309-85CC-BFECDED123F3}" type="sibTrans" cxnId="{5C771B87-9608-4B6A-B9F3-7ACF6D40257C}">
      <dgm:prSet/>
      <dgm:spPr/>
      <dgm:t>
        <a:bodyPr/>
        <a:lstStyle/>
        <a:p>
          <a:endParaRPr lang="en-US"/>
        </a:p>
      </dgm:t>
    </dgm:pt>
    <dgm:pt modelId="{FAF1C0A6-E12A-4613-984F-16ED3BEFEF20}">
      <dgm:prSet/>
      <dgm:spPr/>
      <dgm:t>
        <a:bodyPr/>
        <a:lstStyle/>
        <a:p>
          <a:r>
            <a:rPr lang="en-HK"/>
            <a:t>Project Requirements Analysis</a:t>
          </a:r>
          <a:endParaRPr lang="en-US"/>
        </a:p>
      </dgm:t>
    </dgm:pt>
    <dgm:pt modelId="{8EE33751-8A81-4CD9-9BF5-678361BBFBB2}" type="parTrans" cxnId="{46DD4A23-F018-4AF0-ABA6-E3A32F620049}">
      <dgm:prSet/>
      <dgm:spPr/>
      <dgm:t>
        <a:bodyPr/>
        <a:lstStyle/>
        <a:p>
          <a:endParaRPr lang="en-US"/>
        </a:p>
      </dgm:t>
    </dgm:pt>
    <dgm:pt modelId="{F0244B4D-A775-40B1-AE7D-7B10006BF283}" type="sibTrans" cxnId="{46DD4A23-F018-4AF0-ABA6-E3A32F620049}">
      <dgm:prSet/>
      <dgm:spPr/>
      <dgm:t>
        <a:bodyPr/>
        <a:lstStyle/>
        <a:p>
          <a:endParaRPr lang="en-US"/>
        </a:p>
      </dgm:t>
    </dgm:pt>
    <dgm:pt modelId="{183D6E30-BCE2-4805-9971-844F0080679F}">
      <dgm:prSet/>
      <dgm:spPr/>
      <dgm:t>
        <a:bodyPr/>
        <a:lstStyle/>
        <a:p>
          <a:r>
            <a:rPr lang="en-HK"/>
            <a:t>Custom Software Development and Database Design</a:t>
          </a:r>
          <a:endParaRPr lang="en-US"/>
        </a:p>
      </dgm:t>
    </dgm:pt>
    <dgm:pt modelId="{CBF9DB7D-9B68-4B25-B496-F8A31027AA74}" type="parTrans" cxnId="{23D72C11-A8EF-4F07-8BEE-6AB706A30DB7}">
      <dgm:prSet/>
      <dgm:spPr/>
      <dgm:t>
        <a:bodyPr/>
        <a:lstStyle/>
        <a:p>
          <a:endParaRPr lang="en-US"/>
        </a:p>
      </dgm:t>
    </dgm:pt>
    <dgm:pt modelId="{23CAFCCD-3ECD-4825-A341-EF58D3C367C5}" type="sibTrans" cxnId="{23D72C11-A8EF-4F07-8BEE-6AB706A30DB7}">
      <dgm:prSet/>
      <dgm:spPr/>
      <dgm:t>
        <a:bodyPr/>
        <a:lstStyle/>
        <a:p>
          <a:endParaRPr lang="en-US"/>
        </a:p>
      </dgm:t>
    </dgm:pt>
    <dgm:pt modelId="{051799B3-5091-4F2B-B76C-43E7237AE6B9}">
      <dgm:prSet/>
      <dgm:spPr/>
      <dgm:t>
        <a:bodyPr/>
        <a:lstStyle/>
        <a:p>
          <a:r>
            <a:rPr lang="en-HK"/>
            <a:t>Project Scheduling and Budgeting</a:t>
          </a:r>
          <a:endParaRPr lang="en-US"/>
        </a:p>
      </dgm:t>
    </dgm:pt>
    <dgm:pt modelId="{7C11C09A-C211-45F4-88FC-38570922A580}" type="parTrans" cxnId="{CC6C86B0-3BD2-419D-9EBE-2B0F8C4AB524}">
      <dgm:prSet/>
      <dgm:spPr/>
      <dgm:t>
        <a:bodyPr/>
        <a:lstStyle/>
        <a:p>
          <a:endParaRPr lang="en-US"/>
        </a:p>
      </dgm:t>
    </dgm:pt>
    <dgm:pt modelId="{1F24A301-2CEA-4F81-AA18-ECBFC592B777}" type="sibTrans" cxnId="{CC6C86B0-3BD2-419D-9EBE-2B0F8C4AB524}">
      <dgm:prSet/>
      <dgm:spPr/>
      <dgm:t>
        <a:bodyPr/>
        <a:lstStyle/>
        <a:p>
          <a:endParaRPr lang="en-US"/>
        </a:p>
      </dgm:t>
    </dgm:pt>
    <dgm:pt modelId="{8DCD570D-AC6D-4F43-84D4-CEF25A48A41D}">
      <dgm:prSet/>
      <dgm:spPr/>
      <dgm:t>
        <a:bodyPr/>
        <a:lstStyle/>
        <a:p>
          <a:r>
            <a:rPr lang="en-HK"/>
            <a:t>Project Manager Supervision </a:t>
          </a:r>
          <a:endParaRPr lang="en-US"/>
        </a:p>
      </dgm:t>
    </dgm:pt>
    <dgm:pt modelId="{815C6DCA-EDB5-432A-ABAA-3B107C785510}" type="parTrans" cxnId="{C8E8DD57-B9B7-449B-9374-12443A27EC06}">
      <dgm:prSet/>
      <dgm:spPr/>
      <dgm:t>
        <a:bodyPr/>
        <a:lstStyle/>
        <a:p>
          <a:endParaRPr lang="en-US"/>
        </a:p>
      </dgm:t>
    </dgm:pt>
    <dgm:pt modelId="{CA08D9A1-EC78-41C7-B9A6-3F360D1ADA08}" type="sibTrans" cxnId="{C8E8DD57-B9B7-449B-9374-12443A27EC06}">
      <dgm:prSet/>
      <dgm:spPr/>
      <dgm:t>
        <a:bodyPr/>
        <a:lstStyle/>
        <a:p>
          <a:endParaRPr lang="en-US"/>
        </a:p>
      </dgm:t>
    </dgm:pt>
    <dgm:pt modelId="{3D58B9FE-2C41-487F-A39B-BB4738054841}">
      <dgm:prSet/>
      <dgm:spPr/>
      <dgm:t>
        <a:bodyPr/>
        <a:lstStyle/>
        <a:p>
          <a:r>
            <a:rPr lang="en-HK"/>
            <a:t>Release Management</a:t>
          </a:r>
          <a:endParaRPr lang="en-US"/>
        </a:p>
      </dgm:t>
    </dgm:pt>
    <dgm:pt modelId="{D98BF26D-CF52-4D0A-8C46-3DD07CBC437B}" type="parTrans" cxnId="{3D444F6E-B43A-4387-92DA-72740393FE7B}">
      <dgm:prSet/>
      <dgm:spPr/>
      <dgm:t>
        <a:bodyPr/>
        <a:lstStyle/>
        <a:p>
          <a:endParaRPr lang="en-US"/>
        </a:p>
      </dgm:t>
    </dgm:pt>
    <dgm:pt modelId="{B8E4B9D3-954A-4EDD-BD98-F3C871BC9D34}" type="sibTrans" cxnId="{3D444F6E-B43A-4387-92DA-72740393FE7B}">
      <dgm:prSet/>
      <dgm:spPr/>
      <dgm:t>
        <a:bodyPr/>
        <a:lstStyle/>
        <a:p>
          <a:endParaRPr lang="en-US"/>
        </a:p>
      </dgm:t>
    </dgm:pt>
    <dgm:pt modelId="{6BCE737B-F4B2-4CF2-A0BB-E3D0084B104C}">
      <dgm:prSet/>
      <dgm:spPr/>
      <dgm:t>
        <a:bodyPr/>
        <a:lstStyle/>
        <a:p>
          <a:r>
            <a:rPr lang="en-HK"/>
            <a:t>Technical Project planning </a:t>
          </a:r>
          <a:endParaRPr lang="en-US"/>
        </a:p>
      </dgm:t>
    </dgm:pt>
    <dgm:pt modelId="{884DB4A3-511C-4A09-BF88-D91DCD762184}" type="parTrans" cxnId="{8656B851-E5C4-48C1-BAC7-8AF36DB0EDA4}">
      <dgm:prSet/>
      <dgm:spPr/>
      <dgm:t>
        <a:bodyPr/>
        <a:lstStyle/>
        <a:p>
          <a:endParaRPr lang="en-US"/>
        </a:p>
      </dgm:t>
    </dgm:pt>
    <dgm:pt modelId="{F16F7FCF-C3FC-4091-85C0-E035D0905685}" type="sibTrans" cxnId="{8656B851-E5C4-48C1-BAC7-8AF36DB0EDA4}">
      <dgm:prSet/>
      <dgm:spPr/>
      <dgm:t>
        <a:bodyPr/>
        <a:lstStyle/>
        <a:p>
          <a:endParaRPr lang="en-US"/>
        </a:p>
      </dgm:t>
    </dgm:pt>
    <dgm:pt modelId="{2B19C477-04D5-425B-BB9F-6E8C4C7DA569}">
      <dgm:prSet/>
      <dgm:spPr/>
      <dgm:t>
        <a:bodyPr/>
        <a:lstStyle/>
        <a:p>
          <a:r>
            <a:rPr lang="en-HK"/>
            <a:t>Build Technical Teams</a:t>
          </a:r>
          <a:endParaRPr lang="en-US"/>
        </a:p>
      </dgm:t>
    </dgm:pt>
    <dgm:pt modelId="{F2DF91DE-7042-4AE2-996D-B87440B382D2}" type="parTrans" cxnId="{7D2CE3E7-15C7-4482-8610-A04823A8DAD1}">
      <dgm:prSet/>
      <dgm:spPr/>
      <dgm:t>
        <a:bodyPr/>
        <a:lstStyle/>
        <a:p>
          <a:endParaRPr lang="en-US"/>
        </a:p>
      </dgm:t>
    </dgm:pt>
    <dgm:pt modelId="{754953D6-D370-48ED-AFA3-E59410C96B0A}" type="sibTrans" cxnId="{7D2CE3E7-15C7-4482-8610-A04823A8DAD1}">
      <dgm:prSet/>
      <dgm:spPr/>
      <dgm:t>
        <a:bodyPr/>
        <a:lstStyle/>
        <a:p>
          <a:endParaRPr lang="en-US"/>
        </a:p>
      </dgm:t>
    </dgm:pt>
    <dgm:pt modelId="{B2830C31-46C8-E246-85A7-D5BDC148F91E}" type="pres">
      <dgm:prSet presAssocID="{35D434E8-8727-40E8-ABC6-381680377D2C}" presName="diagram" presStyleCnt="0">
        <dgm:presLayoutVars>
          <dgm:dir/>
          <dgm:resizeHandles val="exact"/>
        </dgm:presLayoutVars>
      </dgm:prSet>
      <dgm:spPr/>
    </dgm:pt>
    <dgm:pt modelId="{633469E3-3001-B64C-8001-381D393341BD}" type="pres">
      <dgm:prSet presAssocID="{C87B14ED-719D-403E-8B62-1C0163F6B8A8}" presName="node" presStyleLbl="node1" presStyleIdx="0" presStyleCnt="11">
        <dgm:presLayoutVars>
          <dgm:bulletEnabled val="1"/>
        </dgm:presLayoutVars>
      </dgm:prSet>
      <dgm:spPr/>
    </dgm:pt>
    <dgm:pt modelId="{5DB33B06-B179-2E4B-8927-FC3946C7ED58}" type="pres">
      <dgm:prSet presAssocID="{1490105C-0CCB-4ADB-A26B-7CE449246083}" presName="sibTrans" presStyleCnt="0"/>
      <dgm:spPr/>
    </dgm:pt>
    <dgm:pt modelId="{3FFF7080-2D59-E646-8440-3BC8CA7BF917}" type="pres">
      <dgm:prSet presAssocID="{76C844AC-6AFC-427D-A630-D31B8F3A92AD}" presName="node" presStyleLbl="node1" presStyleIdx="1" presStyleCnt="11">
        <dgm:presLayoutVars>
          <dgm:bulletEnabled val="1"/>
        </dgm:presLayoutVars>
      </dgm:prSet>
      <dgm:spPr/>
    </dgm:pt>
    <dgm:pt modelId="{DC2503A8-4F8D-234A-9A23-322B9F2CAD49}" type="pres">
      <dgm:prSet presAssocID="{3A478023-FC8D-4386-A315-F874A97E8979}" presName="sibTrans" presStyleCnt="0"/>
      <dgm:spPr/>
    </dgm:pt>
    <dgm:pt modelId="{EF5E4FEB-25B5-F24A-8AFD-1EFD4650119B}" type="pres">
      <dgm:prSet presAssocID="{DD500001-0776-46C1-BBA1-9970ABF16DF6}" presName="node" presStyleLbl="node1" presStyleIdx="2" presStyleCnt="11">
        <dgm:presLayoutVars>
          <dgm:bulletEnabled val="1"/>
        </dgm:presLayoutVars>
      </dgm:prSet>
      <dgm:spPr/>
    </dgm:pt>
    <dgm:pt modelId="{80FB9E7A-6A2D-A748-B036-FC30426F9DB5}" type="pres">
      <dgm:prSet presAssocID="{B1A74D8D-3EB3-4AB0-B479-C105CF9983FB}" presName="sibTrans" presStyleCnt="0"/>
      <dgm:spPr/>
    </dgm:pt>
    <dgm:pt modelId="{9962C283-CA4A-2447-8B73-B4FAB90AFAC2}" type="pres">
      <dgm:prSet presAssocID="{7B3284E0-4283-45F3-A9A5-5CDA9F91C985}" presName="node" presStyleLbl="node1" presStyleIdx="3" presStyleCnt="11">
        <dgm:presLayoutVars>
          <dgm:bulletEnabled val="1"/>
        </dgm:presLayoutVars>
      </dgm:prSet>
      <dgm:spPr/>
    </dgm:pt>
    <dgm:pt modelId="{9A6EEDB1-0CAF-044F-837A-E1D117DB8C79}" type="pres">
      <dgm:prSet presAssocID="{FE4C3102-3A75-4309-85CC-BFECDED123F3}" presName="sibTrans" presStyleCnt="0"/>
      <dgm:spPr/>
    </dgm:pt>
    <dgm:pt modelId="{688ED7E8-3AEA-3445-9BF1-73E78412BF05}" type="pres">
      <dgm:prSet presAssocID="{FAF1C0A6-E12A-4613-984F-16ED3BEFEF20}" presName="node" presStyleLbl="node1" presStyleIdx="4" presStyleCnt="11">
        <dgm:presLayoutVars>
          <dgm:bulletEnabled val="1"/>
        </dgm:presLayoutVars>
      </dgm:prSet>
      <dgm:spPr/>
    </dgm:pt>
    <dgm:pt modelId="{B6C04C37-333C-EB46-9E73-70FE30297ACF}" type="pres">
      <dgm:prSet presAssocID="{F0244B4D-A775-40B1-AE7D-7B10006BF283}" presName="sibTrans" presStyleCnt="0"/>
      <dgm:spPr/>
    </dgm:pt>
    <dgm:pt modelId="{9C9B3DA2-37BE-0544-AE9C-9BA32B2DB256}" type="pres">
      <dgm:prSet presAssocID="{183D6E30-BCE2-4805-9971-844F0080679F}" presName="node" presStyleLbl="node1" presStyleIdx="5" presStyleCnt="11">
        <dgm:presLayoutVars>
          <dgm:bulletEnabled val="1"/>
        </dgm:presLayoutVars>
      </dgm:prSet>
      <dgm:spPr/>
    </dgm:pt>
    <dgm:pt modelId="{8F7A02FB-F590-8343-A7A8-0D224E99FD29}" type="pres">
      <dgm:prSet presAssocID="{23CAFCCD-3ECD-4825-A341-EF58D3C367C5}" presName="sibTrans" presStyleCnt="0"/>
      <dgm:spPr/>
    </dgm:pt>
    <dgm:pt modelId="{1272EF2F-5177-C440-A4AD-31B23A544552}" type="pres">
      <dgm:prSet presAssocID="{051799B3-5091-4F2B-B76C-43E7237AE6B9}" presName="node" presStyleLbl="node1" presStyleIdx="6" presStyleCnt="11">
        <dgm:presLayoutVars>
          <dgm:bulletEnabled val="1"/>
        </dgm:presLayoutVars>
      </dgm:prSet>
      <dgm:spPr/>
    </dgm:pt>
    <dgm:pt modelId="{8AE12D3E-E334-B34D-8907-67C4BC4C4322}" type="pres">
      <dgm:prSet presAssocID="{1F24A301-2CEA-4F81-AA18-ECBFC592B777}" presName="sibTrans" presStyleCnt="0"/>
      <dgm:spPr/>
    </dgm:pt>
    <dgm:pt modelId="{B6B516DF-52AA-B445-B438-ABFA1E91D7C5}" type="pres">
      <dgm:prSet presAssocID="{8DCD570D-AC6D-4F43-84D4-CEF25A48A41D}" presName="node" presStyleLbl="node1" presStyleIdx="7" presStyleCnt="11">
        <dgm:presLayoutVars>
          <dgm:bulletEnabled val="1"/>
        </dgm:presLayoutVars>
      </dgm:prSet>
      <dgm:spPr/>
    </dgm:pt>
    <dgm:pt modelId="{2AEAAEBA-3B18-744D-979E-02C34F6E96CE}" type="pres">
      <dgm:prSet presAssocID="{CA08D9A1-EC78-41C7-B9A6-3F360D1ADA08}" presName="sibTrans" presStyleCnt="0"/>
      <dgm:spPr/>
    </dgm:pt>
    <dgm:pt modelId="{0234CE65-6F09-6945-A874-8530C36FEE5D}" type="pres">
      <dgm:prSet presAssocID="{3D58B9FE-2C41-487F-A39B-BB4738054841}" presName="node" presStyleLbl="node1" presStyleIdx="8" presStyleCnt="11">
        <dgm:presLayoutVars>
          <dgm:bulletEnabled val="1"/>
        </dgm:presLayoutVars>
      </dgm:prSet>
      <dgm:spPr/>
    </dgm:pt>
    <dgm:pt modelId="{41911635-A892-D74D-B304-1EAC0DD45774}" type="pres">
      <dgm:prSet presAssocID="{B8E4B9D3-954A-4EDD-BD98-F3C871BC9D34}" presName="sibTrans" presStyleCnt="0"/>
      <dgm:spPr/>
    </dgm:pt>
    <dgm:pt modelId="{F3DA8428-ADCF-4643-A989-3C66018F62CE}" type="pres">
      <dgm:prSet presAssocID="{6BCE737B-F4B2-4CF2-A0BB-E3D0084B104C}" presName="node" presStyleLbl="node1" presStyleIdx="9" presStyleCnt="11">
        <dgm:presLayoutVars>
          <dgm:bulletEnabled val="1"/>
        </dgm:presLayoutVars>
      </dgm:prSet>
      <dgm:spPr/>
    </dgm:pt>
    <dgm:pt modelId="{987A3031-9D99-0444-B8F5-B354DED904E4}" type="pres">
      <dgm:prSet presAssocID="{F16F7FCF-C3FC-4091-85C0-E035D0905685}" presName="sibTrans" presStyleCnt="0"/>
      <dgm:spPr/>
    </dgm:pt>
    <dgm:pt modelId="{76C3F81C-80E7-0348-B465-D97816BF3605}" type="pres">
      <dgm:prSet presAssocID="{2B19C477-04D5-425B-BB9F-6E8C4C7DA569}" presName="node" presStyleLbl="node1" presStyleIdx="10" presStyleCnt="11">
        <dgm:presLayoutVars>
          <dgm:bulletEnabled val="1"/>
        </dgm:presLayoutVars>
      </dgm:prSet>
      <dgm:spPr/>
    </dgm:pt>
  </dgm:ptLst>
  <dgm:cxnLst>
    <dgm:cxn modelId="{23D72C11-A8EF-4F07-8BEE-6AB706A30DB7}" srcId="{35D434E8-8727-40E8-ABC6-381680377D2C}" destId="{183D6E30-BCE2-4805-9971-844F0080679F}" srcOrd="5" destOrd="0" parTransId="{CBF9DB7D-9B68-4B25-B496-F8A31027AA74}" sibTransId="{23CAFCCD-3ECD-4825-A341-EF58D3C367C5}"/>
    <dgm:cxn modelId="{46DD4A23-F018-4AF0-ABA6-E3A32F620049}" srcId="{35D434E8-8727-40E8-ABC6-381680377D2C}" destId="{FAF1C0A6-E12A-4613-984F-16ED3BEFEF20}" srcOrd="4" destOrd="0" parTransId="{8EE33751-8A81-4CD9-9BF5-678361BBFBB2}" sibTransId="{F0244B4D-A775-40B1-AE7D-7B10006BF283}"/>
    <dgm:cxn modelId="{5B0B3D27-C30F-4AD2-90A3-F41CB1E5EC5B}" srcId="{35D434E8-8727-40E8-ABC6-381680377D2C}" destId="{DD500001-0776-46C1-BBA1-9970ABF16DF6}" srcOrd="2" destOrd="0" parTransId="{635FBA29-5EBA-4245-9ADB-1A3998987D98}" sibTransId="{B1A74D8D-3EB3-4AB0-B479-C105CF9983FB}"/>
    <dgm:cxn modelId="{227C684B-C0EE-5C40-B8CC-0D4A2BB51759}" type="presOf" srcId="{8DCD570D-AC6D-4F43-84D4-CEF25A48A41D}" destId="{B6B516DF-52AA-B445-B438-ABFA1E91D7C5}" srcOrd="0" destOrd="0" presId="urn:microsoft.com/office/officeart/2005/8/layout/default"/>
    <dgm:cxn modelId="{8656B851-E5C4-48C1-BAC7-8AF36DB0EDA4}" srcId="{35D434E8-8727-40E8-ABC6-381680377D2C}" destId="{6BCE737B-F4B2-4CF2-A0BB-E3D0084B104C}" srcOrd="9" destOrd="0" parTransId="{884DB4A3-511C-4A09-BF88-D91DCD762184}" sibTransId="{F16F7FCF-C3FC-4091-85C0-E035D0905685}"/>
    <dgm:cxn modelId="{C8E8DD57-B9B7-449B-9374-12443A27EC06}" srcId="{35D434E8-8727-40E8-ABC6-381680377D2C}" destId="{8DCD570D-AC6D-4F43-84D4-CEF25A48A41D}" srcOrd="7" destOrd="0" parTransId="{815C6DCA-EDB5-432A-ABAA-3B107C785510}" sibTransId="{CA08D9A1-EC78-41C7-B9A6-3F360D1ADA08}"/>
    <dgm:cxn modelId="{3D444F6E-B43A-4387-92DA-72740393FE7B}" srcId="{35D434E8-8727-40E8-ABC6-381680377D2C}" destId="{3D58B9FE-2C41-487F-A39B-BB4738054841}" srcOrd="8" destOrd="0" parTransId="{D98BF26D-CF52-4D0A-8C46-3DD07CBC437B}" sibTransId="{B8E4B9D3-954A-4EDD-BD98-F3C871BC9D34}"/>
    <dgm:cxn modelId="{390DF080-1D64-164C-8129-99B71B9D0B5E}" type="presOf" srcId="{183D6E30-BCE2-4805-9971-844F0080679F}" destId="{9C9B3DA2-37BE-0544-AE9C-9BA32B2DB256}" srcOrd="0" destOrd="0" presId="urn:microsoft.com/office/officeart/2005/8/layout/default"/>
    <dgm:cxn modelId="{5C771B87-9608-4B6A-B9F3-7ACF6D40257C}" srcId="{35D434E8-8727-40E8-ABC6-381680377D2C}" destId="{7B3284E0-4283-45F3-A9A5-5CDA9F91C985}" srcOrd="3" destOrd="0" parTransId="{927C907E-75A3-40EA-94E4-BB0186ADDD1D}" sibTransId="{FE4C3102-3A75-4309-85CC-BFECDED123F3}"/>
    <dgm:cxn modelId="{63CCB687-7435-A74F-AB75-7C5E10CBEA1A}" type="presOf" srcId="{35D434E8-8727-40E8-ABC6-381680377D2C}" destId="{B2830C31-46C8-E246-85A7-D5BDC148F91E}" srcOrd="0" destOrd="0" presId="urn:microsoft.com/office/officeart/2005/8/layout/default"/>
    <dgm:cxn modelId="{E921E894-5C5D-904A-A248-0D6AE3CC3FE1}" type="presOf" srcId="{6BCE737B-F4B2-4CF2-A0BB-E3D0084B104C}" destId="{F3DA8428-ADCF-4643-A989-3C66018F62CE}" srcOrd="0" destOrd="0" presId="urn:microsoft.com/office/officeart/2005/8/layout/default"/>
    <dgm:cxn modelId="{DD9CE69A-339F-AD48-9F43-1EF17208409B}" type="presOf" srcId="{7B3284E0-4283-45F3-A9A5-5CDA9F91C985}" destId="{9962C283-CA4A-2447-8B73-B4FAB90AFAC2}" srcOrd="0" destOrd="0" presId="urn:microsoft.com/office/officeart/2005/8/layout/default"/>
    <dgm:cxn modelId="{2A3BF89A-D822-D54D-B3C3-1A3DAE798D54}" type="presOf" srcId="{FAF1C0A6-E12A-4613-984F-16ED3BEFEF20}" destId="{688ED7E8-3AEA-3445-9BF1-73E78412BF05}" srcOrd="0" destOrd="0" presId="urn:microsoft.com/office/officeart/2005/8/layout/default"/>
    <dgm:cxn modelId="{1CEEEBA9-3635-E34B-9A24-FD06B7E9B051}" type="presOf" srcId="{2B19C477-04D5-425B-BB9F-6E8C4C7DA569}" destId="{76C3F81C-80E7-0348-B465-D97816BF3605}" srcOrd="0" destOrd="0" presId="urn:microsoft.com/office/officeart/2005/8/layout/default"/>
    <dgm:cxn modelId="{CC6C86B0-3BD2-419D-9EBE-2B0F8C4AB524}" srcId="{35D434E8-8727-40E8-ABC6-381680377D2C}" destId="{051799B3-5091-4F2B-B76C-43E7237AE6B9}" srcOrd="6" destOrd="0" parTransId="{7C11C09A-C211-45F4-88FC-38570922A580}" sibTransId="{1F24A301-2CEA-4F81-AA18-ECBFC592B777}"/>
    <dgm:cxn modelId="{621D0EB3-D1DB-044C-9A6A-AB98E82BD8AB}" type="presOf" srcId="{76C844AC-6AFC-427D-A630-D31B8F3A92AD}" destId="{3FFF7080-2D59-E646-8440-3BC8CA7BF917}" srcOrd="0" destOrd="0" presId="urn:microsoft.com/office/officeart/2005/8/layout/default"/>
    <dgm:cxn modelId="{694616B5-4CB2-4E33-AFFC-8CC6C03984BA}" srcId="{35D434E8-8727-40E8-ABC6-381680377D2C}" destId="{C87B14ED-719D-403E-8B62-1C0163F6B8A8}" srcOrd="0" destOrd="0" parTransId="{B962E8D9-A3B8-431A-90D3-C4AF7113596C}" sibTransId="{1490105C-0CCB-4ADB-A26B-7CE449246083}"/>
    <dgm:cxn modelId="{6C36D4D1-A611-493D-92A4-3F51F2352DF7}" srcId="{35D434E8-8727-40E8-ABC6-381680377D2C}" destId="{76C844AC-6AFC-427D-A630-D31B8F3A92AD}" srcOrd="1" destOrd="0" parTransId="{72032998-7CBF-49B3-92CD-EF1C84297DE2}" sibTransId="{3A478023-FC8D-4386-A315-F874A97E8979}"/>
    <dgm:cxn modelId="{CF5B76E5-FCF9-264D-9437-46563C38936E}" type="presOf" srcId="{3D58B9FE-2C41-487F-A39B-BB4738054841}" destId="{0234CE65-6F09-6945-A874-8530C36FEE5D}" srcOrd="0" destOrd="0" presId="urn:microsoft.com/office/officeart/2005/8/layout/default"/>
    <dgm:cxn modelId="{EF7C61E7-3DCF-FC4B-A4CF-8F8994C3966E}" type="presOf" srcId="{C87B14ED-719D-403E-8B62-1C0163F6B8A8}" destId="{633469E3-3001-B64C-8001-381D393341BD}" srcOrd="0" destOrd="0" presId="urn:microsoft.com/office/officeart/2005/8/layout/default"/>
    <dgm:cxn modelId="{7D2CE3E7-15C7-4482-8610-A04823A8DAD1}" srcId="{35D434E8-8727-40E8-ABC6-381680377D2C}" destId="{2B19C477-04D5-425B-BB9F-6E8C4C7DA569}" srcOrd="10" destOrd="0" parTransId="{F2DF91DE-7042-4AE2-996D-B87440B382D2}" sibTransId="{754953D6-D370-48ED-AFA3-E59410C96B0A}"/>
    <dgm:cxn modelId="{E54A7BEB-0014-3B40-8BE5-444237179505}" type="presOf" srcId="{DD500001-0776-46C1-BBA1-9970ABF16DF6}" destId="{EF5E4FEB-25B5-F24A-8AFD-1EFD4650119B}" srcOrd="0" destOrd="0" presId="urn:microsoft.com/office/officeart/2005/8/layout/default"/>
    <dgm:cxn modelId="{39D091F5-AAEE-0146-BC1C-A15BC21CB87C}" type="presOf" srcId="{051799B3-5091-4F2B-B76C-43E7237AE6B9}" destId="{1272EF2F-5177-C440-A4AD-31B23A544552}" srcOrd="0" destOrd="0" presId="urn:microsoft.com/office/officeart/2005/8/layout/default"/>
    <dgm:cxn modelId="{BA917143-928F-864F-91F5-20823DC2B973}" type="presParOf" srcId="{B2830C31-46C8-E246-85A7-D5BDC148F91E}" destId="{633469E3-3001-B64C-8001-381D393341BD}" srcOrd="0" destOrd="0" presId="urn:microsoft.com/office/officeart/2005/8/layout/default"/>
    <dgm:cxn modelId="{1F8C3364-0AAB-434E-9176-ED48EC307BCF}" type="presParOf" srcId="{B2830C31-46C8-E246-85A7-D5BDC148F91E}" destId="{5DB33B06-B179-2E4B-8927-FC3946C7ED58}" srcOrd="1" destOrd="0" presId="urn:microsoft.com/office/officeart/2005/8/layout/default"/>
    <dgm:cxn modelId="{30F790F5-ADEF-AE47-B74B-C6412C196205}" type="presParOf" srcId="{B2830C31-46C8-E246-85A7-D5BDC148F91E}" destId="{3FFF7080-2D59-E646-8440-3BC8CA7BF917}" srcOrd="2" destOrd="0" presId="urn:microsoft.com/office/officeart/2005/8/layout/default"/>
    <dgm:cxn modelId="{E7C6394C-16ED-6349-B806-6024730FC730}" type="presParOf" srcId="{B2830C31-46C8-E246-85A7-D5BDC148F91E}" destId="{DC2503A8-4F8D-234A-9A23-322B9F2CAD49}" srcOrd="3" destOrd="0" presId="urn:microsoft.com/office/officeart/2005/8/layout/default"/>
    <dgm:cxn modelId="{A76771B5-A265-7B4C-BCE9-8A3A6EC648E3}" type="presParOf" srcId="{B2830C31-46C8-E246-85A7-D5BDC148F91E}" destId="{EF5E4FEB-25B5-F24A-8AFD-1EFD4650119B}" srcOrd="4" destOrd="0" presId="urn:microsoft.com/office/officeart/2005/8/layout/default"/>
    <dgm:cxn modelId="{B8ACF1CF-AED2-9847-9AFE-8D0657F87720}" type="presParOf" srcId="{B2830C31-46C8-E246-85A7-D5BDC148F91E}" destId="{80FB9E7A-6A2D-A748-B036-FC30426F9DB5}" srcOrd="5" destOrd="0" presId="urn:microsoft.com/office/officeart/2005/8/layout/default"/>
    <dgm:cxn modelId="{64ACE5DA-6857-8941-83B6-9D13038ECBD7}" type="presParOf" srcId="{B2830C31-46C8-E246-85A7-D5BDC148F91E}" destId="{9962C283-CA4A-2447-8B73-B4FAB90AFAC2}" srcOrd="6" destOrd="0" presId="urn:microsoft.com/office/officeart/2005/8/layout/default"/>
    <dgm:cxn modelId="{F3A1E961-A565-5E4C-B7FF-489C4F38E7B8}" type="presParOf" srcId="{B2830C31-46C8-E246-85A7-D5BDC148F91E}" destId="{9A6EEDB1-0CAF-044F-837A-E1D117DB8C79}" srcOrd="7" destOrd="0" presId="urn:microsoft.com/office/officeart/2005/8/layout/default"/>
    <dgm:cxn modelId="{682B11A4-BEF8-934F-92C8-FA588EE51085}" type="presParOf" srcId="{B2830C31-46C8-E246-85A7-D5BDC148F91E}" destId="{688ED7E8-3AEA-3445-9BF1-73E78412BF05}" srcOrd="8" destOrd="0" presId="urn:microsoft.com/office/officeart/2005/8/layout/default"/>
    <dgm:cxn modelId="{5F756E1D-A858-4046-BC51-B258A7D65332}" type="presParOf" srcId="{B2830C31-46C8-E246-85A7-D5BDC148F91E}" destId="{B6C04C37-333C-EB46-9E73-70FE30297ACF}" srcOrd="9" destOrd="0" presId="urn:microsoft.com/office/officeart/2005/8/layout/default"/>
    <dgm:cxn modelId="{E71AD1DF-3625-BC44-AD16-1B54178FCDAE}" type="presParOf" srcId="{B2830C31-46C8-E246-85A7-D5BDC148F91E}" destId="{9C9B3DA2-37BE-0544-AE9C-9BA32B2DB256}" srcOrd="10" destOrd="0" presId="urn:microsoft.com/office/officeart/2005/8/layout/default"/>
    <dgm:cxn modelId="{4DB79D25-2CC5-A74A-85BA-DD6ECAC55FB6}" type="presParOf" srcId="{B2830C31-46C8-E246-85A7-D5BDC148F91E}" destId="{8F7A02FB-F590-8343-A7A8-0D224E99FD29}" srcOrd="11" destOrd="0" presId="urn:microsoft.com/office/officeart/2005/8/layout/default"/>
    <dgm:cxn modelId="{DDD566DC-8EC4-9341-9338-740D527F1565}" type="presParOf" srcId="{B2830C31-46C8-E246-85A7-D5BDC148F91E}" destId="{1272EF2F-5177-C440-A4AD-31B23A544552}" srcOrd="12" destOrd="0" presId="urn:microsoft.com/office/officeart/2005/8/layout/default"/>
    <dgm:cxn modelId="{3FD84902-0934-F349-A8C3-C8E00AE2125E}" type="presParOf" srcId="{B2830C31-46C8-E246-85A7-D5BDC148F91E}" destId="{8AE12D3E-E334-B34D-8907-67C4BC4C4322}" srcOrd="13" destOrd="0" presId="urn:microsoft.com/office/officeart/2005/8/layout/default"/>
    <dgm:cxn modelId="{40EFD747-99E6-3A4E-A622-8ADF5B651D37}" type="presParOf" srcId="{B2830C31-46C8-E246-85A7-D5BDC148F91E}" destId="{B6B516DF-52AA-B445-B438-ABFA1E91D7C5}" srcOrd="14" destOrd="0" presId="urn:microsoft.com/office/officeart/2005/8/layout/default"/>
    <dgm:cxn modelId="{43B5A0B1-9BDE-B249-81F0-DA0BA7160915}" type="presParOf" srcId="{B2830C31-46C8-E246-85A7-D5BDC148F91E}" destId="{2AEAAEBA-3B18-744D-979E-02C34F6E96CE}" srcOrd="15" destOrd="0" presId="urn:microsoft.com/office/officeart/2005/8/layout/default"/>
    <dgm:cxn modelId="{89E8EBF3-D6DC-7A41-9F7F-3B350FF6622B}" type="presParOf" srcId="{B2830C31-46C8-E246-85A7-D5BDC148F91E}" destId="{0234CE65-6F09-6945-A874-8530C36FEE5D}" srcOrd="16" destOrd="0" presId="urn:microsoft.com/office/officeart/2005/8/layout/default"/>
    <dgm:cxn modelId="{0A6174F1-A048-F84C-AE97-68A54AC0390E}" type="presParOf" srcId="{B2830C31-46C8-E246-85A7-D5BDC148F91E}" destId="{41911635-A892-D74D-B304-1EAC0DD45774}" srcOrd="17" destOrd="0" presId="urn:microsoft.com/office/officeart/2005/8/layout/default"/>
    <dgm:cxn modelId="{FD05CD3C-58FC-4148-AD9C-24E19B53D43E}" type="presParOf" srcId="{B2830C31-46C8-E246-85A7-D5BDC148F91E}" destId="{F3DA8428-ADCF-4643-A989-3C66018F62CE}" srcOrd="18" destOrd="0" presId="urn:microsoft.com/office/officeart/2005/8/layout/default"/>
    <dgm:cxn modelId="{2ECF57E5-A9B2-E945-B209-3844FB69447B}" type="presParOf" srcId="{B2830C31-46C8-E246-85A7-D5BDC148F91E}" destId="{987A3031-9D99-0444-B8F5-B354DED904E4}" srcOrd="19" destOrd="0" presId="urn:microsoft.com/office/officeart/2005/8/layout/default"/>
    <dgm:cxn modelId="{1CEFA147-6023-7F4D-A654-FBC4D46E3680}" type="presParOf" srcId="{B2830C31-46C8-E246-85A7-D5BDC148F91E}" destId="{76C3F81C-80E7-0348-B465-D97816BF3605}" srcOrd="20" destOrd="0" presId="urn:microsoft.com/office/officeart/2005/8/layout/default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ata3.xml><?xml version="1.0" encoding="utf-8"?>
<dgm:dataModel xmlns:dgm="http://schemas.openxmlformats.org/drawingml/2006/diagram" xmlns:a="http://schemas.openxmlformats.org/drawingml/2006/main">
  <dgm:ptLst>
    <dgm:pt modelId="{05F204D8-5A63-4E3E-9213-F8BDD763D8DF}" type="doc">
      <dgm:prSet loTypeId="urn:microsoft.com/office/officeart/2008/layout/LinedList" loCatId="list" qsTypeId="urn:microsoft.com/office/officeart/2005/8/quickstyle/simple4" qsCatId="simple" csTypeId="urn:microsoft.com/office/officeart/2005/8/colors/colorful5" csCatId="colorful"/>
      <dgm:spPr/>
      <dgm:t>
        <a:bodyPr/>
        <a:lstStyle/>
        <a:p>
          <a:endParaRPr lang="en-US"/>
        </a:p>
      </dgm:t>
    </dgm:pt>
    <dgm:pt modelId="{1ACAB114-0CF9-4AD0-8135-67AE5E451574}">
      <dgm:prSet/>
      <dgm:spPr/>
      <dgm:t>
        <a:bodyPr/>
        <a:lstStyle/>
        <a:p>
          <a:r>
            <a:rPr lang="en-HK" b="1"/>
            <a:t>Languages</a:t>
          </a:r>
          <a:r>
            <a:rPr lang="en-HK"/>
            <a:t>: Java / J2EE, EJB, Spring Boot, JavaScript, ReactJS, Struts 1.x MVC, PL/SQL, Python</a:t>
          </a:r>
          <a:endParaRPr lang="en-US"/>
        </a:p>
      </dgm:t>
    </dgm:pt>
    <dgm:pt modelId="{E3DB1B1B-1E4F-4F7A-9047-3F4834A83BCD}" type="parTrans" cxnId="{40BD5344-50FD-4742-8D14-40A6C9211EA6}">
      <dgm:prSet/>
      <dgm:spPr/>
      <dgm:t>
        <a:bodyPr/>
        <a:lstStyle/>
        <a:p>
          <a:endParaRPr lang="en-US"/>
        </a:p>
      </dgm:t>
    </dgm:pt>
    <dgm:pt modelId="{A617D40F-8954-46D5-ADD4-DEBE7458EA1C}" type="sibTrans" cxnId="{40BD5344-50FD-4742-8D14-40A6C9211EA6}">
      <dgm:prSet/>
      <dgm:spPr/>
      <dgm:t>
        <a:bodyPr/>
        <a:lstStyle/>
        <a:p>
          <a:endParaRPr lang="en-US"/>
        </a:p>
      </dgm:t>
    </dgm:pt>
    <dgm:pt modelId="{C5CD475A-7155-47CA-9782-5A19834C4D70}">
      <dgm:prSet/>
      <dgm:spPr/>
      <dgm:t>
        <a:bodyPr/>
        <a:lstStyle/>
        <a:p>
          <a:r>
            <a:rPr lang="en-HK" b="1"/>
            <a:t>Databases</a:t>
          </a:r>
          <a:r>
            <a:rPr lang="en-HK"/>
            <a:t>: Oracle, MySql, Postgress; </a:t>
          </a:r>
          <a:r>
            <a:rPr lang="en-HK" b="1"/>
            <a:t>Reporting</a:t>
          </a:r>
          <a:r>
            <a:rPr lang="en-HK"/>
            <a:t>: iReport, Jasper Report; </a:t>
          </a:r>
          <a:r>
            <a:rPr lang="en-HK" b="1"/>
            <a:t>Version Control: </a:t>
          </a:r>
          <a:r>
            <a:rPr lang="en-HK"/>
            <a:t>GIT, SVN, VSS</a:t>
          </a:r>
          <a:endParaRPr lang="en-US"/>
        </a:p>
      </dgm:t>
    </dgm:pt>
    <dgm:pt modelId="{AB6BA06D-8F37-4DD4-9681-851EDA9AA4CF}" type="parTrans" cxnId="{2E93D77E-D18D-41A3-BBB7-CAFD2A1666E8}">
      <dgm:prSet/>
      <dgm:spPr/>
      <dgm:t>
        <a:bodyPr/>
        <a:lstStyle/>
        <a:p>
          <a:endParaRPr lang="en-US"/>
        </a:p>
      </dgm:t>
    </dgm:pt>
    <dgm:pt modelId="{023E515E-4EDC-496F-9380-A38EEBF867A9}" type="sibTrans" cxnId="{2E93D77E-D18D-41A3-BBB7-CAFD2A1666E8}">
      <dgm:prSet/>
      <dgm:spPr/>
      <dgm:t>
        <a:bodyPr/>
        <a:lstStyle/>
        <a:p>
          <a:endParaRPr lang="en-US"/>
        </a:p>
      </dgm:t>
    </dgm:pt>
    <dgm:pt modelId="{F466C641-CDD3-4388-AFCE-2D9BD4500B7F}">
      <dgm:prSet/>
      <dgm:spPr/>
      <dgm:t>
        <a:bodyPr/>
        <a:lstStyle/>
        <a:p>
          <a:r>
            <a:rPr lang="en-HK" b="1"/>
            <a:t>Web Services</a:t>
          </a:r>
          <a:r>
            <a:rPr lang="en-HK"/>
            <a:t>: Soap, Rest API Development, Swagger API; </a:t>
          </a:r>
          <a:r>
            <a:rPr lang="en-HK" b="1"/>
            <a:t>Management Tool</a:t>
          </a:r>
          <a:r>
            <a:rPr lang="en-HK"/>
            <a:t>: Jira, Maximo, Bugzilla, Mantis</a:t>
          </a:r>
          <a:endParaRPr lang="en-US"/>
        </a:p>
      </dgm:t>
    </dgm:pt>
    <dgm:pt modelId="{EEFAC58D-AE37-4A02-B1E6-74CF4AB96A25}" type="parTrans" cxnId="{9935D213-029D-4151-A2EC-E44A38C4EDBE}">
      <dgm:prSet/>
      <dgm:spPr/>
      <dgm:t>
        <a:bodyPr/>
        <a:lstStyle/>
        <a:p>
          <a:endParaRPr lang="en-US"/>
        </a:p>
      </dgm:t>
    </dgm:pt>
    <dgm:pt modelId="{76500C7D-A265-4EB5-B494-16876116EC3F}" type="sibTrans" cxnId="{9935D213-029D-4151-A2EC-E44A38C4EDBE}">
      <dgm:prSet/>
      <dgm:spPr/>
      <dgm:t>
        <a:bodyPr/>
        <a:lstStyle/>
        <a:p>
          <a:endParaRPr lang="en-US"/>
        </a:p>
      </dgm:t>
    </dgm:pt>
    <dgm:pt modelId="{6F3436E0-BA41-4E3A-9159-23AEFB4C5940}">
      <dgm:prSet/>
      <dgm:spPr/>
      <dgm:t>
        <a:bodyPr/>
        <a:lstStyle/>
        <a:p>
          <a:r>
            <a:rPr lang="en-HK" b="1"/>
            <a:t>Operating Systems:</a:t>
          </a:r>
          <a:r>
            <a:rPr lang="en-HK"/>
            <a:t> Windows (XP, 10), Lunix and Ubuntu; </a:t>
          </a:r>
          <a:r>
            <a:rPr lang="en-HK" b="1"/>
            <a:t>Methodologies</a:t>
          </a:r>
          <a:r>
            <a:rPr lang="en-HK"/>
            <a:t>: Agile, Iterative, Waterfall Model </a:t>
          </a:r>
          <a:endParaRPr lang="en-US"/>
        </a:p>
      </dgm:t>
    </dgm:pt>
    <dgm:pt modelId="{885E2619-9A44-44AC-A90E-C6670AB3D74E}" type="parTrans" cxnId="{C58363B3-F1DC-4588-A20E-72069EA9B64E}">
      <dgm:prSet/>
      <dgm:spPr/>
      <dgm:t>
        <a:bodyPr/>
        <a:lstStyle/>
        <a:p>
          <a:endParaRPr lang="en-US"/>
        </a:p>
      </dgm:t>
    </dgm:pt>
    <dgm:pt modelId="{E45D0DE1-40C9-4F2F-8569-6A598AA3BE55}" type="sibTrans" cxnId="{C58363B3-F1DC-4588-A20E-72069EA9B64E}">
      <dgm:prSet/>
      <dgm:spPr/>
      <dgm:t>
        <a:bodyPr/>
        <a:lstStyle/>
        <a:p>
          <a:endParaRPr lang="en-US"/>
        </a:p>
      </dgm:t>
    </dgm:pt>
    <dgm:pt modelId="{4EC2C9DF-B5A6-4F35-8086-73D05748553C}">
      <dgm:prSet/>
      <dgm:spPr/>
      <dgm:t>
        <a:bodyPr/>
        <a:lstStyle/>
        <a:p>
          <a:r>
            <a:rPr lang="en-HK" b="1"/>
            <a:t>Cloud Services: </a:t>
          </a:r>
          <a:r>
            <a:rPr lang="en-HK"/>
            <a:t>AWS EC2, ELB, EBS, S3, VPC, SES, SNS, IAM, RDS, Cloud Watch, Cloud Front, AWS CLI, AWS IOT MQTT (pub/sub)</a:t>
          </a:r>
          <a:endParaRPr lang="en-US"/>
        </a:p>
      </dgm:t>
    </dgm:pt>
    <dgm:pt modelId="{C5168E93-6EAD-4929-BFE1-B77E24FDC190}" type="parTrans" cxnId="{402610A5-6BF7-4F77-959C-020CD3ED47C1}">
      <dgm:prSet/>
      <dgm:spPr/>
      <dgm:t>
        <a:bodyPr/>
        <a:lstStyle/>
        <a:p>
          <a:endParaRPr lang="en-US"/>
        </a:p>
      </dgm:t>
    </dgm:pt>
    <dgm:pt modelId="{60BD479F-A3C8-467E-A48A-86CE8110D5F0}" type="sibTrans" cxnId="{402610A5-6BF7-4F77-959C-020CD3ED47C1}">
      <dgm:prSet/>
      <dgm:spPr/>
      <dgm:t>
        <a:bodyPr/>
        <a:lstStyle/>
        <a:p>
          <a:endParaRPr lang="en-US"/>
        </a:p>
      </dgm:t>
    </dgm:pt>
    <dgm:pt modelId="{09FD8392-93C2-4EB3-ABDA-6328ABA3E1E7}">
      <dgm:prSet/>
      <dgm:spPr/>
      <dgm:t>
        <a:bodyPr/>
        <a:lstStyle/>
        <a:p>
          <a:r>
            <a:rPr lang="en-HK" b="1" dirty="0"/>
            <a:t>DevOps:</a:t>
          </a:r>
          <a:r>
            <a:rPr lang="en-HK" dirty="0"/>
            <a:t> GIT, Jenkins pipeline, AWS CI/CD pipeline, dockers, Ansible, AWS ECS and EKS cluster, Kubernetes(K8S), Terraform. </a:t>
          </a:r>
          <a:endParaRPr lang="en-US" dirty="0"/>
        </a:p>
      </dgm:t>
    </dgm:pt>
    <dgm:pt modelId="{8083AC16-9E65-48B3-87CB-F617A1705A6C}" type="parTrans" cxnId="{A81089F4-771E-458E-920F-E1AD434671E8}">
      <dgm:prSet/>
      <dgm:spPr/>
      <dgm:t>
        <a:bodyPr/>
        <a:lstStyle/>
        <a:p>
          <a:endParaRPr lang="en-US"/>
        </a:p>
      </dgm:t>
    </dgm:pt>
    <dgm:pt modelId="{A21EC338-C684-490D-B7D9-AE8000895762}" type="sibTrans" cxnId="{A81089F4-771E-458E-920F-E1AD434671E8}">
      <dgm:prSet/>
      <dgm:spPr/>
      <dgm:t>
        <a:bodyPr/>
        <a:lstStyle/>
        <a:p>
          <a:endParaRPr lang="en-US"/>
        </a:p>
      </dgm:t>
    </dgm:pt>
    <dgm:pt modelId="{2C71B2D8-F7F8-463B-BF20-DB7FC7C238E7}">
      <dgm:prSet/>
      <dgm:spPr/>
      <dgm:t>
        <a:bodyPr/>
        <a:lstStyle/>
        <a:p>
          <a:r>
            <a:rPr lang="en-HK" b="1" dirty="0"/>
            <a:t>Machine Learning: </a:t>
          </a:r>
          <a:r>
            <a:rPr lang="en-HK" dirty="0"/>
            <a:t>Supervised Learning – Linear/Logistic Regression, Decision Tree, Random Forrest Tree </a:t>
          </a:r>
          <a:endParaRPr lang="en-US" dirty="0"/>
        </a:p>
      </dgm:t>
    </dgm:pt>
    <dgm:pt modelId="{E83F35D4-66AE-4F6B-BE47-832ACB5DCCBC}" type="parTrans" cxnId="{34A93F7F-6706-417C-A323-5537CDFDD6B0}">
      <dgm:prSet/>
      <dgm:spPr/>
      <dgm:t>
        <a:bodyPr/>
        <a:lstStyle/>
        <a:p>
          <a:endParaRPr lang="en-US"/>
        </a:p>
      </dgm:t>
    </dgm:pt>
    <dgm:pt modelId="{9A0898DC-4AE1-4354-BDA2-18AFD76187F7}" type="sibTrans" cxnId="{34A93F7F-6706-417C-A323-5537CDFDD6B0}">
      <dgm:prSet/>
      <dgm:spPr/>
      <dgm:t>
        <a:bodyPr/>
        <a:lstStyle/>
        <a:p>
          <a:endParaRPr lang="en-US"/>
        </a:p>
      </dgm:t>
    </dgm:pt>
    <dgm:pt modelId="{378A5707-7237-EF48-BA5E-A6580254D23F}" type="pres">
      <dgm:prSet presAssocID="{05F204D8-5A63-4E3E-9213-F8BDD763D8DF}" presName="vert0" presStyleCnt="0">
        <dgm:presLayoutVars>
          <dgm:dir/>
          <dgm:animOne val="branch"/>
          <dgm:animLvl val="lvl"/>
        </dgm:presLayoutVars>
      </dgm:prSet>
      <dgm:spPr/>
    </dgm:pt>
    <dgm:pt modelId="{80E1DFA7-6325-9047-840A-8703F6D77DDE}" type="pres">
      <dgm:prSet presAssocID="{1ACAB114-0CF9-4AD0-8135-67AE5E451574}" presName="thickLine" presStyleLbl="alignNode1" presStyleIdx="0" presStyleCnt="7"/>
      <dgm:spPr/>
    </dgm:pt>
    <dgm:pt modelId="{DDADDF9B-0018-FF49-8398-DC57726142AB}" type="pres">
      <dgm:prSet presAssocID="{1ACAB114-0CF9-4AD0-8135-67AE5E451574}" presName="horz1" presStyleCnt="0"/>
      <dgm:spPr/>
    </dgm:pt>
    <dgm:pt modelId="{8259A156-B496-374E-914A-656C80239D3F}" type="pres">
      <dgm:prSet presAssocID="{1ACAB114-0CF9-4AD0-8135-67AE5E451574}" presName="tx1" presStyleLbl="revTx" presStyleIdx="0" presStyleCnt="7"/>
      <dgm:spPr/>
    </dgm:pt>
    <dgm:pt modelId="{D99C513F-A0A4-B24D-848E-67A46CFF022E}" type="pres">
      <dgm:prSet presAssocID="{1ACAB114-0CF9-4AD0-8135-67AE5E451574}" presName="vert1" presStyleCnt="0"/>
      <dgm:spPr/>
    </dgm:pt>
    <dgm:pt modelId="{86CCFCAE-3458-B247-A6EC-74EA51339814}" type="pres">
      <dgm:prSet presAssocID="{C5CD475A-7155-47CA-9782-5A19834C4D70}" presName="thickLine" presStyleLbl="alignNode1" presStyleIdx="1" presStyleCnt="7"/>
      <dgm:spPr/>
    </dgm:pt>
    <dgm:pt modelId="{5256D242-417F-414E-9FFB-4E0286F7B816}" type="pres">
      <dgm:prSet presAssocID="{C5CD475A-7155-47CA-9782-5A19834C4D70}" presName="horz1" presStyleCnt="0"/>
      <dgm:spPr/>
    </dgm:pt>
    <dgm:pt modelId="{231B52F4-1357-A94C-8555-9645011B611E}" type="pres">
      <dgm:prSet presAssocID="{C5CD475A-7155-47CA-9782-5A19834C4D70}" presName="tx1" presStyleLbl="revTx" presStyleIdx="1" presStyleCnt="7"/>
      <dgm:spPr/>
    </dgm:pt>
    <dgm:pt modelId="{31389532-494A-2641-A633-DF3B9AE6BA86}" type="pres">
      <dgm:prSet presAssocID="{C5CD475A-7155-47CA-9782-5A19834C4D70}" presName="vert1" presStyleCnt="0"/>
      <dgm:spPr/>
    </dgm:pt>
    <dgm:pt modelId="{14859748-F546-5045-8D2E-1A86E22945EB}" type="pres">
      <dgm:prSet presAssocID="{F466C641-CDD3-4388-AFCE-2D9BD4500B7F}" presName="thickLine" presStyleLbl="alignNode1" presStyleIdx="2" presStyleCnt="7"/>
      <dgm:spPr/>
    </dgm:pt>
    <dgm:pt modelId="{20DD19D9-B032-B745-9B15-7A2629A35305}" type="pres">
      <dgm:prSet presAssocID="{F466C641-CDD3-4388-AFCE-2D9BD4500B7F}" presName="horz1" presStyleCnt="0"/>
      <dgm:spPr/>
    </dgm:pt>
    <dgm:pt modelId="{A19546E7-A3AB-2B4F-B489-DDE278E49217}" type="pres">
      <dgm:prSet presAssocID="{F466C641-CDD3-4388-AFCE-2D9BD4500B7F}" presName="tx1" presStyleLbl="revTx" presStyleIdx="2" presStyleCnt="7"/>
      <dgm:spPr/>
    </dgm:pt>
    <dgm:pt modelId="{0A22DB27-81A1-9246-9E2D-0FE5919D23A6}" type="pres">
      <dgm:prSet presAssocID="{F466C641-CDD3-4388-AFCE-2D9BD4500B7F}" presName="vert1" presStyleCnt="0"/>
      <dgm:spPr/>
    </dgm:pt>
    <dgm:pt modelId="{4A6A581A-38E8-8744-8690-34C8052C7949}" type="pres">
      <dgm:prSet presAssocID="{6F3436E0-BA41-4E3A-9159-23AEFB4C5940}" presName="thickLine" presStyleLbl="alignNode1" presStyleIdx="3" presStyleCnt="7"/>
      <dgm:spPr/>
    </dgm:pt>
    <dgm:pt modelId="{23283586-3966-D74C-8FE9-DFA9CE43E7C5}" type="pres">
      <dgm:prSet presAssocID="{6F3436E0-BA41-4E3A-9159-23AEFB4C5940}" presName="horz1" presStyleCnt="0"/>
      <dgm:spPr/>
    </dgm:pt>
    <dgm:pt modelId="{58B98185-8ACF-4C49-877A-664453CBABCF}" type="pres">
      <dgm:prSet presAssocID="{6F3436E0-BA41-4E3A-9159-23AEFB4C5940}" presName="tx1" presStyleLbl="revTx" presStyleIdx="3" presStyleCnt="7"/>
      <dgm:spPr/>
    </dgm:pt>
    <dgm:pt modelId="{277457DC-1A74-6C43-9496-8CEB805629FE}" type="pres">
      <dgm:prSet presAssocID="{6F3436E0-BA41-4E3A-9159-23AEFB4C5940}" presName="vert1" presStyleCnt="0"/>
      <dgm:spPr/>
    </dgm:pt>
    <dgm:pt modelId="{3D1605F8-A012-684B-9681-A39700E73796}" type="pres">
      <dgm:prSet presAssocID="{4EC2C9DF-B5A6-4F35-8086-73D05748553C}" presName="thickLine" presStyleLbl="alignNode1" presStyleIdx="4" presStyleCnt="7"/>
      <dgm:spPr/>
    </dgm:pt>
    <dgm:pt modelId="{E9717D4E-FD62-1541-B29A-3065549B046F}" type="pres">
      <dgm:prSet presAssocID="{4EC2C9DF-B5A6-4F35-8086-73D05748553C}" presName="horz1" presStyleCnt="0"/>
      <dgm:spPr/>
    </dgm:pt>
    <dgm:pt modelId="{A751D127-8ED3-5A45-BDB1-A4042640668E}" type="pres">
      <dgm:prSet presAssocID="{4EC2C9DF-B5A6-4F35-8086-73D05748553C}" presName="tx1" presStyleLbl="revTx" presStyleIdx="4" presStyleCnt="7"/>
      <dgm:spPr/>
    </dgm:pt>
    <dgm:pt modelId="{D1746734-4222-5C44-88E2-6D15A957CE7D}" type="pres">
      <dgm:prSet presAssocID="{4EC2C9DF-B5A6-4F35-8086-73D05748553C}" presName="vert1" presStyleCnt="0"/>
      <dgm:spPr/>
    </dgm:pt>
    <dgm:pt modelId="{6E09EFAE-A6DD-274C-84BC-134631154C30}" type="pres">
      <dgm:prSet presAssocID="{09FD8392-93C2-4EB3-ABDA-6328ABA3E1E7}" presName="thickLine" presStyleLbl="alignNode1" presStyleIdx="5" presStyleCnt="7"/>
      <dgm:spPr/>
    </dgm:pt>
    <dgm:pt modelId="{451D2E9C-FF46-BE42-9CD7-BFD49453084B}" type="pres">
      <dgm:prSet presAssocID="{09FD8392-93C2-4EB3-ABDA-6328ABA3E1E7}" presName="horz1" presStyleCnt="0"/>
      <dgm:spPr/>
    </dgm:pt>
    <dgm:pt modelId="{2EBF6B40-A29B-F748-988A-464C9E736898}" type="pres">
      <dgm:prSet presAssocID="{09FD8392-93C2-4EB3-ABDA-6328ABA3E1E7}" presName="tx1" presStyleLbl="revTx" presStyleIdx="5" presStyleCnt="7"/>
      <dgm:spPr/>
    </dgm:pt>
    <dgm:pt modelId="{A75E8419-AC1F-8446-8454-D39FC2052333}" type="pres">
      <dgm:prSet presAssocID="{09FD8392-93C2-4EB3-ABDA-6328ABA3E1E7}" presName="vert1" presStyleCnt="0"/>
      <dgm:spPr/>
    </dgm:pt>
    <dgm:pt modelId="{F1BE7153-9CE9-F74A-9642-D13668F3A969}" type="pres">
      <dgm:prSet presAssocID="{2C71B2D8-F7F8-463B-BF20-DB7FC7C238E7}" presName="thickLine" presStyleLbl="alignNode1" presStyleIdx="6" presStyleCnt="7"/>
      <dgm:spPr/>
    </dgm:pt>
    <dgm:pt modelId="{A387312E-66B6-654C-8FA8-A1B2ACDE8CAB}" type="pres">
      <dgm:prSet presAssocID="{2C71B2D8-F7F8-463B-BF20-DB7FC7C238E7}" presName="horz1" presStyleCnt="0"/>
      <dgm:spPr/>
    </dgm:pt>
    <dgm:pt modelId="{C25C3E74-8713-104F-956F-D9DEABB6F3C0}" type="pres">
      <dgm:prSet presAssocID="{2C71B2D8-F7F8-463B-BF20-DB7FC7C238E7}" presName="tx1" presStyleLbl="revTx" presStyleIdx="6" presStyleCnt="7"/>
      <dgm:spPr/>
    </dgm:pt>
    <dgm:pt modelId="{86F35EEA-379E-014A-BC67-801E57707C3D}" type="pres">
      <dgm:prSet presAssocID="{2C71B2D8-F7F8-463B-BF20-DB7FC7C238E7}" presName="vert1" presStyleCnt="0"/>
      <dgm:spPr/>
    </dgm:pt>
  </dgm:ptLst>
  <dgm:cxnLst>
    <dgm:cxn modelId="{9935D213-029D-4151-A2EC-E44A38C4EDBE}" srcId="{05F204D8-5A63-4E3E-9213-F8BDD763D8DF}" destId="{F466C641-CDD3-4388-AFCE-2D9BD4500B7F}" srcOrd="2" destOrd="0" parTransId="{EEFAC58D-AE37-4A02-B1E6-74CF4AB96A25}" sibTransId="{76500C7D-A265-4EB5-B494-16876116EC3F}"/>
    <dgm:cxn modelId="{38767214-A133-F941-A843-6F2953B8FAEF}" type="presOf" srcId="{2C71B2D8-F7F8-463B-BF20-DB7FC7C238E7}" destId="{C25C3E74-8713-104F-956F-D9DEABB6F3C0}" srcOrd="0" destOrd="0" presId="urn:microsoft.com/office/officeart/2008/layout/LinedList"/>
    <dgm:cxn modelId="{90325E41-0FD0-E44C-9E6F-D1815841AEC3}" type="presOf" srcId="{09FD8392-93C2-4EB3-ABDA-6328ABA3E1E7}" destId="{2EBF6B40-A29B-F748-988A-464C9E736898}" srcOrd="0" destOrd="0" presId="urn:microsoft.com/office/officeart/2008/layout/LinedList"/>
    <dgm:cxn modelId="{40BD5344-50FD-4742-8D14-40A6C9211EA6}" srcId="{05F204D8-5A63-4E3E-9213-F8BDD763D8DF}" destId="{1ACAB114-0CF9-4AD0-8135-67AE5E451574}" srcOrd="0" destOrd="0" parTransId="{E3DB1B1B-1E4F-4F7A-9047-3F4834A83BCD}" sibTransId="{A617D40F-8954-46D5-ADD4-DEBE7458EA1C}"/>
    <dgm:cxn modelId="{AEF5BF5A-DE49-174E-8FC1-136B054121E3}" type="presOf" srcId="{C5CD475A-7155-47CA-9782-5A19834C4D70}" destId="{231B52F4-1357-A94C-8555-9645011B611E}" srcOrd="0" destOrd="0" presId="urn:microsoft.com/office/officeart/2008/layout/LinedList"/>
    <dgm:cxn modelId="{19BD796B-158D-B646-8699-EE8FBB2A210E}" type="presOf" srcId="{F466C641-CDD3-4388-AFCE-2D9BD4500B7F}" destId="{A19546E7-A3AB-2B4F-B489-DDE278E49217}" srcOrd="0" destOrd="0" presId="urn:microsoft.com/office/officeart/2008/layout/LinedList"/>
    <dgm:cxn modelId="{2E93D77E-D18D-41A3-BBB7-CAFD2A1666E8}" srcId="{05F204D8-5A63-4E3E-9213-F8BDD763D8DF}" destId="{C5CD475A-7155-47CA-9782-5A19834C4D70}" srcOrd="1" destOrd="0" parTransId="{AB6BA06D-8F37-4DD4-9681-851EDA9AA4CF}" sibTransId="{023E515E-4EDC-496F-9380-A38EEBF867A9}"/>
    <dgm:cxn modelId="{34A93F7F-6706-417C-A323-5537CDFDD6B0}" srcId="{05F204D8-5A63-4E3E-9213-F8BDD763D8DF}" destId="{2C71B2D8-F7F8-463B-BF20-DB7FC7C238E7}" srcOrd="6" destOrd="0" parTransId="{E83F35D4-66AE-4F6B-BE47-832ACB5DCCBC}" sibTransId="{9A0898DC-4AE1-4354-BDA2-18AFD76187F7}"/>
    <dgm:cxn modelId="{07F6EEA2-916C-834C-B833-BFDE39102B9B}" type="presOf" srcId="{4EC2C9DF-B5A6-4F35-8086-73D05748553C}" destId="{A751D127-8ED3-5A45-BDB1-A4042640668E}" srcOrd="0" destOrd="0" presId="urn:microsoft.com/office/officeart/2008/layout/LinedList"/>
    <dgm:cxn modelId="{402610A5-6BF7-4F77-959C-020CD3ED47C1}" srcId="{05F204D8-5A63-4E3E-9213-F8BDD763D8DF}" destId="{4EC2C9DF-B5A6-4F35-8086-73D05748553C}" srcOrd="4" destOrd="0" parTransId="{C5168E93-6EAD-4929-BFE1-B77E24FDC190}" sibTransId="{60BD479F-A3C8-467E-A48A-86CE8110D5F0}"/>
    <dgm:cxn modelId="{8B905EA7-7BF8-A54F-BBB9-E298CD6B4778}" type="presOf" srcId="{1ACAB114-0CF9-4AD0-8135-67AE5E451574}" destId="{8259A156-B496-374E-914A-656C80239D3F}" srcOrd="0" destOrd="0" presId="urn:microsoft.com/office/officeart/2008/layout/LinedList"/>
    <dgm:cxn modelId="{C58363B3-F1DC-4588-A20E-72069EA9B64E}" srcId="{05F204D8-5A63-4E3E-9213-F8BDD763D8DF}" destId="{6F3436E0-BA41-4E3A-9159-23AEFB4C5940}" srcOrd="3" destOrd="0" parTransId="{885E2619-9A44-44AC-A90E-C6670AB3D74E}" sibTransId="{E45D0DE1-40C9-4F2F-8569-6A598AA3BE55}"/>
    <dgm:cxn modelId="{95B931B9-CF56-9240-A496-223E231F14C1}" type="presOf" srcId="{6F3436E0-BA41-4E3A-9159-23AEFB4C5940}" destId="{58B98185-8ACF-4C49-877A-664453CBABCF}" srcOrd="0" destOrd="0" presId="urn:microsoft.com/office/officeart/2008/layout/LinedList"/>
    <dgm:cxn modelId="{A053CBE9-B4CD-A84D-A69D-0DCB222D0CF7}" type="presOf" srcId="{05F204D8-5A63-4E3E-9213-F8BDD763D8DF}" destId="{378A5707-7237-EF48-BA5E-A6580254D23F}" srcOrd="0" destOrd="0" presId="urn:microsoft.com/office/officeart/2008/layout/LinedList"/>
    <dgm:cxn modelId="{A81089F4-771E-458E-920F-E1AD434671E8}" srcId="{05F204D8-5A63-4E3E-9213-F8BDD763D8DF}" destId="{09FD8392-93C2-4EB3-ABDA-6328ABA3E1E7}" srcOrd="5" destOrd="0" parTransId="{8083AC16-9E65-48B3-87CB-F617A1705A6C}" sibTransId="{A21EC338-C684-490D-B7D9-AE8000895762}"/>
    <dgm:cxn modelId="{778BA3B7-45BC-8D41-902E-3365BDC723A8}" type="presParOf" srcId="{378A5707-7237-EF48-BA5E-A6580254D23F}" destId="{80E1DFA7-6325-9047-840A-8703F6D77DDE}" srcOrd="0" destOrd="0" presId="urn:microsoft.com/office/officeart/2008/layout/LinedList"/>
    <dgm:cxn modelId="{D217E07B-D3AB-9C4E-A842-5B20B40E7C17}" type="presParOf" srcId="{378A5707-7237-EF48-BA5E-A6580254D23F}" destId="{DDADDF9B-0018-FF49-8398-DC57726142AB}" srcOrd="1" destOrd="0" presId="urn:microsoft.com/office/officeart/2008/layout/LinedList"/>
    <dgm:cxn modelId="{CD285CC7-49FA-D440-BF37-860AB814783F}" type="presParOf" srcId="{DDADDF9B-0018-FF49-8398-DC57726142AB}" destId="{8259A156-B496-374E-914A-656C80239D3F}" srcOrd="0" destOrd="0" presId="urn:microsoft.com/office/officeart/2008/layout/LinedList"/>
    <dgm:cxn modelId="{E7B5BFC0-CD62-804E-B2CE-CAD6682DF44C}" type="presParOf" srcId="{DDADDF9B-0018-FF49-8398-DC57726142AB}" destId="{D99C513F-A0A4-B24D-848E-67A46CFF022E}" srcOrd="1" destOrd="0" presId="urn:microsoft.com/office/officeart/2008/layout/LinedList"/>
    <dgm:cxn modelId="{07FFB435-A84A-214A-AAEA-72272C3501C0}" type="presParOf" srcId="{378A5707-7237-EF48-BA5E-A6580254D23F}" destId="{86CCFCAE-3458-B247-A6EC-74EA51339814}" srcOrd="2" destOrd="0" presId="urn:microsoft.com/office/officeart/2008/layout/LinedList"/>
    <dgm:cxn modelId="{79CE6CB1-B814-6045-83E1-FC7564D14263}" type="presParOf" srcId="{378A5707-7237-EF48-BA5E-A6580254D23F}" destId="{5256D242-417F-414E-9FFB-4E0286F7B816}" srcOrd="3" destOrd="0" presId="urn:microsoft.com/office/officeart/2008/layout/LinedList"/>
    <dgm:cxn modelId="{0C5F80CA-A873-BF4D-9666-D3B99A886A30}" type="presParOf" srcId="{5256D242-417F-414E-9FFB-4E0286F7B816}" destId="{231B52F4-1357-A94C-8555-9645011B611E}" srcOrd="0" destOrd="0" presId="urn:microsoft.com/office/officeart/2008/layout/LinedList"/>
    <dgm:cxn modelId="{EFCAC276-F90B-D34B-A87D-5FD785ECC905}" type="presParOf" srcId="{5256D242-417F-414E-9FFB-4E0286F7B816}" destId="{31389532-494A-2641-A633-DF3B9AE6BA86}" srcOrd="1" destOrd="0" presId="urn:microsoft.com/office/officeart/2008/layout/LinedList"/>
    <dgm:cxn modelId="{8AB57A99-9062-E947-ADAE-C1832DC5ADC4}" type="presParOf" srcId="{378A5707-7237-EF48-BA5E-A6580254D23F}" destId="{14859748-F546-5045-8D2E-1A86E22945EB}" srcOrd="4" destOrd="0" presId="urn:microsoft.com/office/officeart/2008/layout/LinedList"/>
    <dgm:cxn modelId="{AB65C463-3B2D-1F42-BF6D-74156141630C}" type="presParOf" srcId="{378A5707-7237-EF48-BA5E-A6580254D23F}" destId="{20DD19D9-B032-B745-9B15-7A2629A35305}" srcOrd="5" destOrd="0" presId="urn:microsoft.com/office/officeart/2008/layout/LinedList"/>
    <dgm:cxn modelId="{A299C93E-57DA-3442-9B74-D8783AB2FC28}" type="presParOf" srcId="{20DD19D9-B032-B745-9B15-7A2629A35305}" destId="{A19546E7-A3AB-2B4F-B489-DDE278E49217}" srcOrd="0" destOrd="0" presId="urn:microsoft.com/office/officeart/2008/layout/LinedList"/>
    <dgm:cxn modelId="{B3A020FA-5F43-794A-BF48-0DCD646CFBE4}" type="presParOf" srcId="{20DD19D9-B032-B745-9B15-7A2629A35305}" destId="{0A22DB27-81A1-9246-9E2D-0FE5919D23A6}" srcOrd="1" destOrd="0" presId="urn:microsoft.com/office/officeart/2008/layout/LinedList"/>
    <dgm:cxn modelId="{508DCFFD-07F3-894F-B8CC-5131FA80D6A7}" type="presParOf" srcId="{378A5707-7237-EF48-BA5E-A6580254D23F}" destId="{4A6A581A-38E8-8744-8690-34C8052C7949}" srcOrd="6" destOrd="0" presId="urn:microsoft.com/office/officeart/2008/layout/LinedList"/>
    <dgm:cxn modelId="{A3EFC0CA-CA3E-0B40-A1A6-7875AA35268E}" type="presParOf" srcId="{378A5707-7237-EF48-BA5E-A6580254D23F}" destId="{23283586-3966-D74C-8FE9-DFA9CE43E7C5}" srcOrd="7" destOrd="0" presId="urn:microsoft.com/office/officeart/2008/layout/LinedList"/>
    <dgm:cxn modelId="{C77FB141-D274-3C4F-8894-7359009D7BEB}" type="presParOf" srcId="{23283586-3966-D74C-8FE9-DFA9CE43E7C5}" destId="{58B98185-8ACF-4C49-877A-664453CBABCF}" srcOrd="0" destOrd="0" presId="urn:microsoft.com/office/officeart/2008/layout/LinedList"/>
    <dgm:cxn modelId="{AB6220C8-E1D2-4B47-98F1-24FABD7B56D3}" type="presParOf" srcId="{23283586-3966-D74C-8FE9-DFA9CE43E7C5}" destId="{277457DC-1A74-6C43-9496-8CEB805629FE}" srcOrd="1" destOrd="0" presId="urn:microsoft.com/office/officeart/2008/layout/LinedList"/>
    <dgm:cxn modelId="{D4A44E44-98FB-684A-AE87-A90EA8AD6207}" type="presParOf" srcId="{378A5707-7237-EF48-BA5E-A6580254D23F}" destId="{3D1605F8-A012-684B-9681-A39700E73796}" srcOrd="8" destOrd="0" presId="urn:microsoft.com/office/officeart/2008/layout/LinedList"/>
    <dgm:cxn modelId="{2D828C77-5FDC-0843-8740-421E112E0D58}" type="presParOf" srcId="{378A5707-7237-EF48-BA5E-A6580254D23F}" destId="{E9717D4E-FD62-1541-B29A-3065549B046F}" srcOrd="9" destOrd="0" presId="urn:microsoft.com/office/officeart/2008/layout/LinedList"/>
    <dgm:cxn modelId="{9EEFB41F-E8C4-7A45-A3F6-5318FB3467A4}" type="presParOf" srcId="{E9717D4E-FD62-1541-B29A-3065549B046F}" destId="{A751D127-8ED3-5A45-BDB1-A4042640668E}" srcOrd="0" destOrd="0" presId="urn:microsoft.com/office/officeart/2008/layout/LinedList"/>
    <dgm:cxn modelId="{90BA77D4-EF8F-7148-847B-422CE69ECCA8}" type="presParOf" srcId="{E9717D4E-FD62-1541-B29A-3065549B046F}" destId="{D1746734-4222-5C44-88E2-6D15A957CE7D}" srcOrd="1" destOrd="0" presId="urn:microsoft.com/office/officeart/2008/layout/LinedList"/>
    <dgm:cxn modelId="{5A3F445F-3145-3848-A6DE-B5594B3CC460}" type="presParOf" srcId="{378A5707-7237-EF48-BA5E-A6580254D23F}" destId="{6E09EFAE-A6DD-274C-84BC-134631154C30}" srcOrd="10" destOrd="0" presId="urn:microsoft.com/office/officeart/2008/layout/LinedList"/>
    <dgm:cxn modelId="{2D9CD186-76D0-1747-A32F-B2668CAF3876}" type="presParOf" srcId="{378A5707-7237-EF48-BA5E-A6580254D23F}" destId="{451D2E9C-FF46-BE42-9CD7-BFD49453084B}" srcOrd="11" destOrd="0" presId="urn:microsoft.com/office/officeart/2008/layout/LinedList"/>
    <dgm:cxn modelId="{FED9F0FC-EE4A-9F47-A5DA-9DCCF3B18117}" type="presParOf" srcId="{451D2E9C-FF46-BE42-9CD7-BFD49453084B}" destId="{2EBF6B40-A29B-F748-988A-464C9E736898}" srcOrd="0" destOrd="0" presId="urn:microsoft.com/office/officeart/2008/layout/LinedList"/>
    <dgm:cxn modelId="{9A9EEB37-3B20-2B49-8F12-08E84F501D27}" type="presParOf" srcId="{451D2E9C-FF46-BE42-9CD7-BFD49453084B}" destId="{A75E8419-AC1F-8446-8454-D39FC2052333}" srcOrd="1" destOrd="0" presId="urn:microsoft.com/office/officeart/2008/layout/LinedList"/>
    <dgm:cxn modelId="{77DB0098-D80E-D846-AD94-F1B13E150C01}" type="presParOf" srcId="{378A5707-7237-EF48-BA5E-A6580254D23F}" destId="{F1BE7153-9CE9-F74A-9642-D13668F3A969}" srcOrd="12" destOrd="0" presId="urn:microsoft.com/office/officeart/2008/layout/LinedList"/>
    <dgm:cxn modelId="{B5C1967F-3729-3147-963C-0097034D0826}" type="presParOf" srcId="{378A5707-7237-EF48-BA5E-A6580254D23F}" destId="{A387312E-66B6-654C-8FA8-A1B2ACDE8CAB}" srcOrd="13" destOrd="0" presId="urn:microsoft.com/office/officeart/2008/layout/LinedList"/>
    <dgm:cxn modelId="{90A84B51-6BE3-7B4C-906E-134FC4758B2D}" type="presParOf" srcId="{A387312E-66B6-654C-8FA8-A1B2ACDE8CAB}" destId="{C25C3E74-8713-104F-956F-D9DEABB6F3C0}" srcOrd="0" destOrd="0" presId="urn:microsoft.com/office/officeart/2008/layout/LinedList"/>
    <dgm:cxn modelId="{232AE002-A7EF-AE4E-A0C3-3F2B9755367E}" type="presParOf" srcId="{A387312E-66B6-654C-8FA8-A1B2ACDE8CAB}" destId="{86F35EEA-379E-014A-BC67-801E57707C3D}" srcOrd="1" destOrd="0" presId="urn:microsoft.com/office/officeart/2008/layout/LinedList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rawing1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C6C017FC-AC87-45A0-BD93-6C677E8E99F4}">
      <dsp:nvSpPr>
        <dsp:cNvPr id="0" name=""/>
        <dsp:cNvSpPr/>
      </dsp:nvSpPr>
      <dsp:spPr>
        <a:xfrm>
          <a:off x="0" y="3622"/>
          <a:ext cx="5913437" cy="771640"/>
        </a:xfrm>
        <a:prstGeom prst="roundRect">
          <a:avLst>
            <a:gd name="adj" fmla="val 10000"/>
          </a:avLst>
        </a:prstGeom>
        <a:solidFill>
          <a:schemeClr val="bg1">
            <a:lumMod val="95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99419EDA-B321-4946-9FC9-B5D8AF5FCE2B}">
      <dsp:nvSpPr>
        <dsp:cNvPr id="0" name=""/>
        <dsp:cNvSpPr/>
      </dsp:nvSpPr>
      <dsp:spPr>
        <a:xfrm>
          <a:off x="233421" y="177241"/>
          <a:ext cx="424402" cy="424402"/>
        </a:xfrm>
        <a:prstGeom prst="rect">
          <a:avLst/>
        </a:prstGeom>
        <a:blipFill>
          <a:blip xmlns:r="http://schemas.openxmlformats.org/officeDocument/2006/relationships" r:embed="rId1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a:blipFill>
        <a:ln w="15875" cap="flat" cmpd="sng" algn="ctr">
          <a:noFill/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AABCCB35-B8EF-4208-8D2B-9F8BE408260E}">
      <dsp:nvSpPr>
        <dsp:cNvPr id="0" name=""/>
        <dsp:cNvSpPr/>
      </dsp:nvSpPr>
      <dsp:spPr>
        <a:xfrm>
          <a:off x="891244" y="3622"/>
          <a:ext cx="5022192" cy="771640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81665" tIns="81665" rIns="81665" bIns="81665" numCol="1" spcCol="1270" anchor="ctr" anchorCtr="0">
          <a:noAutofit/>
        </a:bodyPr>
        <a:lstStyle/>
        <a:p>
          <a:pPr marL="0" lvl="0" indent="0" algn="l" defTabSz="84455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900" kern="1200"/>
            <a:t>Intro</a:t>
          </a:r>
        </a:p>
      </dsp:txBody>
      <dsp:txXfrm>
        <a:off x="891244" y="3622"/>
        <a:ext cx="5022192" cy="771640"/>
      </dsp:txXfrm>
    </dsp:sp>
    <dsp:sp modelId="{25746EDE-FF17-4B8B-9899-D91033D6FACB}">
      <dsp:nvSpPr>
        <dsp:cNvPr id="0" name=""/>
        <dsp:cNvSpPr/>
      </dsp:nvSpPr>
      <dsp:spPr>
        <a:xfrm>
          <a:off x="0" y="968173"/>
          <a:ext cx="5913437" cy="771640"/>
        </a:xfrm>
        <a:prstGeom prst="roundRect">
          <a:avLst>
            <a:gd name="adj" fmla="val 10000"/>
          </a:avLst>
        </a:prstGeom>
        <a:solidFill>
          <a:schemeClr val="bg1">
            <a:lumMod val="95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7CB9AAAC-FE20-4778-946D-E5AAFD3E0368}">
      <dsp:nvSpPr>
        <dsp:cNvPr id="0" name=""/>
        <dsp:cNvSpPr/>
      </dsp:nvSpPr>
      <dsp:spPr>
        <a:xfrm>
          <a:off x="233421" y="1141792"/>
          <a:ext cx="424402" cy="424402"/>
        </a:xfrm>
        <a:prstGeom prst="rect">
          <a:avLst/>
        </a:prstGeom>
        <a:blipFill>
          <a:blip xmlns:r="http://schemas.openxmlformats.org/officeDocument/2006/relationships" r:embed="rId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a:blipFill>
        <a:ln w="15875" cap="flat" cmpd="sng" algn="ctr">
          <a:noFill/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9BAF677D-BE2C-436F-9701-A6437D5014F4}">
      <dsp:nvSpPr>
        <dsp:cNvPr id="0" name=""/>
        <dsp:cNvSpPr/>
      </dsp:nvSpPr>
      <dsp:spPr>
        <a:xfrm>
          <a:off x="891244" y="968173"/>
          <a:ext cx="5022192" cy="771640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81665" tIns="81665" rIns="81665" bIns="81665" numCol="1" spcCol="1270" anchor="ctr" anchorCtr="0">
          <a:noAutofit/>
        </a:bodyPr>
        <a:lstStyle/>
        <a:p>
          <a:pPr marL="0" lvl="0" indent="0" algn="l" defTabSz="84455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900" kern="1200"/>
            <a:t>Skills (Key + Technical)</a:t>
          </a:r>
        </a:p>
      </dsp:txBody>
      <dsp:txXfrm>
        <a:off x="891244" y="968173"/>
        <a:ext cx="5022192" cy="771640"/>
      </dsp:txXfrm>
    </dsp:sp>
    <dsp:sp modelId="{33B8F18A-7320-452E-B795-F060AAEC8F3A}">
      <dsp:nvSpPr>
        <dsp:cNvPr id="0" name=""/>
        <dsp:cNvSpPr/>
      </dsp:nvSpPr>
      <dsp:spPr>
        <a:xfrm>
          <a:off x="0" y="1932723"/>
          <a:ext cx="5913437" cy="771640"/>
        </a:xfrm>
        <a:prstGeom prst="roundRect">
          <a:avLst>
            <a:gd name="adj" fmla="val 10000"/>
          </a:avLst>
        </a:prstGeom>
        <a:solidFill>
          <a:schemeClr val="bg1">
            <a:lumMod val="95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5A259CF9-F342-442E-B559-7BEEA2BEA7FA}">
      <dsp:nvSpPr>
        <dsp:cNvPr id="0" name=""/>
        <dsp:cNvSpPr/>
      </dsp:nvSpPr>
      <dsp:spPr>
        <a:xfrm>
          <a:off x="233421" y="2106342"/>
          <a:ext cx="424402" cy="424402"/>
        </a:xfrm>
        <a:prstGeom prst="rect">
          <a:avLst/>
        </a:prstGeom>
        <a:blipFill>
          <a:blip xmlns:r="http://schemas.openxmlformats.org/officeDocument/2006/relationships" r:embed="rId5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a:blipFill>
        <a:ln w="15875" cap="flat" cmpd="sng" algn="ctr">
          <a:noFill/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53CAA4EA-66DB-405B-AFBA-A4EC3FCEA6CE}">
      <dsp:nvSpPr>
        <dsp:cNvPr id="0" name=""/>
        <dsp:cNvSpPr/>
      </dsp:nvSpPr>
      <dsp:spPr>
        <a:xfrm>
          <a:off x="891244" y="1932723"/>
          <a:ext cx="5022192" cy="771640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81665" tIns="81665" rIns="81665" bIns="81665" numCol="1" spcCol="1270" anchor="ctr" anchorCtr="0">
          <a:noAutofit/>
        </a:bodyPr>
        <a:lstStyle/>
        <a:p>
          <a:pPr marL="0" lvl="0" indent="0" algn="l" defTabSz="84455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900" kern="1200"/>
            <a:t>Professional Experience</a:t>
          </a:r>
        </a:p>
      </dsp:txBody>
      <dsp:txXfrm>
        <a:off x="891244" y="1932723"/>
        <a:ext cx="5022192" cy="771640"/>
      </dsp:txXfrm>
    </dsp:sp>
    <dsp:sp modelId="{90C8D7BA-CCAE-4E2A-BCF9-5FEC7CB21595}">
      <dsp:nvSpPr>
        <dsp:cNvPr id="0" name=""/>
        <dsp:cNvSpPr/>
      </dsp:nvSpPr>
      <dsp:spPr>
        <a:xfrm>
          <a:off x="0" y="2897274"/>
          <a:ext cx="5913437" cy="771640"/>
        </a:xfrm>
        <a:prstGeom prst="roundRect">
          <a:avLst>
            <a:gd name="adj" fmla="val 10000"/>
          </a:avLst>
        </a:prstGeom>
        <a:solidFill>
          <a:schemeClr val="bg1">
            <a:lumMod val="95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DB4F9B12-551F-44BB-B29F-3713082CEE35}">
      <dsp:nvSpPr>
        <dsp:cNvPr id="0" name=""/>
        <dsp:cNvSpPr/>
      </dsp:nvSpPr>
      <dsp:spPr>
        <a:xfrm>
          <a:off x="233421" y="3070893"/>
          <a:ext cx="424402" cy="424402"/>
        </a:xfrm>
        <a:prstGeom prst="rect">
          <a:avLst/>
        </a:prstGeom>
        <a:blipFill>
          <a:blip xmlns:r="http://schemas.openxmlformats.org/officeDocument/2006/relationships" r:embed="rId7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8"/>
              </a:ext>
            </a:extLst>
          </a:blip>
          <a:stretch>
            <a:fillRect/>
          </a:stretch>
        </a:blipFill>
        <a:ln w="15875" cap="flat" cmpd="sng" algn="ctr">
          <a:noFill/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1A626C3A-A546-4C47-BEB3-86F79DF8B631}">
      <dsp:nvSpPr>
        <dsp:cNvPr id="0" name=""/>
        <dsp:cNvSpPr/>
      </dsp:nvSpPr>
      <dsp:spPr>
        <a:xfrm>
          <a:off x="891244" y="2897274"/>
          <a:ext cx="5022192" cy="771640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81665" tIns="81665" rIns="81665" bIns="81665" numCol="1" spcCol="1270" anchor="ctr" anchorCtr="0">
          <a:noAutofit/>
        </a:bodyPr>
        <a:lstStyle/>
        <a:p>
          <a:pPr marL="0" lvl="0" indent="0" algn="l" defTabSz="84455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900" kern="1200"/>
            <a:t>Education (Academic + Professional)</a:t>
          </a:r>
        </a:p>
      </dsp:txBody>
      <dsp:txXfrm>
        <a:off x="891244" y="2897274"/>
        <a:ext cx="5022192" cy="771640"/>
      </dsp:txXfrm>
    </dsp:sp>
    <dsp:sp modelId="{C43A1660-55D2-4668-9297-0CFA53081824}">
      <dsp:nvSpPr>
        <dsp:cNvPr id="0" name=""/>
        <dsp:cNvSpPr/>
      </dsp:nvSpPr>
      <dsp:spPr>
        <a:xfrm>
          <a:off x="0" y="3861824"/>
          <a:ext cx="5913437" cy="771640"/>
        </a:xfrm>
        <a:prstGeom prst="roundRect">
          <a:avLst>
            <a:gd name="adj" fmla="val 10000"/>
          </a:avLst>
        </a:prstGeom>
        <a:solidFill>
          <a:schemeClr val="bg1">
            <a:lumMod val="95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FED17E33-DFC9-49D1-9C0D-73DB4E8CE1C6}">
      <dsp:nvSpPr>
        <dsp:cNvPr id="0" name=""/>
        <dsp:cNvSpPr/>
      </dsp:nvSpPr>
      <dsp:spPr>
        <a:xfrm>
          <a:off x="233421" y="4035443"/>
          <a:ext cx="424402" cy="424402"/>
        </a:xfrm>
        <a:prstGeom prst="rect">
          <a:avLst/>
        </a:prstGeom>
        <a:blipFill>
          <a:blip xmlns:r="http://schemas.openxmlformats.org/officeDocument/2006/relationships" r:embed="rId9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10"/>
              </a:ext>
            </a:extLst>
          </a:blip>
          <a:stretch>
            <a:fillRect/>
          </a:stretch>
        </a:blipFill>
        <a:ln w="15875" cap="flat" cmpd="sng" algn="ctr">
          <a:noFill/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E4EFD0FD-A74A-45EC-BACF-69DB45397CFD}">
      <dsp:nvSpPr>
        <dsp:cNvPr id="0" name=""/>
        <dsp:cNvSpPr/>
      </dsp:nvSpPr>
      <dsp:spPr>
        <a:xfrm>
          <a:off x="891244" y="3861824"/>
          <a:ext cx="5022192" cy="771640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81665" tIns="81665" rIns="81665" bIns="81665" numCol="1" spcCol="1270" anchor="ctr" anchorCtr="0">
          <a:noAutofit/>
        </a:bodyPr>
        <a:lstStyle/>
        <a:p>
          <a:pPr marL="0" lvl="0" indent="0" algn="l" defTabSz="84455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900" kern="1200"/>
            <a:t>Q &amp; A</a:t>
          </a:r>
        </a:p>
      </dsp:txBody>
      <dsp:txXfrm>
        <a:off x="891244" y="3861824"/>
        <a:ext cx="5022192" cy="771640"/>
      </dsp:txXfrm>
    </dsp:sp>
  </dsp:spTree>
</dsp:drawing>
</file>

<file path=ppt/diagrams/drawing2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633469E3-3001-B64C-8001-381D393341BD}">
      <dsp:nvSpPr>
        <dsp:cNvPr id="0" name=""/>
        <dsp:cNvSpPr/>
      </dsp:nvSpPr>
      <dsp:spPr>
        <a:xfrm>
          <a:off x="804389" y="2172"/>
          <a:ext cx="1859440" cy="1115664"/>
        </a:xfrm>
        <a:prstGeom prst="rect">
          <a:avLst/>
        </a:prstGeom>
        <a:solidFill>
          <a:schemeClr val="accent2">
            <a:hueOff val="0"/>
            <a:satOff val="0"/>
            <a:lumOff val="0"/>
            <a:alphaOff val="0"/>
          </a:schemeClr>
        </a:solidFill>
        <a:ln w="15875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60960" tIns="60960" rIns="60960" bIns="60960" numCol="1" spcCol="1270" anchor="ctr" anchorCtr="0">
          <a:noAutofit/>
        </a:bodyPr>
        <a:lstStyle/>
        <a:p>
          <a:pPr marL="0" lvl="0" indent="0" algn="ctr" defTabSz="7112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HK" sz="1600" kern="1200"/>
            <a:t>Technical Documentation Understanding </a:t>
          </a:r>
          <a:endParaRPr lang="en-US" sz="1600" kern="1200"/>
        </a:p>
      </dsp:txBody>
      <dsp:txXfrm>
        <a:off x="804389" y="2172"/>
        <a:ext cx="1859440" cy="1115664"/>
      </dsp:txXfrm>
    </dsp:sp>
    <dsp:sp modelId="{3FFF7080-2D59-E646-8440-3BC8CA7BF917}">
      <dsp:nvSpPr>
        <dsp:cNvPr id="0" name=""/>
        <dsp:cNvSpPr/>
      </dsp:nvSpPr>
      <dsp:spPr>
        <a:xfrm>
          <a:off x="2849774" y="2172"/>
          <a:ext cx="1859440" cy="1115664"/>
        </a:xfrm>
        <a:prstGeom prst="rect">
          <a:avLst/>
        </a:prstGeom>
        <a:solidFill>
          <a:schemeClr val="accent3">
            <a:hueOff val="0"/>
            <a:satOff val="0"/>
            <a:lumOff val="0"/>
            <a:alphaOff val="0"/>
          </a:schemeClr>
        </a:solidFill>
        <a:ln w="15875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60960" tIns="60960" rIns="60960" bIns="60960" numCol="1" spcCol="1270" anchor="ctr" anchorCtr="0">
          <a:noAutofit/>
        </a:bodyPr>
        <a:lstStyle/>
        <a:p>
          <a:pPr marL="0" lvl="0" indent="0" algn="ctr" defTabSz="7112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HK" sz="1600" kern="1200"/>
            <a:t>Solution Technical architecture (Application + Cloud)</a:t>
          </a:r>
          <a:endParaRPr lang="en-US" sz="1600" kern="1200"/>
        </a:p>
      </dsp:txBody>
      <dsp:txXfrm>
        <a:off x="2849774" y="2172"/>
        <a:ext cx="1859440" cy="1115664"/>
      </dsp:txXfrm>
    </dsp:sp>
    <dsp:sp modelId="{EF5E4FEB-25B5-F24A-8AFD-1EFD4650119B}">
      <dsp:nvSpPr>
        <dsp:cNvPr id="0" name=""/>
        <dsp:cNvSpPr/>
      </dsp:nvSpPr>
      <dsp:spPr>
        <a:xfrm>
          <a:off x="4895159" y="2172"/>
          <a:ext cx="1859440" cy="1115664"/>
        </a:xfrm>
        <a:prstGeom prst="rect">
          <a:avLst/>
        </a:prstGeom>
        <a:solidFill>
          <a:schemeClr val="accent4">
            <a:hueOff val="0"/>
            <a:satOff val="0"/>
            <a:lumOff val="0"/>
            <a:alphaOff val="0"/>
          </a:schemeClr>
        </a:solidFill>
        <a:ln w="15875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60960" tIns="60960" rIns="60960" bIns="60960" numCol="1" spcCol="1270" anchor="ctr" anchorCtr="0">
          <a:noAutofit/>
        </a:bodyPr>
        <a:lstStyle/>
        <a:p>
          <a:pPr marL="0" lvl="0" indent="0" algn="ctr" defTabSz="7112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HK" sz="1600" kern="1200"/>
            <a:t>System Migration/Integration • Quality Assurance</a:t>
          </a:r>
          <a:endParaRPr lang="en-US" sz="1600" kern="1200"/>
        </a:p>
      </dsp:txBody>
      <dsp:txXfrm>
        <a:off x="4895159" y="2172"/>
        <a:ext cx="1859440" cy="1115664"/>
      </dsp:txXfrm>
    </dsp:sp>
    <dsp:sp modelId="{9962C283-CA4A-2447-8B73-B4FAB90AFAC2}">
      <dsp:nvSpPr>
        <dsp:cNvPr id="0" name=""/>
        <dsp:cNvSpPr/>
      </dsp:nvSpPr>
      <dsp:spPr>
        <a:xfrm>
          <a:off x="6940544" y="2172"/>
          <a:ext cx="1859440" cy="1115664"/>
        </a:xfrm>
        <a:prstGeom prst="rect">
          <a:avLst/>
        </a:prstGeom>
        <a:solidFill>
          <a:schemeClr val="accent5">
            <a:hueOff val="0"/>
            <a:satOff val="0"/>
            <a:lumOff val="0"/>
            <a:alphaOff val="0"/>
          </a:schemeClr>
        </a:solidFill>
        <a:ln w="15875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60960" tIns="60960" rIns="60960" bIns="60960" numCol="1" spcCol="1270" anchor="ctr" anchorCtr="0">
          <a:noAutofit/>
        </a:bodyPr>
        <a:lstStyle/>
        <a:p>
          <a:pPr marL="0" lvl="0" indent="0" algn="ctr" defTabSz="7112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HK" sz="1600" kern="1200"/>
            <a:t>Project Lifecycle Management </a:t>
          </a:r>
          <a:endParaRPr lang="en-US" sz="1600" kern="1200"/>
        </a:p>
      </dsp:txBody>
      <dsp:txXfrm>
        <a:off x="6940544" y="2172"/>
        <a:ext cx="1859440" cy="1115664"/>
      </dsp:txXfrm>
    </dsp:sp>
    <dsp:sp modelId="{688ED7E8-3AEA-3445-9BF1-73E78412BF05}">
      <dsp:nvSpPr>
        <dsp:cNvPr id="0" name=""/>
        <dsp:cNvSpPr/>
      </dsp:nvSpPr>
      <dsp:spPr>
        <a:xfrm>
          <a:off x="804389" y="1303781"/>
          <a:ext cx="1859440" cy="1115664"/>
        </a:xfrm>
        <a:prstGeom prst="rect">
          <a:avLst/>
        </a:prstGeom>
        <a:solidFill>
          <a:schemeClr val="accent6">
            <a:hueOff val="0"/>
            <a:satOff val="0"/>
            <a:lumOff val="0"/>
            <a:alphaOff val="0"/>
          </a:schemeClr>
        </a:solidFill>
        <a:ln w="15875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60960" tIns="60960" rIns="60960" bIns="60960" numCol="1" spcCol="1270" anchor="ctr" anchorCtr="0">
          <a:noAutofit/>
        </a:bodyPr>
        <a:lstStyle/>
        <a:p>
          <a:pPr marL="0" lvl="0" indent="0" algn="ctr" defTabSz="7112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HK" sz="1600" kern="1200"/>
            <a:t>Project Requirements Analysis</a:t>
          </a:r>
          <a:endParaRPr lang="en-US" sz="1600" kern="1200"/>
        </a:p>
      </dsp:txBody>
      <dsp:txXfrm>
        <a:off x="804389" y="1303781"/>
        <a:ext cx="1859440" cy="1115664"/>
      </dsp:txXfrm>
    </dsp:sp>
    <dsp:sp modelId="{9C9B3DA2-37BE-0544-AE9C-9BA32B2DB256}">
      <dsp:nvSpPr>
        <dsp:cNvPr id="0" name=""/>
        <dsp:cNvSpPr/>
      </dsp:nvSpPr>
      <dsp:spPr>
        <a:xfrm>
          <a:off x="2849774" y="1303781"/>
          <a:ext cx="1859440" cy="1115664"/>
        </a:xfrm>
        <a:prstGeom prst="rect">
          <a:avLst/>
        </a:prstGeom>
        <a:solidFill>
          <a:schemeClr val="accent2">
            <a:hueOff val="0"/>
            <a:satOff val="0"/>
            <a:lumOff val="0"/>
            <a:alphaOff val="0"/>
          </a:schemeClr>
        </a:solidFill>
        <a:ln w="15875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60960" tIns="60960" rIns="60960" bIns="60960" numCol="1" spcCol="1270" anchor="ctr" anchorCtr="0">
          <a:noAutofit/>
        </a:bodyPr>
        <a:lstStyle/>
        <a:p>
          <a:pPr marL="0" lvl="0" indent="0" algn="ctr" defTabSz="7112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HK" sz="1600" kern="1200"/>
            <a:t>Custom Software Development and Database Design</a:t>
          </a:r>
          <a:endParaRPr lang="en-US" sz="1600" kern="1200"/>
        </a:p>
      </dsp:txBody>
      <dsp:txXfrm>
        <a:off x="2849774" y="1303781"/>
        <a:ext cx="1859440" cy="1115664"/>
      </dsp:txXfrm>
    </dsp:sp>
    <dsp:sp modelId="{1272EF2F-5177-C440-A4AD-31B23A544552}">
      <dsp:nvSpPr>
        <dsp:cNvPr id="0" name=""/>
        <dsp:cNvSpPr/>
      </dsp:nvSpPr>
      <dsp:spPr>
        <a:xfrm>
          <a:off x="4895159" y="1303781"/>
          <a:ext cx="1859440" cy="1115664"/>
        </a:xfrm>
        <a:prstGeom prst="rect">
          <a:avLst/>
        </a:prstGeom>
        <a:solidFill>
          <a:schemeClr val="accent3">
            <a:hueOff val="0"/>
            <a:satOff val="0"/>
            <a:lumOff val="0"/>
            <a:alphaOff val="0"/>
          </a:schemeClr>
        </a:solidFill>
        <a:ln w="15875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60960" tIns="60960" rIns="60960" bIns="60960" numCol="1" spcCol="1270" anchor="ctr" anchorCtr="0">
          <a:noAutofit/>
        </a:bodyPr>
        <a:lstStyle/>
        <a:p>
          <a:pPr marL="0" lvl="0" indent="0" algn="ctr" defTabSz="7112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HK" sz="1600" kern="1200"/>
            <a:t>Project Scheduling and Budgeting</a:t>
          </a:r>
          <a:endParaRPr lang="en-US" sz="1600" kern="1200"/>
        </a:p>
      </dsp:txBody>
      <dsp:txXfrm>
        <a:off x="4895159" y="1303781"/>
        <a:ext cx="1859440" cy="1115664"/>
      </dsp:txXfrm>
    </dsp:sp>
    <dsp:sp modelId="{B6B516DF-52AA-B445-B438-ABFA1E91D7C5}">
      <dsp:nvSpPr>
        <dsp:cNvPr id="0" name=""/>
        <dsp:cNvSpPr/>
      </dsp:nvSpPr>
      <dsp:spPr>
        <a:xfrm>
          <a:off x="6940544" y="1303781"/>
          <a:ext cx="1859440" cy="1115664"/>
        </a:xfrm>
        <a:prstGeom prst="rect">
          <a:avLst/>
        </a:prstGeom>
        <a:solidFill>
          <a:schemeClr val="accent4">
            <a:hueOff val="0"/>
            <a:satOff val="0"/>
            <a:lumOff val="0"/>
            <a:alphaOff val="0"/>
          </a:schemeClr>
        </a:solidFill>
        <a:ln w="15875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60960" tIns="60960" rIns="60960" bIns="60960" numCol="1" spcCol="1270" anchor="ctr" anchorCtr="0">
          <a:noAutofit/>
        </a:bodyPr>
        <a:lstStyle/>
        <a:p>
          <a:pPr marL="0" lvl="0" indent="0" algn="ctr" defTabSz="7112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HK" sz="1600" kern="1200"/>
            <a:t>Project Manager Supervision </a:t>
          </a:r>
          <a:endParaRPr lang="en-US" sz="1600" kern="1200"/>
        </a:p>
      </dsp:txBody>
      <dsp:txXfrm>
        <a:off x="6940544" y="1303781"/>
        <a:ext cx="1859440" cy="1115664"/>
      </dsp:txXfrm>
    </dsp:sp>
    <dsp:sp modelId="{0234CE65-6F09-6945-A874-8530C36FEE5D}">
      <dsp:nvSpPr>
        <dsp:cNvPr id="0" name=""/>
        <dsp:cNvSpPr/>
      </dsp:nvSpPr>
      <dsp:spPr>
        <a:xfrm>
          <a:off x="1827082" y="2605389"/>
          <a:ext cx="1859440" cy="1115664"/>
        </a:xfrm>
        <a:prstGeom prst="rect">
          <a:avLst/>
        </a:prstGeom>
        <a:solidFill>
          <a:schemeClr val="accent5">
            <a:hueOff val="0"/>
            <a:satOff val="0"/>
            <a:lumOff val="0"/>
            <a:alphaOff val="0"/>
          </a:schemeClr>
        </a:solidFill>
        <a:ln w="15875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60960" tIns="60960" rIns="60960" bIns="60960" numCol="1" spcCol="1270" anchor="ctr" anchorCtr="0">
          <a:noAutofit/>
        </a:bodyPr>
        <a:lstStyle/>
        <a:p>
          <a:pPr marL="0" lvl="0" indent="0" algn="ctr" defTabSz="7112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HK" sz="1600" kern="1200"/>
            <a:t>Release Management</a:t>
          </a:r>
          <a:endParaRPr lang="en-US" sz="1600" kern="1200"/>
        </a:p>
      </dsp:txBody>
      <dsp:txXfrm>
        <a:off x="1827082" y="2605389"/>
        <a:ext cx="1859440" cy="1115664"/>
      </dsp:txXfrm>
    </dsp:sp>
    <dsp:sp modelId="{F3DA8428-ADCF-4643-A989-3C66018F62CE}">
      <dsp:nvSpPr>
        <dsp:cNvPr id="0" name=""/>
        <dsp:cNvSpPr/>
      </dsp:nvSpPr>
      <dsp:spPr>
        <a:xfrm>
          <a:off x="3872467" y="2605389"/>
          <a:ext cx="1859440" cy="1115664"/>
        </a:xfrm>
        <a:prstGeom prst="rect">
          <a:avLst/>
        </a:prstGeom>
        <a:solidFill>
          <a:schemeClr val="accent6">
            <a:hueOff val="0"/>
            <a:satOff val="0"/>
            <a:lumOff val="0"/>
            <a:alphaOff val="0"/>
          </a:schemeClr>
        </a:solidFill>
        <a:ln w="15875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60960" tIns="60960" rIns="60960" bIns="60960" numCol="1" spcCol="1270" anchor="ctr" anchorCtr="0">
          <a:noAutofit/>
        </a:bodyPr>
        <a:lstStyle/>
        <a:p>
          <a:pPr marL="0" lvl="0" indent="0" algn="ctr" defTabSz="7112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HK" sz="1600" kern="1200"/>
            <a:t>Technical Project planning </a:t>
          </a:r>
          <a:endParaRPr lang="en-US" sz="1600" kern="1200"/>
        </a:p>
      </dsp:txBody>
      <dsp:txXfrm>
        <a:off x="3872467" y="2605389"/>
        <a:ext cx="1859440" cy="1115664"/>
      </dsp:txXfrm>
    </dsp:sp>
    <dsp:sp modelId="{76C3F81C-80E7-0348-B465-D97816BF3605}">
      <dsp:nvSpPr>
        <dsp:cNvPr id="0" name=""/>
        <dsp:cNvSpPr/>
      </dsp:nvSpPr>
      <dsp:spPr>
        <a:xfrm>
          <a:off x="5917851" y="2605389"/>
          <a:ext cx="1859440" cy="1115664"/>
        </a:xfrm>
        <a:prstGeom prst="rect">
          <a:avLst/>
        </a:prstGeom>
        <a:solidFill>
          <a:schemeClr val="accent2">
            <a:hueOff val="0"/>
            <a:satOff val="0"/>
            <a:lumOff val="0"/>
            <a:alphaOff val="0"/>
          </a:schemeClr>
        </a:solidFill>
        <a:ln w="15875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60960" tIns="60960" rIns="60960" bIns="60960" numCol="1" spcCol="1270" anchor="ctr" anchorCtr="0">
          <a:noAutofit/>
        </a:bodyPr>
        <a:lstStyle/>
        <a:p>
          <a:pPr marL="0" lvl="0" indent="0" algn="ctr" defTabSz="7112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HK" sz="1600" kern="1200"/>
            <a:t>Build Technical Teams</a:t>
          </a:r>
          <a:endParaRPr lang="en-US" sz="1600" kern="1200"/>
        </a:p>
      </dsp:txBody>
      <dsp:txXfrm>
        <a:off x="5917851" y="2605389"/>
        <a:ext cx="1859440" cy="1115664"/>
      </dsp:txXfrm>
    </dsp:sp>
  </dsp:spTree>
</dsp:drawing>
</file>

<file path=ppt/diagrams/drawing3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80E1DFA7-6325-9047-840A-8703F6D77DDE}">
      <dsp:nvSpPr>
        <dsp:cNvPr id="0" name=""/>
        <dsp:cNvSpPr/>
      </dsp:nvSpPr>
      <dsp:spPr>
        <a:xfrm>
          <a:off x="0" y="405"/>
          <a:ext cx="9604375" cy="0"/>
        </a:xfrm>
        <a:prstGeom prst="line">
          <a:avLst/>
        </a:prstGeom>
        <a:gradFill rotWithShape="0">
          <a:gsLst>
            <a:gs pos="0">
              <a:schemeClr val="accent5">
                <a:hueOff val="0"/>
                <a:satOff val="0"/>
                <a:lumOff val="0"/>
                <a:alphaOff val="0"/>
                <a:tint val="98000"/>
                <a:satMod val="110000"/>
                <a:lumMod val="104000"/>
              </a:schemeClr>
            </a:gs>
            <a:gs pos="69000">
              <a:schemeClr val="accent5">
                <a:hueOff val="0"/>
                <a:satOff val="0"/>
                <a:lumOff val="0"/>
                <a:alphaOff val="0"/>
                <a:shade val="88000"/>
                <a:satMod val="130000"/>
                <a:lumMod val="92000"/>
              </a:schemeClr>
            </a:gs>
            <a:gs pos="100000">
              <a:schemeClr val="accent5">
                <a:hueOff val="0"/>
                <a:satOff val="0"/>
                <a:lumOff val="0"/>
                <a:alphaOff val="0"/>
                <a:shade val="78000"/>
                <a:satMod val="130000"/>
                <a:lumMod val="92000"/>
              </a:schemeClr>
            </a:gs>
          </a:gsLst>
          <a:lin ang="5400000" scaled="0"/>
        </a:gradFill>
        <a:ln w="9525" cap="flat" cmpd="sng" algn="ctr">
          <a:solidFill>
            <a:schemeClr val="accent5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1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</dsp:sp>
    <dsp:sp modelId="{8259A156-B496-374E-914A-656C80239D3F}">
      <dsp:nvSpPr>
        <dsp:cNvPr id="0" name=""/>
        <dsp:cNvSpPr/>
      </dsp:nvSpPr>
      <dsp:spPr>
        <a:xfrm>
          <a:off x="0" y="405"/>
          <a:ext cx="9604375" cy="474811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49530" tIns="49530" rIns="49530" bIns="49530" numCol="1" spcCol="1270" anchor="t" anchorCtr="0">
          <a:noAutofit/>
        </a:bodyPr>
        <a:lstStyle/>
        <a:p>
          <a:pPr marL="0" lvl="0" indent="0" algn="l" defTabSz="5778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HK" sz="1300" b="1" kern="1200"/>
            <a:t>Languages</a:t>
          </a:r>
          <a:r>
            <a:rPr lang="en-HK" sz="1300" kern="1200"/>
            <a:t>: Java / J2EE, EJB, Spring Boot, JavaScript, ReactJS, Struts 1.x MVC, PL/SQL, Python</a:t>
          </a:r>
          <a:endParaRPr lang="en-US" sz="1300" kern="1200"/>
        </a:p>
      </dsp:txBody>
      <dsp:txXfrm>
        <a:off x="0" y="405"/>
        <a:ext cx="9604375" cy="474811"/>
      </dsp:txXfrm>
    </dsp:sp>
    <dsp:sp modelId="{86CCFCAE-3458-B247-A6EC-74EA51339814}">
      <dsp:nvSpPr>
        <dsp:cNvPr id="0" name=""/>
        <dsp:cNvSpPr/>
      </dsp:nvSpPr>
      <dsp:spPr>
        <a:xfrm>
          <a:off x="0" y="475217"/>
          <a:ext cx="9604375" cy="0"/>
        </a:xfrm>
        <a:prstGeom prst="line">
          <a:avLst/>
        </a:prstGeom>
        <a:gradFill rotWithShape="0">
          <a:gsLst>
            <a:gs pos="0">
              <a:schemeClr val="accent5">
                <a:hueOff val="-280772"/>
                <a:satOff val="-1324"/>
                <a:lumOff val="327"/>
                <a:alphaOff val="0"/>
                <a:tint val="98000"/>
                <a:satMod val="110000"/>
                <a:lumMod val="104000"/>
              </a:schemeClr>
            </a:gs>
            <a:gs pos="69000">
              <a:schemeClr val="accent5">
                <a:hueOff val="-280772"/>
                <a:satOff val="-1324"/>
                <a:lumOff val="327"/>
                <a:alphaOff val="0"/>
                <a:shade val="88000"/>
                <a:satMod val="130000"/>
                <a:lumMod val="92000"/>
              </a:schemeClr>
            </a:gs>
            <a:gs pos="100000">
              <a:schemeClr val="accent5">
                <a:hueOff val="-280772"/>
                <a:satOff val="-1324"/>
                <a:lumOff val="327"/>
                <a:alphaOff val="0"/>
                <a:shade val="78000"/>
                <a:satMod val="130000"/>
                <a:lumMod val="92000"/>
              </a:schemeClr>
            </a:gs>
          </a:gsLst>
          <a:lin ang="5400000" scaled="0"/>
        </a:gradFill>
        <a:ln w="9525" cap="flat" cmpd="sng" algn="ctr">
          <a:solidFill>
            <a:schemeClr val="accent5">
              <a:hueOff val="-280772"/>
              <a:satOff val="-1324"/>
              <a:lumOff val="327"/>
              <a:alphaOff val="0"/>
            </a:schemeClr>
          </a:solidFill>
          <a:prstDash val="solid"/>
        </a:ln>
        <a:effectLst/>
      </dsp:spPr>
      <dsp:style>
        <a:lnRef idx="1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</dsp:sp>
    <dsp:sp modelId="{231B52F4-1357-A94C-8555-9645011B611E}">
      <dsp:nvSpPr>
        <dsp:cNvPr id="0" name=""/>
        <dsp:cNvSpPr/>
      </dsp:nvSpPr>
      <dsp:spPr>
        <a:xfrm>
          <a:off x="0" y="475217"/>
          <a:ext cx="9604375" cy="474811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49530" tIns="49530" rIns="49530" bIns="49530" numCol="1" spcCol="1270" anchor="t" anchorCtr="0">
          <a:noAutofit/>
        </a:bodyPr>
        <a:lstStyle/>
        <a:p>
          <a:pPr marL="0" lvl="0" indent="0" algn="l" defTabSz="5778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HK" sz="1300" b="1" kern="1200"/>
            <a:t>Databases</a:t>
          </a:r>
          <a:r>
            <a:rPr lang="en-HK" sz="1300" kern="1200"/>
            <a:t>: Oracle, MySql, Postgress; </a:t>
          </a:r>
          <a:r>
            <a:rPr lang="en-HK" sz="1300" b="1" kern="1200"/>
            <a:t>Reporting</a:t>
          </a:r>
          <a:r>
            <a:rPr lang="en-HK" sz="1300" kern="1200"/>
            <a:t>: iReport, Jasper Report; </a:t>
          </a:r>
          <a:r>
            <a:rPr lang="en-HK" sz="1300" b="1" kern="1200"/>
            <a:t>Version Control: </a:t>
          </a:r>
          <a:r>
            <a:rPr lang="en-HK" sz="1300" kern="1200"/>
            <a:t>GIT, SVN, VSS</a:t>
          </a:r>
          <a:endParaRPr lang="en-US" sz="1300" kern="1200"/>
        </a:p>
      </dsp:txBody>
      <dsp:txXfrm>
        <a:off x="0" y="475217"/>
        <a:ext cx="9604375" cy="474811"/>
      </dsp:txXfrm>
    </dsp:sp>
    <dsp:sp modelId="{14859748-F546-5045-8D2E-1A86E22945EB}">
      <dsp:nvSpPr>
        <dsp:cNvPr id="0" name=""/>
        <dsp:cNvSpPr/>
      </dsp:nvSpPr>
      <dsp:spPr>
        <a:xfrm>
          <a:off x="0" y="950029"/>
          <a:ext cx="9604375" cy="0"/>
        </a:xfrm>
        <a:prstGeom prst="line">
          <a:avLst/>
        </a:prstGeom>
        <a:gradFill rotWithShape="0">
          <a:gsLst>
            <a:gs pos="0">
              <a:schemeClr val="accent5">
                <a:hueOff val="-561544"/>
                <a:satOff val="-2648"/>
                <a:lumOff val="653"/>
                <a:alphaOff val="0"/>
                <a:tint val="98000"/>
                <a:satMod val="110000"/>
                <a:lumMod val="104000"/>
              </a:schemeClr>
            </a:gs>
            <a:gs pos="69000">
              <a:schemeClr val="accent5">
                <a:hueOff val="-561544"/>
                <a:satOff val="-2648"/>
                <a:lumOff val="653"/>
                <a:alphaOff val="0"/>
                <a:shade val="88000"/>
                <a:satMod val="130000"/>
                <a:lumMod val="92000"/>
              </a:schemeClr>
            </a:gs>
            <a:gs pos="100000">
              <a:schemeClr val="accent5">
                <a:hueOff val="-561544"/>
                <a:satOff val="-2648"/>
                <a:lumOff val="653"/>
                <a:alphaOff val="0"/>
                <a:shade val="78000"/>
                <a:satMod val="130000"/>
                <a:lumMod val="92000"/>
              </a:schemeClr>
            </a:gs>
          </a:gsLst>
          <a:lin ang="5400000" scaled="0"/>
        </a:gradFill>
        <a:ln w="9525" cap="flat" cmpd="sng" algn="ctr">
          <a:solidFill>
            <a:schemeClr val="accent5">
              <a:hueOff val="-561544"/>
              <a:satOff val="-2648"/>
              <a:lumOff val="653"/>
              <a:alphaOff val="0"/>
            </a:schemeClr>
          </a:solidFill>
          <a:prstDash val="solid"/>
        </a:ln>
        <a:effectLst/>
      </dsp:spPr>
      <dsp:style>
        <a:lnRef idx="1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</dsp:sp>
    <dsp:sp modelId="{A19546E7-A3AB-2B4F-B489-DDE278E49217}">
      <dsp:nvSpPr>
        <dsp:cNvPr id="0" name=""/>
        <dsp:cNvSpPr/>
      </dsp:nvSpPr>
      <dsp:spPr>
        <a:xfrm>
          <a:off x="0" y="950029"/>
          <a:ext cx="9604375" cy="474811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49530" tIns="49530" rIns="49530" bIns="49530" numCol="1" spcCol="1270" anchor="t" anchorCtr="0">
          <a:noAutofit/>
        </a:bodyPr>
        <a:lstStyle/>
        <a:p>
          <a:pPr marL="0" lvl="0" indent="0" algn="l" defTabSz="5778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HK" sz="1300" b="1" kern="1200"/>
            <a:t>Web Services</a:t>
          </a:r>
          <a:r>
            <a:rPr lang="en-HK" sz="1300" kern="1200"/>
            <a:t>: Soap, Rest API Development, Swagger API; </a:t>
          </a:r>
          <a:r>
            <a:rPr lang="en-HK" sz="1300" b="1" kern="1200"/>
            <a:t>Management Tool</a:t>
          </a:r>
          <a:r>
            <a:rPr lang="en-HK" sz="1300" kern="1200"/>
            <a:t>: Jira, Maximo, Bugzilla, Mantis</a:t>
          </a:r>
          <a:endParaRPr lang="en-US" sz="1300" kern="1200"/>
        </a:p>
      </dsp:txBody>
      <dsp:txXfrm>
        <a:off x="0" y="950029"/>
        <a:ext cx="9604375" cy="474811"/>
      </dsp:txXfrm>
    </dsp:sp>
    <dsp:sp modelId="{4A6A581A-38E8-8744-8690-34C8052C7949}">
      <dsp:nvSpPr>
        <dsp:cNvPr id="0" name=""/>
        <dsp:cNvSpPr/>
      </dsp:nvSpPr>
      <dsp:spPr>
        <a:xfrm>
          <a:off x="0" y="1424841"/>
          <a:ext cx="9604375" cy="0"/>
        </a:xfrm>
        <a:prstGeom prst="line">
          <a:avLst/>
        </a:prstGeom>
        <a:gradFill rotWithShape="0">
          <a:gsLst>
            <a:gs pos="0">
              <a:schemeClr val="accent5">
                <a:hueOff val="-842315"/>
                <a:satOff val="-3972"/>
                <a:lumOff val="980"/>
                <a:alphaOff val="0"/>
                <a:tint val="98000"/>
                <a:satMod val="110000"/>
                <a:lumMod val="104000"/>
              </a:schemeClr>
            </a:gs>
            <a:gs pos="69000">
              <a:schemeClr val="accent5">
                <a:hueOff val="-842315"/>
                <a:satOff val="-3972"/>
                <a:lumOff val="980"/>
                <a:alphaOff val="0"/>
                <a:shade val="88000"/>
                <a:satMod val="130000"/>
                <a:lumMod val="92000"/>
              </a:schemeClr>
            </a:gs>
            <a:gs pos="100000">
              <a:schemeClr val="accent5">
                <a:hueOff val="-842315"/>
                <a:satOff val="-3972"/>
                <a:lumOff val="980"/>
                <a:alphaOff val="0"/>
                <a:shade val="78000"/>
                <a:satMod val="130000"/>
                <a:lumMod val="92000"/>
              </a:schemeClr>
            </a:gs>
          </a:gsLst>
          <a:lin ang="5400000" scaled="0"/>
        </a:gradFill>
        <a:ln w="9525" cap="flat" cmpd="sng" algn="ctr">
          <a:solidFill>
            <a:schemeClr val="accent5">
              <a:hueOff val="-842315"/>
              <a:satOff val="-3972"/>
              <a:lumOff val="980"/>
              <a:alphaOff val="0"/>
            </a:schemeClr>
          </a:solidFill>
          <a:prstDash val="solid"/>
        </a:ln>
        <a:effectLst/>
      </dsp:spPr>
      <dsp:style>
        <a:lnRef idx="1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</dsp:sp>
    <dsp:sp modelId="{58B98185-8ACF-4C49-877A-664453CBABCF}">
      <dsp:nvSpPr>
        <dsp:cNvPr id="0" name=""/>
        <dsp:cNvSpPr/>
      </dsp:nvSpPr>
      <dsp:spPr>
        <a:xfrm>
          <a:off x="0" y="1424841"/>
          <a:ext cx="9604375" cy="474811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49530" tIns="49530" rIns="49530" bIns="49530" numCol="1" spcCol="1270" anchor="t" anchorCtr="0">
          <a:noAutofit/>
        </a:bodyPr>
        <a:lstStyle/>
        <a:p>
          <a:pPr marL="0" lvl="0" indent="0" algn="l" defTabSz="5778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HK" sz="1300" b="1" kern="1200"/>
            <a:t>Operating Systems:</a:t>
          </a:r>
          <a:r>
            <a:rPr lang="en-HK" sz="1300" kern="1200"/>
            <a:t> Windows (XP, 10), Lunix and Ubuntu; </a:t>
          </a:r>
          <a:r>
            <a:rPr lang="en-HK" sz="1300" b="1" kern="1200"/>
            <a:t>Methodologies</a:t>
          </a:r>
          <a:r>
            <a:rPr lang="en-HK" sz="1300" kern="1200"/>
            <a:t>: Agile, Iterative, Waterfall Model </a:t>
          </a:r>
          <a:endParaRPr lang="en-US" sz="1300" kern="1200"/>
        </a:p>
      </dsp:txBody>
      <dsp:txXfrm>
        <a:off x="0" y="1424841"/>
        <a:ext cx="9604375" cy="474811"/>
      </dsp:txXfrm>
    </dsp:sp>
    <dsp:sp modelId="{3D1605F8-A012-684B-9681-A39700E73796}">
      <dsp:nvSpPr>
        <dsp:cNvPr id="0" name=""/>
        <dsp:cNvSpPr/>
      </dsp:nvSpPr>
      <dsp:spPr>
        <a:xfrm>
          <a:off x="0" y="1899652"/>
          <a:ext cx="9604375" cy="0"/>
        </a:xfrm>
        <a:prstGeom prst="line">
          <a:avLst/>
        </a:prstGeom>
        <a:gradFill rotWithShape="0">
          <a:gsLst>
            <a:gs pos="0">
              <a:schemeClr val="accent5">
                <a:hueOff val="-1123087"/>
                <a:satOff val="-5296"/>
                <a:lumOff val="1307"/>
                <a:alphaOff val="0"/>
                <a:tint val="98000"/>
                <a:satMod val="110000"/>
                <a:lumMod val="104000"/>
              </a:schemeClr>
            </a:gs>
            <a:gs pos="69000">
              <a:schemeClr val="accent5">
                <a:hueOff val="-1123087"/>
                <a:satOff val="-5296"/>
                <a:lumOff val="1307"/>
                <a:alphaOff val="0"/>
                <a:shade val="88000"/>
                <a:satMod val="130000"/>
                <a:lumMod val="92000"/>
              </a:schemeClr>
            </a:gs>
            <a:gs pos="100000">
              <a:schemeClr val="accent5">
                <a:hueOff val="-1123087"/>
                <a:satOff val="-5296"/>
                <a:lumOff val="1307"/>
                <a:alphaOff val="0"/>
                <a:shade val="78000"/>
                <a:satMod val="130000"/>
                <a:lumMod val="92000"/>
              </a:schemeClr>
            </a:gs>
          </a:gsLst>
          <a:lin ang="5400000" scaled="0"/>
        </a:gradFill>
        <a:ln w="9525" cap="flat" cmpd="sng" algn="ctr">
          <a:solidFill>
            <a:schemeClr val="accent5">
              <a:hueOff val="-1123087"/>
              <a:satOff val="-5296"/>
              <a:lumOff val="1307"/>
              <a:alphaOff val="0"/>
            </a:schemeClr>
          </a:solidFill>
          <a:prstDash val="solid"/>
        </a:ln>
        <a:effectLst/>
      </dsp:spPr>
      <dsp:style>
        <a:lnRef idx="1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</dsp:sp>
    <dsp:sp modelId="{A751D127-8ED3-5A45-BDB1-A4042640668E}">
      <dsp:nvSpPr>
        <dsp:cNvPr id="0" name=""/>
        <dsp:cNvSpPr/>
      </dsp:nvSpPr>
      <dsp:spPr>
        <a:xfrm>
          <a:off x="0" y="1899652"/>
          <a:ext cx="9604375" cy="474811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49530" tIns="49530" rIns="49530" bIns="49530" numCol="1" spcCol="1270" anchor="t" anchorCtr="0">
          <a:noAutofit/>
        </a:bodyPr>
        <a:lstStyle/>
        <a:p>
          <a:pPr marL="0" lvl="0" indent="0" algn="l" defTabSz="5778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HK" sz="1300" b="1" kern="1200"/>
            <a:t>Cloud Services: </a:t>
          </a:r>
          <a:r>
            <a:rPr lang="en-HK" sz="1300" kern="1200"/>
            <a:t>AWS EC2, ELB, EBS, S3, VPC, SES, SNS, IAM, RDS, Cloud Watch, Cloud Front, AWS CLI, AWS IOT MQTT (pub/sub)</a:t>
          </a:r>
          <a:endParaRPr lang="en-US" sz="1300" kern="1200"/>
        </a:p>
      </dsp:txBody>
      <dsp:txXfrm>
        <a:off x="0" y="1899652"/>
        <a:ext cx="9604375" cy="474811"/>
      </dsp:txXfrm>
    </dsp:sp>
    <dsp:sp modelId="{6E09EFAE-A6DD-274C-84BC-134631154C30}">
      <dsp:nvSpPr>
        <dsp:cNvPr id="0" name=""/>
        <dsp:cNvSpPr/>
      </dsp:nvSpPr>
      <dsp:spPr>
        <a:xfrm>
          <a:off x="0" y="2374464"/>
          <a:ext cx="9604375" cy="0"/>
        </a:xfrm>
        <a:prstGeom prst="line">
          <a:avLst/>
        </a:prstGeom>
        <a:gradFill rotWithShape="0">
          <a:gsLst>
            <a:gs pos="0">
              <a:schemeClr val="accent5">
                <a:hueOff val="-1403859"/>
                <a:satOff val="-6620"/>
                <a:lumOff val="1633"/>
                <a:alphaOff val="0"/>
                <a:tint val="98000"/>
                <a:satMod val="110000"/>
                <a:lumMod val="104000"/>
              </a:schemeClr>
            </a:gs>
            <a:gs pos="69000">
              <a:schemeClr val="accent5">
                <a:hueOff val="-1403859"/>
                <a:satOff val="-6620"/>
                <a:lumOff val="1633"/>
                <a:alphaOff val="0"/>
                <a:shade val="88000"/>
                <a:satMod val="130000"/>
                <a:lumMod val="92000"/>
              </a:schemeClr>
            </a:gs>
            <a:gs pos="100000">
              <a:schemeClr val="accent5">
                <a:hueOff val="-1403859"/>
                <a:satOff val="-6620"/>
                <a:lumOff val="1633"/>
                <a:alphaOff val="0"/>
                <a:shade val="78000"/>
                <a:satMod val="130000"/>
                <a:lumMod val="92000"/>
              </a:schemeClr>
            </a:gs>
          </a:gsLst>
          <a:lin ang="5400000" scaled="0"/>
        </a:gradFill>
        <a:ln w="9525" cap="flat" cmpd="sng" algn="ctr">
          <a:solidFill>
            <a:schemeClr val="accent5">
              <a:hueOff val="-1403859"/>
              <a:satOff val="-6620"/>
              <a:lumOff val="1633"/>
              <a:alphaOff val="0"/>
            </a:schemeClr>
          </a:solidFill>
          <a:prstDash val="solid"/>
        </a:ln>
        <a:effectLst/>
      </dsp:spPr>
      <dsp:style>
        <a:lnRef idx="1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</dsp:sp>
    <dsp:sp modelId="{2EBF6B40-A29B-F748-988A-464C9E736898}">
      <dsp:nvSpPr>
        <dsp:cNvPr id="0" name=""/>
        <dsp:cNvSpPr/>
      </dsp:nvSpPr>
      <dsp:spPr>
        <a:xfrm>
          <a:off x="0" y="2374464"/>
          <a:ext cx="9604375" cy="474811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49530" tIns="49530" rIns="49530" bIns="49530" numCol="1" spcCol="1270" anchor="t" anchorCtr="0">
          <a:noAutofit/>
        </a:bodyPr>
        <a:lstStyle/>
        <a:p>
          <a:pPr marL="0" lvl="0" indent="0" algn="l" defTabSz="5778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HK" sz="1300" b="1" kern="1200" dirty="0"/>
            <a:t>DevOps:</a:t>
          </a:r>
          <a:r>
            <a:rPr lang="en-HK" sz="1300" kern="1200" dirty="0"/>
            <a:t> GIT, Jenkins pipeline, AWS CI/CD pipeline, dockers, Ansible, AWS ECS and EKS cluster, Kubernetes(K8S), Terraform. </a:t>
          </a:r>
          <a:endParaRPr lang="en-US" sz="1300" kern="1200" dirty="0"/>
        </a:p>
      </dsp:txBody>
      <dsp:txXfrm>
        <a:off x="0" y="2374464"/>
        <a:ext cx="9604375" cy="474811"/>
      </dsp:txXfrm>
    </dsp:sp>
    <dsp:sp modelId="{F1BE7153-9CE9-F74A-9642-D13668F3A969}">
      <dsp:nvSpPr>
        <dsp:cNvPr id="0" name=""/>
        <dsp:cNvSpPr/>
      </dsp:nvSpPr>
      <dsp:spPr>
        <a:xfrm>
          <a:off x="0" y="2849276"/>
          <a:ext cx="9604375" cy="0"/>
        </a:xfrm>
        <a:prstGeom prst="line">
          <a:avLst/>
        </a:prstGeom>
        <a:gradFill rotWithShape="0">
          <a:gsLst>
            <a:gs pos="0">
              <a:schemeClr val="accent5">
                <a:hueOff val="-1684631"/>
                <a:satOff val="-7944"/>
                <a:lumOff val="1960"/>
                <a:alphaOff val="0"/>
                <a:tint val="98000"/>
                <a:satMod val="110000"/>
                <a:lumMod val="104000"/>
              </a:schemeClr>
            </a:gs>
            <a:gs pos="69000">
              <a:schemeClr val="accent5">
                <a:hueOff val="-1684631"/>
                <a:satOff val="-7944"/>
                <a:lumOff val="1960"/>
                <a:alphaOff val="0"/>
                <a:shade val="88000"/>
                <a:satMod val="130000"/>
                <a:lumMod val="92000"/>
              </a:schemeClr>
            </a:gs>
            <a:gs pos="100000">
              <a:schemeClr val="accent5">
                <a:hueOff val="-1684631"/>
                <a:satOff val="-7944"/>
                <a:lumOff val="1960"/>
                <a:alphaOff val="0"/>
                <a:shade val="78000"/>
                <a:satMod val="130000"/>
                <a:lumMod val="92000"/>
              </a:schemeClr>
            </a:gs>
          </a:gsLst>
          <a:lin ang="5400000" scaled="0"/>
        </a:gradFill>
        <a:ln w="9525" cap="flat" cmpd="sng" algn="ctr">
          <a:solidFill>
            <a:schemeClr val="accent5">
              <a:hueOff val="-1684631"/>
              <a:satOff val="-7944"/>
              <a:lumOff val="1960"/>
              <a:alphaOff val="0"/>
            </a:schemeClr>
          </a:solidFill>
          <a:prstDash val="solid"/>
        </a:ln>
        <a:effectLst/>
      </dsp:spPr>
      <dsp:style>
        <a:lnRef idx="1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</dsp:sp>
    <dsp:sp modelId="{C25C3E74-8713-104F-956F-D9DEABB6F3C0}">
      <dsp:nvSpPr>
        <dsp:cNvPr id="0" name=""/>
        <dsp:cNvSpPr/>
      </dsp:nvSpPr>
      <dsp:spPr>
        <a:xfrm>
          <a:off x="0" y="2849276"/>
          <a:ext cx="9604375" cy="474811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49530" tIns="49530" rIns="49530" bIns="49530" numCol="1" spcCol="1270" anchor="t" anchorCtr="0">
          <a:noAutofit/>
        </a:bodyPr>
        <a:lstStyle/>
        <a:p>
          <a:pPr marL="0" lvl="0" indent="0" algn="l" defTabSz="5778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HK" sz="1300" b="1" kern="1200" dirty="0"/>
            <a:t>Machine Learning: </a:t>
          </a:r>
          <a:r>
            <a:rPr lang="en-HK" sz="1300" kern="1200" dirty="0"/>
            <a:t>Supervised Learning – Linear/Logistic Regression, Decision Tree, Random Forrest Tree </a:t>
          </a:r>
          <a:endParaRPr lang="en-US" sz="1300" kern="1200" dirty="0"/>
        </a:p>
      </dsp:txBody>
      <dsp:txXfrm>
        <a:off x="0" y="2849276"/>
        <a:ext cx="9604375" cy="474811"/>
      </dsp:txXfrm>
    </dsp:sp>
  </dsp:spTree>
</dsp:drawing>
</file>

<file path=ppt/diagrams/layout1.xml><?xml version="1.0" encoding="utf-8"?>
<dgm:layoutDef xmlns:dgm="http://schemas.openxmlformats.org/drawingml/2006/diagram" xmlns:a="http://schemas.openxmlformats.org/drawingml/2006/main" uniqueId="urn:microsoft.com/office/officeart/2018/2/layout/IconVerticalSolidList">
  <dgm:title val="Icon Vertical Solid List"/>
  <dgm:desc val="Use to show a series of visuals from top to bottom with Level 1 or Level 1 and Level 2 text grouped in a shape. Works best with icons or small pictures with lengthier descriptions."/>
  <dgm:catLst>
    <dgm:cat type="icon" pri="500"/>
  </dgm:catLst>
  <dgm:sampData useDef="1">
    <dgm:dataModel>
      <dgm:ptLst/>
      <dgm:bg/>
      <dgm:whole/>
    </dgm:dataModel>
  </dgm:sampData>
  <dgm:styleData useDef="1">
    <dgm:dataModel>
      <dgm:ptLst/>
      <dgm:bg/>
      <dgm:whole/>
    </dgm:dataModel>
  </dgm:styleData>
  <dgm:clrData useDef="1">
    <dgm:dataModel>
      <dgm:ptLst/>
      <dgm:bg/>
      <dgm:whole/>
    </dgm:dataModel>
  </dgm:clrData>
  <dgm:layoutNode name="root">
    <dgm:varLst>
      <dgm:dir/>
      <dgm:resizeHandles val="exact"/>
    </dgm:varLst>
    <dgm:choose name="Name0">
      <dgm:if name="Name1" axis="self" func="var" arg="dir" op="equ" val="norm">
        <dgm:alg type="lin">
          <dgm:param type="linDir" val="fromT"/>
          <dgm:param type="nodeHorzAlign" val="l"/>
        </dgm:alg>
      </dgm:if>
      <dgm:else name="Name2">
        <dgm:alg type="lin">
          <dgm:param type="linDir" val="fromT"/>
          <dgm:param type="nodeHorzAlign" val="r"/>
        </dgm:alg>
      </dgm:else>
    </dgm:choose>
    <dgm:shape xmlns:r="http://schemas.openxmlformats.org/officeDocument/2006/relationships" r:blip="">
      <dgm:adjLst/>
    </dgm:shape>
    <dgm:presOf/>
    <dgm:choose name="Name3">
      <dgm:if name="Name4" axis="ch" ptType="node" func="cnt" op="lte" val="3">
        <dgm:constrLst>
          <dgm:constr type="h" for="ch" forName="compNode" refType="h" fact="0.3"/>
          <dgm:constr type="w" for="ch" forName="compNode" refType="w"/>
          <dgm:constr type="h" for="ch" forName="sibTrans" refType="h" refFor="ch" refForName="compNode" fact="0.25"/>
          <dgm:constr type="primFontSz" for="des" forName="parTx" val="25"/>
          <dgm:constr type="primFontSz" for="des" forName="desTx" refType="primFontSz" refFor="des" refForName="parTx" op="lte" fact="0.75"/>
          <dgm:constr type="h" for="des" forName="compNode" op="equ"/>
          <dgm:constr type="h" for="des" forName="bgRect" op="equ"/>
          <dgm:constr type="h" for="des" forName="iconRect" op="equ"/>
          <dgm:constr type="w" for="des" forName="iconRect" op="equ"/>
          <dgm:constr type="h" for="des" forName="spaceRect" op="equ"/>
          <dgm:constr type="h" for="des" forName="parTx" op="equ"/>
          <dgm:constr type="h" for="des" forName="desTx" op="equ"/>
        </dgm:constrLst>
      </dgm:if>
      <dgm:if name="Name5" axis="ch" ptType="node" func="cnt" op="lte" val="4">
        <dgm:constrLst>
          <dgm:constr type="h" for="ch" forName="compNode" refType="h" fact="0.3"/>
          <dgm:constr type="w" for="ch" forName="compNode" refType="w"/>
          <dgm:constr type="h" for="ch" forName="sibTrans" refType="h" refFor="ch" refForName="compNode" fact="0.25"/>
          <dgm:constr type="primFontSz" for="des" forName="parTx" val="22"/>
          <dgm:constr type="primFontSz" for="des" forName="desTx" refType="primFontSz" refFor="des" refForName="parTx" op="lte" fact="0.75"/>
          <dgm:constr type="h" for="des" forName="compNode" op="equ"/>
          <dgm:constr type="h" for="des" forName="bgRect" op="equ"/>
          <dgm:constr type="h" for="des" forName="iconRect" op="equ"/>
          <dgm:constr type="w" for="des" forName="iconRect" op="equ"/>
          <dgm:constr type="h" for="des" forName="spaceRect" op="equ"/>
          <dgm:constr type="h" for="des" forName="parTx" op="equ"/>
          <dgm:constr type="h" for="des" forName="desTx" op="equ"/>
        </dgm:constrLst>
      </dgm:if>
      <dgm:if name="Name6" axis="ch" ptType="node" func="cnt" op="lte" val="6">
        <dgm:constrLst>
          <dgm:constr type="h" for="ch" forName="compNode" refType="h" fact="0.3"/>
          <dgm:constr type="w" for="ch" forName="compNode" refType="w"/>
          <dgm:constr type="h" for="ch" forName="sibTrans" refType="h" refFor="ch" refForName="compNode" fact="0.25"/>
          <dgm:constr type="primFontSz" for="des" forName="parTx" val="19"/>
          <dgm:constr type="primFontSz" for="des" forName="desTx" refType="primFontSz" refFor="des" refForName="parTx" op="lte" fact="0.75"/>
          <dgm:constr type="h" for="des" forName="compNode" op="equ"/>
          <dgm:constr type="h" for="des" forName="bgRect" op="equ"/>
          <dgm:constr type="h" for="des" forName="iconRect" op="equ"/>
          <dgm:constr type="w" for="des" forName="iconRect" op="equ"/>
          <dgm:constr type="h" for="des" forName="spaceRect" op="equ"/>
          <dgm:constr type="h" for="des" forName="parTx" op="equ"/>
          <dgm:constr type="h" for="des" forName="desTx" op="equ"/>
        </dgm:constrLst>
      </dgm:if>
      <dgm:else name="Name7">
        <dgm:constrLst>
          <dgm:constr type="h" for="ch" forName="compNode" refType="h" fact="0.3"/>
          <dgm:constr type="w" for="ch" forName="compNode" refType="w"/>
          <dgm:constr type="h" for="ch" forName="sibTrans" refType="h" refFor="ch" refForName="compNode" fact="0.25"/>
          <dgm:constr type="primFontSz" for="des" forName="parTx" val="16"/>
          <dgm:constr type="primFontSz" for="des" forName="desTx" refType="primFontSz" refFor="des" refForName="parTx" op="lte" fact="0.75"/>
          <dgm:constr type="h" for="des" forName="compNode" op="equ"/>
          <dgm:constr type="h" for="des" forName="bgRect" op="equ"/>
          <dgm:constr type="h" for="des" forName="iconRect" op="equ"/>
          <dgm:constr type="w" for="des" forName="iconRect" op="equ"/>
          <dgm:constr type="h" for="des" forName="spaceRect" op="equ"/>
          <dgm:constr type="h" for="des" forName="parTx" op="equ"/>
          <dgm:constr type="h" for="des" forName="desTx" op="equ"/>
        </dgm:constrLst>
      </dgm:else>
    </dgm:choose>
    <dgm:ruleLst>
      <dgm:rule type="h" for="ch" forName="compNode" val="0" fact="NaN" max="NaN"/>
    </dgm:ruleLst>
    <dgm:forEach name="Name8" axis="ch" ptType="node">
      <dgm:layoutNode name="compNode">
        <dgm:alg type="composite"/>
        <dgm:shape xmlns:r="http://schemas.openxmlformats.org/officeDocument/2006/relationships" r:blip="">
          <dgm:adjLst/>
        </dgm:shape>
        <dgm:presOf axis="self"/>
        <dgm:choose name="Name9">
          <dgm:if name="Name10" axis="ch" ptType="node" func="cnt" op="gte" val="1">
            <dgm:constrLst>
              <dgm:constr type="w" for="ch" forName="bgRect" refType="w"/>
              <dgm:constr type="h" for="ch" forName="bgRect" refType="h"/>
              <dgm:constr type="l" for="ch" forName="bgRect"/>
              <dgm:constr type="t" for="ch" forName="bgRect"/>
              <dgm:constr type="h" for="ch" forName="iconRect" refType="h" fact="0.55"/>
              <dgm:constr type="w" for="ch" forName="iconRect" refType="h" refFor="ch" refForName="iconRect"/>
              <dgm:constr type="l" for="ch" forName="iconRect" refType="h" refFor="ch" refForName="iconRect" fact="0.55"/>
              <dgm:constr type="ctrY" for="ch" forName="iconRect" refType="ctrY" refFor="ch" refForName="bgRect"/>
              <dgm:constr type="w" for="ch" forName="spaceRect" refType="l" refFor="ch" refForName="iconRect"/>
              <dgm:constr type="h" for="ch" forName="spaceRect" refType="h"/>
              <dgm:constr type="l" for="ch" forName="spaceRect" refType="r" refFor="ch" refForName="iconRect"/>
              <dgm:constr type="t" for="ch" forName="spaceRect"/>
              <dgm:constr type="w" for="ch" forName="parTx" refType="w" fact="0.45"/>
              <dgm:constr type="h" for="ch" forName="parTx" refType="h"/>
              <dgm:constr type="l" for="ch" forName="parTx" refType="r" refFor="ch" refForName="spaceRect"/>
              <dgm:constr type="t" for="ch" forName="parTx"/>
              <dgm:constr type="h" for="ch" forName="desTx" refType="h"/>
              <dgm:constr type="l" for="ch" forName="desTx" refType="r" refFor="ch" refForName="parTx"/>
              <dgm:constr type="t" for="ch" forName="desTx"/>
            </dgm:constrLst>
          </dgm:if>
          <dgm:else name="Name11">
            <dgm:constrLst>
              <dgm:constr type="w" for="ch" forName="bgRect" refType="w"/>
              <dgm:constr type="h" for="ch" forName="bgRect" refType="h"/>
              <dgm:constr type="l" for="ch" forName="bgRect"/>
              <dgm:constr type="t" for="ch" forName="bgRect"/>
              <dgm:constr type="h" for="ch" forName="iconRect" refType="h" fact="0.55"/>
              <dgm:constr type="w" for="ch" forName="iconRect" refType="h" refFor="ch" refForName="iconRect"/>
              <dgm:constr type="l" for="ch" forName="iconRect" refType="h" refFor="ch" refForName="iconRect" fact="0.55"/>
              <dgm:constr type="ctrY" for="ch" forName="iconRect" refType="ctrY" refFor="ch" refForName="bgRect"/>
              <dgm:constr type="w" for="ch" forName="spaceRect" refType="l" refFor="ch" refForName="iconRect"/>
              <dgm:constr type="h" for="ch" forName="spaceRect" refType="h"/>
              <dgm:constr type="l" for="ch" forName="spaceRect" refType="r" refFor="ch" refForName="iconRect"/>
              <dgm:constr type="t" for="ch" forName="spaceRect"/>
              <dgm:constr type="h" for="ch" forName="parTx" refType="h"/>
              <dgm:constr type="l" for="ch" forName="parTx" refType="r" refFor="ch" refForName="spaceRect"/>
              <dgm:constr type="t" for="ch" forName="parTx"/>
            </dgm:constrLst>
          </dgm:else>
        </dgm:choose>
        <dgm:ruleLst>
          <dgm:rule type="h" val="INF" fact="NaN" max="NaN"/>
        </dgm:ruleLst>
        <dgm:layoutNode name="bgRect" styleLbl="bgShp">
          <dgm:alg type="sp"/>
          <dgm:shape xmlns:r="http://schemas.openxmlformats.org/officeDocument/2006/relationships" type="roundRect" r:blip="">
            <dgm:adjLst>
              <dgm:adj idx="1" val="0.1"/>
            </dgm:adjLst>
          </dgm:shape>
          <dgm:presOf/>
          <dgm:constrLst/>
          <dgm:ruleLst/>
        </dgm:layoutNode>
        <dgm:layoutNode name="iconRect" styleLbl="node1">
          <dgm:alg type="sp"/>
          <dgm:shape xmlns:r="http://schemas.openxmlformats.org/officeDocument/2006/relationships" type="rect" r:blip="" blipPhldr="1">
            <dgm:adjLst/>
          </dgm:shape>
          <dgm:presOf/>
          <dgm:constrLst/>
          <dgm:ruleLst/>
        </dgm:layoutNode>
        <dgm:layoutNode name="spaceRect">
          <dgm:alg type="sp"/>
          <dgm:shape xmlns:r="http://schemas.openxmlformats.org/officeDocument/2006/relationships" r:blip="">
            <dgm:adjLst/>
          </dgm:shape>
          <dgm:presOf/>
          <dgm:constrLst/>
          <dgm:ruleLst/>
        </dgm:layoutNode>
        <dgm:layoutNode name="parTx" styleLbl="revTx">
          <dgm:varLst>
            <dgm:chMax val="0"/>
            <dgm:chPref val="0"/>
          </dgm:varLst>
          <dgm:alg type="tx">
            <dgm:param type="txAnchorVert" val="mid"/>
            <dgm:param type="parTxLTRAlign" val="l"/>
            <dgm:param type="shpTxLTRAlignCh" val="l"/>
            <dgm:param type="parTxRTLAlign" val="r"/>
            <dgm:param type="shpTxRTLAlignCh" val="r"/>
          </dgm:alg>
          <dgm:shape xmlns:r="http://schemas.openxmlformats.org/officeDocument/2006/relationships" type="rect" r:blip="">
            <dgm:adjLst/>
          </dgm:shape>
          <dgm:presOf axis="self" ptType="node"/>
          <dgm:constrLst>
            <dgm:constr type="lMarg" refType="h" fact="0.3"/>
            <dgm:constr type="rMarg" refType="h" fact="0.3"/>
            <dgm:constr type="tMarg" refType="h" fact="0.3"/>
            <dgm:constr type="bMarg" refType="h" fact="0.3"/>
          </dgm:constrLst>
          <dgm:ruleLst>
            <dgm:rule type="primFontSz" val="14" fact="NaN" max="NaN"/>
            <dgm:rule type="h" val="INF" fact="NaN" max="NaN"/>
          </dgm:ruleLst>
        </dgm:layoutNode>
        <dgm:choose name="Name12">
          <dgm:if name="Name13" axis="ch" ptType="node" func="cnt" op="gte" val="1">
            <dgm:layoutNode name="desTx" styleLbl="revTx">
              <dgm:varLst/>
              <dgm:alg type="tx">
                <dgm:param type="txAnchorVertCh" val="mid"/>
                <dgm:param type="parTxLTRAlign" val="l"/>
                <dgm:param type="shpTxLTRAlignCh" val="l"/>
                <dgm:param type="parTxRTLAlign" val="r"/>
                <dgm:param type="shpTxRTLAlignCh" val="r"/>
                <dgm:param type="stBulletLvl" val="0"/>
              </dgm:alg>
              <dgm:shape xmlns:r="http://schemas.openxmlformats.org/officeDocument/2006/relationships" type="rect" r:blip="">
                <dgm:adjLst/>
              </dgm:shape>
              <dgm:presOf axis="des" ptType="node"/>
              <dgm:constrLst>
                <dgm:constr type="primFontSz" val="18"/>
                <dgm:constr type="secFontSz" refType="primFontSz"/>
                <dgm:constr type="lMarg" refType="h" fact="0.3"/>
                <dgm:constr type="rMarg" refType="h" fact="0.3"/>
                <dgm:constr type="tMarg" refType="h" fact="0.3"/>
                <dgm:constr type="bMarg" refType="h" fact="0.3"/>
              </dgm:constrLst>
              <dgm:ruleLst>
                <dgm:rule type="primFontSz" val="11" fact="NaN" max="NaN"/>
              </dgm:ruleLst>
            </dgm:layoutNode>
          </dgm:if>
          <dgm:else name="Name14"/>
        </dgm:choose>
      </dgm:layoutNode>
      <dgm:forEach name="Name15" axis="followSib" ptType="sibTrans" cnt="1">
        <dgm:layoutNode name="sibTrans">
          <dgm:alg type="sp"/>
          <dgm:shape xmlns:r="http://schemas.openxmlformats.org/officeDocument/2006/relationships" r:blip="">
            <dgm:adjLst/>
          </dgm:shape>
          <dgm:presOf axis="self"/>
          <dgm:constrLst/>
          <dgm:ruleLst/>
        </dgm:layoutNode>
      </dgm:forEach>
    </dgm:forEach>
  </dgm:layoutNode>
  <dgm:extLst>
    <a:ext uri="{68A01E43-0DF5-4B5B-8FA6-DAF915123BFB}">
      <dgm1612:lstStyle xmlns:dgm1612="http://schemas.microsoft.com/office/drawing/2016/12/diagram">
        <a:lvl1pPr>
          <a:lnSpc>
            <a:spcPct val="100000"/>
          </a:lnSpc>
        </a:lvl1pPr>
        <a:lvl2pPr>
          <a:lnSpc>
            <a:spcPct val="100000"/>
          </a:lnSpc>
        </a:lvl2pPr>
      </dgm1612:lstStyle>
    </a:ext>
  </dgm:extLst>
</dgm:layoutDef>
</file>

<file path=ppt/diagrams/layout2.xml><?xml version="1.0" encoding="utf-8"?>
<dgm:layoutDef xmlns:dgm="http://schemas.openxmlformats.org/drawingml/2006/diagram" xmlns:a="http://schemas.openxmlformats.org/drawingml/2006/main" uniqueId="urn:microsoft.com/office/officeart/2005/8/layout/default">
  <dgm:title val=""/>
  <dgm:desc val=""/>
  <dgm:catLst>
    <dgm:cat type="list" pri="400"/>
  </dgm:catLst>
  <dgm:sampData>
    <dgm:dataModel>
      <dgm:ptLst>
        <dgm:pt modelId="0" type="doc"/>
        <dgm:pt modelId="1">
          <dgm:prSet phldr="1"/>
        </dgm:pt>
        <dgm:pt modelId="2">
          <dgm:prSet phldr="1"/>
        </dgm:pt>
        <dgm:pt modelId="3">
          <dgm:prSet phldr="1"/>
        </dgm:pt>
        <dgm:pt modelId="4">
          <dgm:prSet phldr="1"/>
        </dgm:pt>
        <dgm:pt modelId="5">
          <dgm:prSet phldr="1"/>
        </dgm:pt>
      </dgm:ptLst>
      <dgm:cxnLst>
        <dgm:cxn modelId="6" srcId="0" destId="1" srcOrd="0" destOrd="0"/>
        <dgm:cxn modelId="7" srcId="0" destId="2" srcOrd="1" destOrd="0"/>
        <dgm:cxn modelId="8" srcId="0" destId="3" srcOrd="2" destOrd="0"/>
        <dgm:cxn modelId="9" srcId="0" destId="4" srcOrd="3" destOrd="0"/>
        <dgm:cxn modelId="10" srcId="0" destId="5" srcOrd="4" destOrd="0"/>
      </dgm:cxnLst>
      <dgm:bg/>
      <dgm:whole/>
    </dgm:dataModel>
  </dgm:sampData>
  <dgm:styleData>
    <dgm:dataModel>
      <dgm:ptLst>
        <dgm:pt modelId="0" type="doc"/>
        <dgm:pt modelId="1"/>
        <dgm:pt modelId="2"/>
      </dgm:ptLst>
      <dgm:cxnLst>
        <dgm:cxn modelId="3" srcId="0" destId="1" srcOrd="0" destOrd="0"/>
        <dgm:cxn modelId="4" srcId="0" destId="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  <dgm:pt modelId="5"/>
        <dgm:pt modelId="6"/>
      </dgm:ptLst>
      <dgm:cxnLst>
        <dgm:cxn modelId="7" srcId="0" destId="1" srcOrd="0" destOrd="0"/>
        <dgm:cxn modelId="8" srcId="0" destId="2" srcOrd="1" destOrd="0"/>
        <dgm:cxn modelId="9" srcId="0" destId="3" srcOrd="2" destOrd="0"/>
        <dgm:cxn modelId="10" srcId="0" destId="4" srcOrd="3" destOrd="0"/>
        <dgm:cxn modelId="11" srcId="0" destId="5" srcOrd="4" destOrd="0"/>
        <dgm:cxn modelId="12" srcId="0" destId="6" srcOrd="5" destOrd="0"/>
      </dgm:cxnLst>
      <dgm:bg/>
      <dgm:whole/>
    </dgm:dataModel>
  </dgm:clrData>
  <dgm:layoutNode name="diagram">
    <dgm:varLst>
      <dgm:dir/>
      <dgm:resizeHandles val="exact"/>
    </dgm:varLst>
    <dgm:choose name="Name0">
      <dgm:if name="Name1" func="var" arg="dir" op="equ" val="norm">
        <dgm:alg type="snake">
          <dgm:param type="grDir" val="tL"/>
          <dgm:param type="flowDir" val="row"/>
          <dgm:param type="contDir" val="sameDir"/>
          <dgm:param type="off" val="ctr"/>
        </dgm:alg>
      </dgm:if>
      <dgm:else name="Name2">
        <dgm:alg type="snake">
          <dgm:param type="grDir" val="tR"/>
          <dgm:param type="flowDir" val="row"/>
          <dgm:param type="contDir" val="sameDir"/>
          <dgm:param type="off" val="ctr"/>
        </dgm:alg>
      </dgm:else>
    </dgm:choose>
    <dgm:shape xmlns:r="http://schemas.openxmlformats.org/officeDocument/2006/relationships" r:blip="">
      <dgm:adjLst/>
    </dgm:shape>
    <dgm:presOf/>
    <dgm:constrLst>
      <dgm:constr type="w" for="ch" forName="node" refType="w"/>
      <dgm:constr type="h" for="ch" forName="node" refType="w" refFor="ch" refForName="node" fact="0.6"/>
      <dgm:constr type="w" for="ch" forName="sibTrans" refType="w" refFor="ch" refForName="node" fact="0.1"/>
      <dgm:constr type="sp" refType="w" refFor="ch" refForName="sibTrans"/>
      <dgm:constr type="primFontSz" for="ch" forName="node" op="equ" val="65"/>
    </dgm:constrLst>
    <dgm:ruleLst/>
    <dgm:forEach name="Name3" axis="ch" ptType="node">
      <dgm:layoutNode name="node">
        <dgm:varLst>
          <dgm:bulletEnabled val="1"/>
        </dgm:varLst>
        <dgm:alg type="tx"/>
        <dgm:shape xmlns:r="http://schemas.openxmlformats.org/officeDocument/2006/relationships" type="rect" r:blip="">
          <dgm:adjLst/>
        </dgm:shape>
        <dgm:presOf axis="desOrSelf" ptType="node"/>
        <dgm:constrLst>
          <dgm:constr type="lMarg" refType="primFontSz" fact="0.3"/>
          <dgm:constr type="rMarg" refType="primFontSz" fact="0.3"/>
          <dgm:constr type="tMarg" refType="primFontSz" fact="0.3"/>
          <dgm:constr type="bMarg" refType="primFontSz" fact="0.3"/>
        </dgm:constrLst>
        <dgm:ruleLst>
          <dgm:rule type="primFontSz" val="5" fact="NaN" max="NaN"/>
        </dgm:ruleLst>
      </dgm:layoutNode>
      <dgm:forEach name="Name4" axis="followSib" ptType="sibTrans" cnt="1">
        <dgm:layoutNode name="sibTrans">
          <dgm:alg type="sp"/>
          <dgm:shape xmlns:r="http://schemas.openxmlformats.org/officeDocument/2006/relationships" r:blip="">
            <dgm:adjLst/>
          </dgm:shape>
          <dgm:presOf/>
          <dgm:constrLst/>
          <dgm:ruleLst/>
        </dgm:layoutNode>
      </dgm:forEach>
    </dgm:forEach>
  </dgm:layoutNode>
</dgm:layoutDef>
</file>

<file path=ppt/diagrams/layout3.xml><?xml version="1.0" encoding="utf-8"?>
<dgm:layoutDef xmlns:dgm="http://schemas.openxmlformats.org/drawingml/2006/diagram" xmlns:a="http://schemas.openxmlformats.org/drawingml/2006/main" uniqueId="urn:microsoft.com/office/officeart/2008/layout/LinedList">
  <dgm:title val=""/>
  <dgm:desc val=""/>
  <dgm:catLst>
    <dgm:cat type="hierarchy" pri="8000"/>
    <dgm:cat type="list" pri="2500"/>
  </dgm:catLst>
  <dgm:sampData>
    <dgm:dataModel>
      <dgm:ptLst>
        <dgm:pt modelId="0" type="doc"/>
        <dgm:pt modelId="1">
          <dgm:prSet phldr="1"/>
        </dgm:pt>
        <dgm:pt modelId="11">
          <dgm:prSet phldr="1"/>
        </dgm:pt>
        <dgm:pt modelId="12">
          <dgm:prSet phldr="1"/>
        </dgm:pt>
        <dgm:pt modelId="13">
          <dgm:prSet phldr="1"/>
        </dgm:pt>
      </dgm:ptLst>
      <dgm:cxnLst>
        <dgm:cxn modelId="2" srcId="0" destId="1" srcOrd="0" destOrd="0"/>
        <dgm:cxn modelId="3" srcId="1" destId="11" srcOrd="0" destOrd="0"/>
        <dgm:cxn modelId="4" srcId="1" destId="12" srcOrd="1" destOrd="0"/>
        <dgm:cxn modelId="5" srcId="1" destId="13" srcOrd="2" destOrd="0"/>
      </dgm:cxnLst>
      <dgm:bg/>
      <dgm:whole/>
    </dgm:dataModel>
  </dgm:sampData>
  <dgm:styleData>
    <dgm:dataModel>
      <dgm:ptLst>
        <dgm:pt modelId="0" type="doc"/>
        <dgm:pt modelId="1">
          <dgm:prSet phldr="1"/>
        </dgm:pt>
        <dgm:pt modelId="11">
          <dgm:prSet phldr="1"/>
        </dgm:pt>
        <dgm:pt modelId="12">
          <dgm:prSet phldr="1"/>
        </dgm:pt>
      </dgm:ptLst>
      <dgm:cxnLst>
        <dgm:cxn modelId="2" srcId="0" destId="1" srcOrd="0" destOrd="0"/>
        <dgm:cxn modelId="3" srcId="1" destId="11" srcOrd="0" destOrd="0"/>
        <dgm:cxn modelId="4" srcId="1" destId="12" srcOrd="1" destOrd="0"/>
      </dgm:cxnLst>
      <dgm:bg/>
      <dgm:whole/>
    </dgm:dataModel>
  </dgm:styleData>
  <dgm:clrData>
    <dgm:dataModel>
      <dgm:ptLst>
        <dgm:pt modelId="0" type="doc"/>
        <dgm:pt modelId="1">
          <dgm:prSet phldr="1"/>
        </dgm:pt>
        <dgm:pt modelId="11">
          <dgm:prSet phldr="1"/>
        </dgm:pt>
        <dgm:pt modelId="12">
          <dgm:prSet phldr="1"/>
        </dgm:pt>
      </dgm:ptLst>
      <dgm:cxnLst>
        <dgm:cxn modelId="2" srcId="0" destId="1" srcOrd="0" destOrd="0"/>
        <dgm:cxn modelId="3" srcId="1" destId="11" srcOrd="0" destOrd="0"/>
        <dgm:cxn modelId="4" srcId="1" destId="12" srcOrd="1" destOrd="0"/>
      </dgm:cxnLst>
      <dgm:bg/>
      <dgm:whole/>
    </dgm:dataModel>
  </dgm:clrData>
  <dgm:layoutNode name="vert0">
    <dgm:varLst>
      <dgm:dir/>
      <dgm:animOne val="branch"/>
      <dgm:animLvl val="lvl"/>
    </dgm:varLst>
    <dgm:choose name="Name0">
      <dgm:if name="Name1" func="var" arg="dir" op="equ" val="norm">
        <dgm:alg type="lin">
          <dgm:param type="linDir" val="fromT"/>
          <dgm:param type="nodeHorzAlign" val="l"/>
        </dgm:alg>
      </dgm:if>
      <dgm:else name="Name2">
        <dgm:alg type="lin">
          <dgm:param type="linDir" val="fromT"/>
          <dgm:param type="nodeHorzAlign" val="r"/>
        </dgm:alg>
      </dgm:else>
    </dgm:choose>
    <dgm:shape xmlns:r="http://schemas.openxmlformats.org/officeDocument/2006/relationships" r:blip="">
      <dgm:adjLst/>
    </dgm:shape>
    <dgm:presOf/>
    <dgm:constrLst>
      <dgm:constr type="w" for="ch" forName="horz1" refType="w"/>
      <dgm:constr type="h" for="ch" forName="horz1" refType="h"/>
      <dgm:constr type="h" for="des" forName="vert1" refType="h"/>
      <dgm:constr type="h" for="des" forName="tx1" refType="h"/>
      <dgm:constr type="h" for="des" forName="horz2" refType="h"/>
      <dgm:constr type="h" for="des" forName="vert2" refType="h"/>
      <dgm:constr type="h" for="des" forName="horz3" refType="h"/>
      <dgm:constr type="h" for="des" forName="vert3" refType="h"/>
      <dgm:constr type="h" for="des" forName="horz4" refType="h"/>
      <dgm:constr type="h" for="des" ptType="node" refType="h"/>
      <dgm:constr type="primFontSz" for="des" forName="tx1" op="equ" val="65"/>
      <dgm:constr type="primFontSz" for="des" forName="tx2" op="equ" val="65"/>
      <dgm:constr type="primFontSz" for="des" forName="tx3" op="equ" val="65"/>
      <dgm:constr type="primFontSz" for="des" forName="tx4" op="equ" val="65"/>
      <dgm:constr type="w" for="des" forName="thickLine" refType="w"/>
      <dgm:constr type="h" for="des" forName="thickLine"/>
      <dgm:constr type="h" for="des" forName="thinLine1"/>
      <dgm:constr type="h" for="des" forName="thinLine2b"/>
      <dgm:constr type="h" for="des" forName="thinLine3"/>
      <dgm:constr type="h" for="des" forName="vertSpace2a" refType="h" fact="0.05"/>
      <dgm:constr type="h" for="des" forName="vertSpace2b" refType="h" refFor="des" refForName="vertSpace2a"/>
    </dgm:constrLst>
    <dgm:forEach name="Name3" axis="ch" ptType="node">
      <dgm:layoutNode name="thickLine" styleLbl="alignNode1">
        <dgm:alg type="sp"/>
        <dgm:shape xmlns:r="http://schemas.openxmlformats.org/officeDocument/2006/relationships" type="line" r:blip="">
          <dgm:adjLst/>
        </dgm:shape>
        <dgm:presOf/>
      </dgm:layoutNode>
      <dgm:layoutNode name="horz1">
        <dgm:choose name="Name4">
          <dgm:if name="Name5" func="var" arg="dir" op="equ" val="norm">
            <dgm:alg type="lin">
              <dgm:param type="linDir" val="fromL"/>
              <dgm:param type="nodeVertAlign" val="t"/>
            </dgm:alg>
          </dgm:if>
          <dgm:else name="Name6">
            <dgm:alg type="lin">
              <dgm:param type="linDir" val="fromR"/>
              <dgm:param type="nodeVertAlign" val="t"/>
            </dgm:alg>
          </dgm:else>
        </dgm:choose>
        <dgm:shape xmlns:r="http://schemas.openxmlformats.org/officeDocument/2006/relationships" r:blip="">
          <dgm:adjLst/>
        </dgm:shape>
        <dgm:presOf/>
        <dgm:choose name="Name7">
          <dgm:if name="Name8" axis="root des" func="maxDepth" op="equ" val="1">
            <dgm:constrLst>
              <dgm:constr type="w" for="ch" forName="tx1" refType="w"/>
            </dgm:constrLst>
          </dgm:if>
          <dgm:if name="Name9" axis="root des" func="maxDepth" op="equ" val="2">
            <dgm:constrLst>
              <dgm:constr type="w" for="ch" forName="tx1" refType="w" fact="0.2"/>
              <dgm:constr type="w" for="des" forName="tx2" refType="w" fact="0.785"/>
              <dgm:constr type="w" for="des" forName="horzSpace2" refType="w" fact="0.015"/>
              <dgm:constr type="w" for="des" forName="thinLine2b" refType="w" fact="0.8"/>
            </dgm:constrLst>
          </dgm:if>
          <dgm:if name="Name10" axis="root des" func="maxDepth" op="equ" val="3">
            <dgm:constrLst>
              <dgm:constr type="w" for="ch" forName="tx1" refType="w" fact="0.2"/>
              <dgm:constr type="w" for="des" forName="tx2" refType="w" fact="0.385"/>
              <dgm:constr type="w" for="des" forName="tx3" refType="w" fact="0.385"/>
              <dgm:constr type="w" for="des" forName="horzSpace2" refType="w" fact="0.015"/>
              <dgm:constr type="w" for="des" forName="horzSpace3" refType="w" fact="0.015"/>
              <dgm:constr type="w" for="des" forName="thinLine2b" refType="w" fact="0.8"/>
              <dgm:constr type="w" for="des" forName="thinLine3" refType="w" fact="0.385"/>
            </dgm:constrLst>
          </dgm:if>
          <dgm:if name="Name11" axis="root des" func="maxDepth" op="gte" val="4">
            <dgm:constrLst>
              <dgm:constr type="w" for="ch" forName="tx1" refType="w" fact="0.2"/>
              <dgm:constr type="w" for="des" forName="tx2" refType="w" fact="0.2516"/>
              <dgm:constr type="w" for="des" forName="tx3" refType="w" fact="0.2516"/>
              <dgm:constr type="w" for="des" forName="tx4" refType="w" fact="0.2516"/>
              <dgm:constr type="w" for="des" forName="horzSpace2" refType="w" fact="0.015"/>
              <dgm:constr type="w" for="des" forName="horzSpace3" refType="w" fact="0.015"/>
              <dgm:constr type="w" for="des" forName="horzSpace4" refType="w" fact="0.015"/>
              <dgm:constr type="w" for="des" forName="thinLine2b" refType="w" fact="0.8"/>
              <dgm:constr type="w" for="des" forName="thinLine3" refType="w" fact="0.5332"/>
            </dgm:constrLst>
          </dgm:if>
          <dgm:else name="Name12"/>
        </dgm:choose>
        <dgm:layoutNode name="tx1" styleLbl="revTx">
          <dgm:alg type="tx">
            <dgm:param type="parTxLTRAlign" val="l"/>
            <dgm:param type="parTxRTLAlign" val="r"/>
            <dgm:param type="txAnchorVert" val="t"/>
          </dgm:alg>
          <dgm:shape xmlns:r="http://schemas.openxmlformats.org/officeDocument/2006/relationships" type="rect" r:blip="">
            <dgm:adjLst/>
          </dgm:shape>
          <dgm:presOf axis="self"/>
          <dgm:constrLst>
            <dgm:constr type="tMarg" refType="primFontSz" fact="0.3"/>
            <dgm:constr type="bMarg" refType="primFontSz" fact="0.3"/>
            <dgm:constr type="lMarg" refType="primFontSz" fact="0.3"/>
            <dgm:constr type="rMarg" refType="primFontSz" fact="0.3"/>
          </dgm:constrLst>
          <dgm:ruleLst>
            <dgm:rule type="primFontSz" val="5" fact="NaN" max="NaN"/>
          </dgm:ruleLst>
        </dgm:layoutNode>
        <dgm:layoutNode name="vert1">
          <dgm:choose name="Name13">
            <dgm:if name="Name14" func="var" arg="dir" op="equ" val="norm">
              <dgm:alg type="lin">
                <dgm:param type="linDir" val="fromT"/>
                <dgm:param type="nodeHorzAlign" val="l"/>
              </dgm:alg>
            </dgm:if>
            <dgm:else name="Name15">
              <dgm:alg type="lin">
                <dgm:param type="linDir" val="fromT"/>
                <dgm:param type="nodeHorzAlign" val="r"/>
              </dgm:alg>
            </dgm:else>
          </dgm:choose>
          <dgm:shape xmlns:r="http://schemas.openxmlformats.org/officeDocument/2006/relationships" r:blip="">
            <dgm:adjLst/>
          </dgm:shape>
          <dgm:presOf/>
          <dgm:forEach name="Name16" axis="ch" ptType="node">
            <dgm:choose name="Name17">
              <dgm:if name="Name18" axis="self" ptType="node" func="pos" op="equ" val="1">
                <dgm:layoutNode name="vertSpace2a">
                  <dgm:alg type="sp"/>
                  <dgm:shape xmlns:r="http://schemas.openxmlformats.org/officeDocument/2006/relationships" r:blip="">
                    <dgm:adjLst/>
                  </dgm:shape>
                  <dgm:presOf/>
                </dgm:layoutNode>
              </dgm:if>
              <dgm:else name="Name19"/>
            </dgm:choose>
            <dgm:layoutNode name="horz2">
              <dgm:choose name="Name20">
                <dgm:if name="Name21" func="var" arg="dir" op="equ" val="norm">
                  <dgm:alg type="lin">
                    <dgm:param type="linDir" val="fromL"/>
                    <dgm:param type="nodeVertAlign" val="t"/>
                  </dgm:alg>
                </dgm:if>
                <dgm:else name="Name22">
                  <dgm:alg type="lin">
                    <dgm:param type="linDir" val="fromR"/>
                    <dgm:param type="nodeVertAlign" val="t"/>
                  </dgm:alg>
                </dgm:else>
              </dgm:choose>
              <dgm:shape xmlns:r="http://schemas.openxmlformats.org/officeDocument/2006/relationships" r:blip="">
                <dgm:adjLst/>
              </dgm:shape>
              <dgm:presOf/>
              <dgm:layoutNode name="horzSpace2">
                <dgm:alg type="sp"/>
                <dgm:shape xmlns:r="http://schemas.openxmlformats.org/officeDocument/2006/relationships" r:blip="">
                  <dgm:adjLst/>
                </dgm:shape>
                <dgm:presOf/>
              </dgm:layoutNode>
              <dgm:layoutNode name="tx2" styleLbl="revTx">
                <dgm:alg type="tx">
                  <dgm:param type="parTxLTRAlign" val="l"/>
                  <dgm:param type="parTxRTLAlign" val="r"/>
                  <dgm:param type="txAnchorVert" val="t"/>
                </dgm:alg>
                <dgm:shape xmlns:r="http://schemas.openxmlformats.org/officeDocument/2006/relationships" type="rect" r:blip="">
                  <dgm:adjLst/>
                </dgm:shape>
                <dgm:presOf axis="self"/>
                <dgm:constrLst>
                  <dgm:constr type="tMarg" refType="primFontSz" fact="0.3"/>
                  <dgm:constr type="bMarg" refType="primFontSz" fact="0.3"/>
                  <dgm:constr type="lMarg" refType="primFontSz" fact="0.3"/>
                  <dgm:constr type="rMarg" refType="primFontSz" fact="0.3"/>
                </dgm:constrLst>
                <dgm:ruleLst>
                  <dgm:rule type="primFontSz" val="5" fact="NaN" max="NaN"/>
                </dgm:ruleLst>
              </dgm:layoutNode>
              <dgm:layoutNode name="vert2">
                <dgm:choose name="Name23">
                  <dgm:if name="Name24" func="var" arg="dir" op="equ" val="norm">
                    <dgm:alg type="lin">
                      <dgm:param type="linDir" val="fromT"/>
                      <dgm:param type="nodeHorzAlign" val="l"/>
                    </dgm:alg>
                  </dgm:if>
                  <dgm:else name="Name25">
                    <dgm:alg type="lin">
                      <dgm:param type="linDir" val="fromT"/>
                      <dgm:param type="nodeHorzAlign" val="r"/>
                    </dgm:alg>
                  </dgm:else>
                </dgm:choose>
                <dgm:shape xmlns:r="http://schemas.openxmlformats.org/officeDocument/2006/relationships" r:blip="">
                  <dgm:adjLst/>
                </dgm:shape>
                <dgm:presOf/>
                <dgm:forEach name="Name26" axis="ch" ptType="node">
                  <dgm:layoutNode name="horz3">
                    <dgm:choose name="Name27">
                      <dgm:if name="Name28" func="var" arg="dir" op="equ" val="norm">
                        <dgm:alg type="lin">
                          <dgm:param type="linDir" val="fromL"/>
                          <dgm:param type="nodeVertAlign" val="t"/>
                        </dgm:alg>
                      </dgm:if>
                      <dgm:else name="Name29">
                        <dgm:alg type="lin">
                          <dgm:param type="linDir" val="fromR"/>
                          <dgm:param type="nodeVertAlign" val="t"/>
                        </dgm:alg>
                      </dgm:else>
                    </dgm:choose>
                    <dgm:shape xmlns:r="http://schemas.openxmlformats.org/officeDocument/2006/relationships" r:blip="">
                      <dgm:adjLst/>
                    </dgm:shape>
                    <dgm:presOf/>
                    <dgm:layoutNode name="horzSpace3">
                      <dgm:alg type="sp"/>
                      <dgm:shape xmlns:r="http://schemas.openxmlformats.org/officeDocument/2006/relationships" r:blip="">
                        <dgm:adjLst/>
                      </dgm:shape>
                      <dgm:presOf/>
                    </dgm:layoutNode>
                    <dgm:layoutNode name="tx3" styleLbl="revTx">
                      <dgm:alg type="tx">
                        <dgm:param type="parTxLTRAlign" val="l"/>
                        <dgm:param type="parTxRTLAlign" val="r"/>
                        <dgm:param type="txAnchorVert" val="t"/>
                      </dgm:alg>
                      <dgm:shape xmlns:r="http://schemas.openxmlformats.org/officeDocument/2006/relationships" type="rect" r:blip="">
                        <dgm:adjLst/>
                      </dgm:shape>
                      <dgm:presOf axis="self"/>
                      <dgm:constrLst>
                        <dgm:constr type="tMarg" refType="primFontSz" fact="0.3"/>
                        <dgm:constr type="bMarg" refType="primFontSz" fact="0.3"/>
                        <dgm:constr type="lMarg" refType="primFontSz" fact="0.3"/>
                        <dgm:constr type="rMarg" refType="primFontSz" fact="0.3"/>
                      </dgm:constrLst>
                      <dgm:ruleLst>
                        <dgm:rule type="primFontSz" val="5" fact="NaN" max="NaN"/>
                      </dgm:ruleLst>
                    </dgm:layoutNode>
                    <dgm:layoutNode name="vert3">
                      <dgm:choose name="Name30">
                        <dgm:if name="Name31" func="var" arg="dir" op="equ" val="norm">
                          <dgm:alg type="lin">
                            <dgm:param type="linDir" val="fromT"/>
                            <dgm:param type="nodeHorzAlign" val="l"/>
                          </dgm:alg>
                        </dgm:if>
                        <dgm:else name="Name32">
                          <dgm:alg type="lin">
                            <dgm:param type="linDir" val="fromT"/>
                            <dgm:param type="nodeHorzAlign" val="r"/>
                          </dgm:alg>
                        </dgm:else>
                      </dgm:choose>
                      <dgm:shape xmlns:r="http://schemas.openxmlformats.org/officeDocument/2006/relationships" r:blip="">
                        <dgm:adjLst/>
                      </dgm:shape>
                      <dgm:presOf/>
                      <dgm:forEach name="Name33" axis="ch" ptType="node">
                        <dgm:layoutNode name="horz4">
                          <dgm:choose name="Name34">
                            <dgm:if name="Name35" func="var" arg="dir" op="equ" val="norm">
                              <dgm:alg type="lin">
                                <dgm:param type="linDir" val="fromL"/>
                                <dgm:param type="nodeVertAlign" val="t"/>
                              </dgm:alg>
                            </dgm:if>
                            <dgm:else name="Name36">
                              <dgm:alg type="lin">
                                <dgm:param type="linDir" val="fromR"/>
                                <dgm:param type="nodeVertAlign" val="t"/>
                              </dgm:alg>
                            </dgm:else>
                          </dgm:choose>
                          <dgm:shape xmlns:r="http://schemas.openxmlformats.org/officeDocument/2006/relationships" r:blip="">
                            <dgm:adjLst/>
                          </dgm:shape>
                          <dgm:presOf/>
                          <dgm:layoutNode name="horzSpace4">
                            <dgm:alg type="sp"/>
                            <dgm:shape xmlns:r="http://schemas.openxmlformats.org/officeDocument/2006/relationships" r:blip="">
                              <dgm:adjLst/>
                            </dgm:shape>
                            <dgm:presOf/>
                          </dgm:layoutNode>
                          <dgm:layoutNode name="tx4" styleLbl="revTx">
                            <dgm:varLst>
                              <dgm:bulletEnabled val="1"/>
                            </dgm:varLst>
                            <dgm:alg type="tx">
                              <dgm:param type="parTxLTRAlign" val="l"/>
                              <dgm:param type="parTxRTLAlign" val="r"/>
                              <dgm:param type="txAnchorVert" val="t"/>
                            </dgm:alg>
                            <dgm:shape xmlns:r="http://schemas.openxmlformats.org/officeDocument/2006/relationships" type="rect" r:blip="">
                              <dgm:adjLst/>
                            </dgm:shape>
                            <dgm:presOf axis="desOrSelf" ptType="node"/>
                            <dgm:constrLst>
                              <dgm:constr type="tMarg" refType="primFontSz" fact="0.3"/>
                              <dgm:constr type="bMarg" refType="primFontSz" fact="0.3"/>
                              <dgm:constr type="lMarg" refType="primFontSz" fact="0.3"/>
                              <dgm:constr type="rMarg" refType="primFontSz" fact="0.3"/>
                            </dgm:constrLst>
                            <dgm:ruleLst>
                              <dgm:rule type="primFontSz" val="5" fact="NaN" max="NaN"/>
                            </dgm:ruleLst>
                          </dgm:layoutNode>
                        </dgm:layoutNode>
                      </dgm:forEach>
                    </dgm:layoutNode>
                  </dgm:layoutNode>
                  <dgm:forEach name="Name37" axis="followSib" ptType="sibTrans" cnt="1">
                    <dgm:layoutNode name="thinLine3" styleLbl="callout">
                      <dgm:alg type="sp"/>
                      <dgm:shape xmlns:r="http://schemas.openxmlformats.org/officeDocument/2006/relationships" type="line" r:blip="">
                        <dgm:adjLst/>
                      </dgm:shape>
                      <dgm:presOf/>
                    </dgm:layoutNode>
                  </dgm:forEach>
                </dgm:forEach>
              </dgm:layoutNode>
            </dgm:layoutNode>
            <dgm:layoutNode name="thinLine2b" styleLbl="callout">
              <dgm:alg type="sp"/>
              <dgm:shape xmlns:r="http://schemas.openxmlformats.org/officeDocument/2006/relationships" type="line" r:blip="">
                <dgm:adjLst/>
              </dgm:shape>
              <dgm:presOf/>
            </dgm:layoutNode>
            <dgm:layoutNode name="vertSpace2b">
              <dgm:alg type="sp"/>
              <dgm:shape xmlns:r="http://schemas.openxmlformats.org/officeDocument/2006/relationships" r:blip="">
                <dgm:adjLst/>
              </dgm:shape>
              <dgm:presOf/>
            </dgm:layoutNode>
          </dgm:forEach>
        </dgm:layoutNode>
      </dgm:layoutNode>
    </dgm:forEach>
  </dgm:layoutNode>
</dgm:layoutDef>
</file>

<file path=ppt/diagrams/quickStyle1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2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3.xml><?xml version="1.0" encoding="utf-8"?>
<dgm:styleDef xmlns:dgm="http://schemas.openxmlformats.org/drawingml/2006/diagram" xmlns:a="http://schemas.openxmlformats.org/drawingml/2006/main" uniqueId="urn:microsoft.com/office/officeart/2005/8/quickstyle/simple4">
  <dgm:title val=""/>
  <dgm:desc val=""/>
  <dgm:catLst>
    <dgm:cat type="simple" pri="104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1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1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1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2417779" y="802298"/>
            <a:ext cx="8637073" cy="2541431"/>
          </a:xfrm>
        </p:spPr>
        <p:txBody>
          <a:bodyPr bIns="0" anchor="b">
            <a:normAutofit/>
          </a:bodyPr>
          <a:lstStyle>
            <a:lvl1pPr algn="l">
              <a:defRPr sz="6600"/>
            </a:lvl1pPr>
          </a:lstStyle>
          <a:p>
            <a:r>
              <a:rPr lang="en-GB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2417780" y="3531204"/>
            <a:ext cx="8637072" cy="977621"/>
          </a:xfrm>
        </p:spPr>
        <p:txBody>
          <a:bodyPr tIns="91440" bIns="91440">
            <a:normAutofit/>
          </a:bodyPr>
          <a:lstStyle>
            <a:lvl1pPr marL="0" indent="0" algn="l">
              <a:buNone/>
              <a:defRPr sz="1800" b="0" cap="all" baseline="0">
                <a:solidFill>
                  <a:schemeClr val="tx1"/>
                </a:solidFill>
              </a:defRPr>
            </a:lvl1pPr>
            <a:lvl2pPr marL="457200" indent="0" algn="ctr">
              <a:buNone/>
              <a:defRPr sz="18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GB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DAF61AA-5A98-4049-A93E-477E5505141A}" type="datetimeFigureOut">
              <a:rPr lang="en-US" smtClean="0"/>
              <a:t>8/17/22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2416500" y="329307"/>
            <a:ext cx="4973915" cy="309201"/>
          </a:xfrm>
        </p:spPr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1437664" y="798973"/>
            <a:ext cx="811019" cy="503578"/>
          </a:xfrm>
        </p:spPr>
        <p:txBody>
          <a:bodyPr/>
          <a:lstStyle/>
          <a:p>
            <a:fld id="{73B850FF-6169-4056-8077-06FFA93A5366}" type="slidenum">
              <a:rPr lang="en-US" smtClean="0"/>
              <a:t>‹#›</a:t>
            </a:fld>
            <a:endParaRPr lang="en-US"/>
          </a:p>
        </p:txBody>
      </p:sp>
      <p:cxnSp>
        <p:nvCxnSpPr>
          <p:cNvPr id="15" name="Straight Connector 14"/>
          <p:cNvCxnSpPr/>
          <p:nvPr/>
        </p:nvCxnSpPr>
        <p:spPr>
          <a:xfrm>
            <a:off x="2417780" y="3528542"/>
            <a:ext cx="8637072" cy="0"/>
          </a:xfrm>
          <a:prstGeom prst="line">
            <a:avLst/>
          </a:prstGeom>
          <a:ln w="31750"/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898812091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 anchor="t"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DAF61AA-5A98-4049-A93E-477E5505141A}" type="datetimeFigureOut">
              <a:rPr lang="en-US" smtClean="0"/>
              <a:t>8/17/22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3B850FF-6169-4056-8077-06FFA93A5366}" type="slidenum">
              <a:rPr lang="en-US" smtClean="0"/>
              <a:t>‹#›</a:t>
            </a:fld>
            <a:endParaRPr lang="en-US"/>
          </a:p>
        </p:txBody>
      </p:sp>
      <p:cxnSp>
        <p:nvCxnSpPr>
          <p:cNvPr id="33" name="Straight Connector 32"/>
          <p:cNvCxnSpPr/>
          <p:nvPr/>
        </p:nvCxnSpPr>
        <p:spPr>
          <a:xfrm>
            <a:off x="1453896" y="1847088"/>
            <a:ext cx="9607522" cy="0"/>
          </a:xfrm>
          <a:prstGeom prst="line">
            <a:avLst/>
          </a:prstGeom>
          <a:ln w="31750"/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24724848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454239" y="1756130"/>
            <a:ext cx="8643154" cy="1887950"/>
          </a:xfrm>
        </p:spPr>
        <p:txBody>
          <a:bodyPr anchor="b">
            <a:normAutofit/>
          </a:bodyPr>
          <a:lstStyle>
            <a:lvl1pPr algn="l">
              <a:defRPr sz="3600"/>
            </a:lvl1pPr>
          </a:lstStyle>
          <a:p>
            <a:r>
              <a:rPr lang="en-GB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454239" y="3806195"/>
            <a:ext cx="8630446" cy="1012929"/>
          </a:xfrm>
        </p:spPr>
        <p:txBody>
          <a:bodyPr tIns="91440">
            <a:normAutofit/>
          </a:bodyPr>
          <a:lstStyle>
            <a:lvl1pPr marL="0" indent="0" algn="l">
              <a:buNone/>
              <a:defRPr sz="1800">
                <a:solidFill>
                  <a:schemeClr val="tx1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DAF61AA-5A98-4049-A93E-477E5505141A}" type="datetimeFigureOut">
              <a:rPr lang="en-US" smtClean="0"/>
              <a:t>8/17/22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3B850FF-6169-4056-8077-06FFA93A5366}" type="slidenum">
              <a:rPr lang="en-US" smtClean="0"/>
              <a:t>‹#›</a:t>
            </a:fld>
            <a:endParaRPr lang="en-US"/>
          </a:p>
        </p:txBody>
      </p:sp>
      <p:cxnSp>
        <p:nvCxnSpPr>
          <p:cNvPr id="15" name="Straight Connector 14"/>
          <p:cNvCxnSpPr/>
          <p:nvPr/>
        </p:nvCxnSpPr>
        <p:spPr>
          <a:xfrm>
            <a:off x="1454239" y="3804985"/>
            <a:ext cx="8630446" cy="0"/>
          </a:xfrm>
          <a:prstGeom prst="line">
            <a:avLst/>
          </a:prstGeom>
          <a:ln w="31750"/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427823116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449217" y="804889"/>
            <a:ext cx="9605635" cy="1059305"/>
          </a:xfrm>
        </p:spPr>
        <p:txBody>
          <a:bodyPr/>
          <a:lstStyle/>
          <a:p>
            <a:r>
              <a:rPr lang="en-GB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1447331" y="2010878"/>
            <a:ext cx="4645152" cy="3448595"/>
          </a:xfrm>
        </p:spPr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413771" y="2017343"/>
            <a:ext cx="4645152" cy="3441520"/>
          </a:xfrm>
        </p:spPr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DAF61AA-5A98-4049-A93E-477E5505141A}" type="datetimeFigureOut">
              <a:rPr lang="en-US" smtClean="0"/>
              <a:t>8/17/22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3B850FF-6169-4056-8077-06FFA93A5366}" type="slidenum">
              <a:rPr lang="en-US" smtClean="0"/>
              <a:t>‹#›</a:t>
            </a:fld>
            <a:endParaRPr lang="en-US"/>
          </a:p>
        </p:txBody>
      </p:sp>
      <p:cxnSp>
        <p:nvCxnSpPr>
          <p:cNvPr id="35" name="Straight Connector 34"/>
          <p:cNvCxnSpPr/>
          <p:nvPr/>
        </p:nvCxnSpPr>
        <p:spPr>
          <a:xfrm>
            <a:off x="1453896" y="1847088"/>
            <a:ext cx="9607522" cy="0"/>
          </a:xfrm>
          <a:prstGeom prst="line">
            <a:avLst/>
          </a:prstGeom>
          <a:ln w="31750"/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040314288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447191" y="804163"/>
            <a:ext cx="9607661" cy="1056319"/>
          </a:xfrm>
        </p:spPr>
        <p:txBody>
          <a:bodyPr/>
          <a:lstStyle/>
          <a:p>
            <a:r>
              <a:rPr lang="en-GB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447191" y="2019549"/>
            <a:ext cx="4645152" cy="801943"/>
          </a:xfrm>
        </p:spPr>
        <p:txBody>
          <a:bodyPr anchor="b">
            <a:normAutofit/>
          </a:bodyPr>
          <a:lstStyle>
            <a:lvl1pPr marL="0" indent="0">
              <a:lnSpc>
                <a:spcPct val="100000"/>
              </a:lnSpc>
              <a:buNone/>
              <a:defRPr sz="2200" b="0" cap="all" baseline="0">
                <a:solidFill>
                  <a:schemeClr val="accent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1447191" y="2824269"/>
            <a:ext cx="4645152" cy="2644457"/>
          </a:xfrm>
        </p:spPr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412362" y="2023003"/>
            <a:ext cx="4645152" cy="802237"/>
          </a:xfrm>
        </p:spPr>
        <p:txBody>
          <a:bodyPr anchor="b">
            <a:normAutofit/>
          </a:bodyPr>
          <a:lstStyle>
            <a:lvl1pPr marL="0" indent="0">
              <a:lnSpc>
                <a:spcPct val="100000"/>
              </a:lnSpc>
              <a:buNone/>
              <a:defRPr sz="2200" b="0" cap="all" baseline="0">
                <a:solidFill>
                  <a:schemeClr val="accent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412362" y="2821491"/>
            <a:ext cx="4645152" cy="2637371"/>
          </a:xfrm>
        </p:spPr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DAF61AA-5A98-4049-A93E-477E5505141A}" type="datetimeFigureOut">
              <a:rPr lang="en-US" smtClean="0"/>
              <a:pPr/>
              <a:t>8/17/22</a:t>
            </a:fld>
            <a:endParaRPr lang="en-US" dirty="0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3B850FF-6169-4056-8077-06FFA93A5366}" type="slidenum">
              <a:rPr lang="en-US" smtClean="0"/>
              <a:pPr/>
              <a:t>‹#›</a:t>
            </a:fld>
            <a:endParaRPr lang="en-US"/>
          </a:p>
        </p:txBody>
      </p:sp>
      <p:cxnSp>
        <p:nvCxnSpPr>
          <p:cNvPr id="29" name="Straight Connector 28"/>
          <p:cNvCxnSpPr/>
          <p:nvPr/>
        </p:nvCxnSpPr>
        <p:spPr>
          <a:xfrm>
            <a:off x="1453896" y="1847088"/>
            <a:ext cx="9607522" cy="0"/>
          </a:xfrm>
          <a:prstGeom prst="line">
            <a:avLst/>
          </a:prstGeom>
          <a:ln w="31750"/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4142242838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DAF61AA-5A98-4049-A93E-477E5505141A}" type="datetimeFigureOut">
              <a:rPr lang="en-US" smtClean="0"/>
              <a:t>8/17/22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3B850FF-6169-4056-8077-06FFA93A5366}" type="slidenum">
              <a:rPr lang="en-US" smtClean="0"/>
              <a:t>‹#›</a:t>
            </a:fld>
            <a:endParaRPr lang="en-US"/>
          </a:p>
        </p:txBody>
      </p:sp>
      <p:cxnSp>
        <p:nvCxnSpPr>
          <p:cNvPr id="25" name="Straight Connector 24"/>
          <p:cNvCxnSpPr/>
          <p:nvPr/>
        </p:nvCxnSpPr>
        <p:spPr>
          <a:xfrm>
            <a:off x="1453896" y="1847088"/>
            <a:ext cx="9607522" cy="0"/>
          </a:xfrm>
          <a:prstGeom prst="line">
            <a:avLst/>
          </a:prstGeom>
          <a:ln w="31750"/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4045915540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DAF61AA-5A98-4049-A93E-477E5505141A}" type="datetimeFigureOut">
              <a:rPr lang="en-US" smtClean="0"/>
              <a:t>8/17/22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3B850FF-6169-4056-8077-06FFA93A536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20271821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444671" y="798973"/>
            <a:ext cx="3273099" cy="2247117"/>
          </a:xfrm>
        </p:spPr>
        <p:txBody>
          <a:bodyPr anchor="b">
            <a:normAutofit/>
          </a:bodyPr>
          <a:lstStyle>
            <a:lvl1pPr algn="l">
              <a:defRPr sz="2400"/>
            </a:lvl1pPr>
          </a:lstStyle>
          <a:p>
            <a:r>
              <a:rPr lang="en-GB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043714" y="798974"/>
            <a:ext cx="6012470" cy="4658826"/>
          </a:xfrm>
        </p:spPr>
        <p:txBody>
          <a:bodyPr anchor="ctr"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444671" y="3205491"/>
            <a:ext cx="3275013" cy="2248181"/>
          </a:xfrm>
        </p:spPr>
        <p:txBody>
          <a:bodyPr/>
          <a:lstStyle>
            <a:lvl1pPr marL="0" indent="0" algn="l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DAF61AA-5A98-4049-A93E-477E5505141A}" type="datetimeFigureOut">
              <a:rPr lang="en-US" smtClean="0"/>
              <a:t>8/17/22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3B850FF-6169-4056-8077-06FFA93A5366}" type="slidenum">
              <a:rPr lang="en-US" smtClean="0"/>
              <a:t>‹#›</a:t>
            </a:fld>
            <a:endParaRPr lang="en-US"/>
          </a:p>
        </p:txBody>
      </p:sp>
      <p:cxnSp>
        <p:nvCxnSpPr>
          <p:cNvPr id="17" name="Straight Connector 16"/>
          <p:cNvCxnSpPr/>
          <p:nvPr/>
        </p:nvCxnSpPr>
        <p:spPr>
          <a:xfrm>
            <a:off x="1448280" y="3205491"/>
            <a:ext cx="3269490" cy="0"/>
          </a:xfrm>
          <a:prstGeom prst="line">
            <a:avLst/>
          </a:prstGeom>
          <a:ln w="31750"/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390864893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8" name="Group 7"/>
          <p:cNvGrpSpPr/>
          <p:nvPr/>
        </p:nvGrpSpPr>
        <p:grpSpPr>
          <a:xfrm>
            <a:off x="7477387" y="482170"/>
            <a:ext cx="4074533" cy="5149101"/>
            <a:chOff x="7477387" y="482170"/>
            <a:chExt cx="4074533" cy="5149101"/>
          </a:xfrm>
        </p:grpSpPr>
        <p:sp>
          <p:nvSpPr>
            <p:cNvPr id="18" name="Rectangle 17"/>
            <p:cNvSpPr/>
            <p:nvPr/>
          </p:nvSpPr>
          <p:spPr bwMode="black">
            <a:xfrm>
              <a:off x="7477387" y="482170"/>
              <a:ext cx="4074533" cy="5149101"/>
            </a:xfrm>
            <a:prstGeom prst="rect">
              <a:avLst/>
            </a:prstGeom>
            <a:gradFill>
              <a:gsLst>
                <a:gs pos="0">
                  <a:srgbClr val="000001"/>
                </a:gs>
                <a:gs pos="100000">
                  <a:srgbClr val="191919"/>
                </a:gs>
              </a:gsLst>
            </a:gradFill>
            <a:ln w="76200" cmpd="sng">
              <a:noFill/>
              <a:miter lim="800000"/>
            </a:ln>
            <a:effectLst>
              <a:outerShdw blurRad="127000" dist="228600" dir="4740000" sx="98000" sy="98000" algn="tl" rotWithShape="0">
                <a:srgbClr val="000000">
                  <a:alpha val="34000"/>
                </a:srgbClr>
              </a:outerShdw>
            </a:effectLst>
            <a:scene3d>
              <a:camera prst="orthographicFront"/>
              <a:lightRig rig="threePt" dir="t"/>
            </a:scene3d>
            <a:sp3d>
              <a:bevelT w="152400" h="50800" prst="softRound"/>
            </a:sp3d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9" name="Rectangle 18"/>
            <p:cNvSpPr/>
            <p:nvPr/>
          </p:nvSpPr>
          <p:spPr bwMode="blackWhite">
            <a:xfrm>
              <a:off x="7790446" y="812506"/>
              <a:ext cx="3450289" cy="4466452"/>
            </a:xfrm>
            <a:prstGeom prst="rect">
              <a:avLst/>
            </a:prstGeom>
            <a:gradFill>
              <a:gsLst>
                <a:gs pos="0">
                  <a:srgbClr val="DADADA"/>
                </a:gs>
                <a:gs pos="100000">
                  <a:srgbClr val="FFFFFE"/>
                </a:gs>
              </a:gsLst>
              <a:lin ang="16200000" scaled="0"/>
            </a:gradFill>
            <a:ln w="50800" cmpd="sng">
              <a:solidFill>
                <a:srgbClr val="191919"/>
              </a:solidFill>
              <a:miter lim="800000"/>
            </a:ln>
            <a:effectLst>
              <a:innerShdw blurRad="63500" dist="88900" dir="14100000">
                <a:srgbClr val="000000">
                  <a:alpha val="30000"/>
                </a:srgbClr>
              </a:innerShdw>
            </a:effectLst>
            <a:scene3d>
              <a:camera prst="orthographicFront"/>
              <a:lightRig rig="threePt" dir="t"/>
            </a:scene3d>
            <a:sp3d>
              <a:bevelT prst="relaxedInset"/>
            </a:sp3d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</p:grp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451206" y="1129513"/>
            <a:ext cx="5532328" cy="1830584"/>
          </a:xfrm>
        </p:spPr>
        <p:txBody>
          <a:bodyPr anchor="b">
            <a:normAutofit/>
          </a:bodyPr>
          <a:lstStyle>
            <a:lvl1pPr>
              <a:defRPr sz="3200"/>
            </a:lvl1pPr>
          </a:lstStyle>
          <a:p>
            <a:r>
              <a:rPr lang="en-GB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8124389" y="1122542"/>
            <a:ext cx="2791171" cy="3866327"/>
          </a:xfrm>
          <a:solidFill>
            <a:schemeClr val="bg1">
              <a:lumMod val="85000"/>
            </a:schemeClr>
          </a:solidFill>
          <a:ln w="9525" cap="sq">
            <a:noFill/>
            <a:miter lim="800000"/>
          </a:ln>
          <a:effectLst/>
        </p:spPr>
        <p:txBody>
          <a:bodyPr anchor="t"/>
          <a:lstStyle>
            <a:lvl1pPr marL="0" indent="0" algn="ctr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GB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450329" y="3145992"/>
            <a:ext cx="5524404" cy="2003742"/>
          </a:xfrm>
        </p:spPr>
        <p:txBody>
          <a:bodyPr>
            <a:normAutofit/>
          </a:bodyPr>
          <a:lstStyle>
            <a:lvl1pPr marL="0" indent="0" algn="l">
              <a:buNone/>
              <a:defRPr sz="18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>
          <a:xfrm>
            <a:off x="1447382" y="5469856"/>
            <a:ext cx="5527351" cy="320123"/>
          </a:xfrm>
        </p:spPr>
        <p:txBody>
          <a:bodyPr/>
          <a:lstStyle>
            <a:lvl1pPr algn="l">
              <a:defRPr/>
            </a:lvl1pPr>
          </a:lstStyle>
          <a:p>
            <a:fld id="{0DAF61AA-5A98-4049-A93E-477E5505141A}" type="datetimeFigureOut">
              <a:rPr lang="en-US" smtClean="0"/>
              <a:t>8/17/22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>
          <a:xfrm>
            <a:off x="1447382" y="318640"/>
            <a:ext cx="5541004" cy="320931"/>
          </a:xfrm>
        </p:spPr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3B850FF-6169-4056-8077-06FFA93A5366}" type="slidenum">
              <a:rPr lang="en-US" smtClean="0"/>
              <a:t>‹#›</a:t>
            </a:fld>
            <a:endParaRPr lang="en-US"/>
          </a:p>
        </p:txBody>
      </p:sp>
      <p:cxnSp>
        <p:nvCxnSpPr>
          <p:cNvPr id="31" name="Straight Connector 30"/>
          <p:cNvCxnSpPr/>
          <p:nvPr/>
        </p:nvCxnSpPr>
        <p:spPr>
          <a:xfrm>
            <a:off x="1447382" y="3143605"/>
            <a:ext cx="5527351" cy="0"/>
          </a:xfrm>
          <a:prstGeom prst="line">
            <a:avLst/>
          </a:prstGeom>
          <a:ln w="31750"/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328913705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DAF61AA-5A98-4049-A93E-477E5505141A}" type="datetimeFigureOut">
              <a:rPr lang="en-US" smtClean="0"/>
              <a:t>8/17/22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3B850FF-6169-4056-8077-06FFA93A5366}" type="slidenum">
              <a:rPr lang="en-US" smtClean="0"/>
              <a:t>‹#›</a:t>
            </a:fld>
            <a:endParaRPr lang="en-US"/>
          </a:p>
        </p:txBody>
      </p:sp>
      <p:cxnSp>
        <p:nvCxnSpPr>
          <p:cNvPr id="26" name="Straight Connector 25"/>
          <p:cNvCxnSpPr/>
          <p:nvPr/>
        </p:nvCxnSpPr>
        <p:spPr>
          <a:xfrm>
            <a:off x="1453896" y="1847088"/>
            <a:ext cx="9607522" cy="0"/>
          </a:xfrm>
          <a:prstGeom prst="line">
            <a:avLst/>
          </a:prstGeom>
          <a:ln w="31750"/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065635792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9439111" y="798973"/>
            <a:ext cx="1615742" cy="4659889"/>
          </a:xfrm>
        </p:spPr>
        <p:txBody>
          <a:bodyPr vert="eaVert"/>
          <a:lstStyle>
            <a:lvl1pPr algn="l">
              <a:defRPr/>
            </a:lvl1pPr>
          </a:lstStyle>
          <a:p>
            <a:r>
              <a:rPr lang="en-GB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1444672" y="798973"/>
            <a:ext cx="7828830" cy="4659889"/>
          </a:xfrm>
        </p:spPr>
        <p:txBody>
          <a:bodyPr vert="eaVert"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DAF61AA-5A98-4049-A93E-477E5505141A}" type="datetimeFigureOut">
              <a:rPr lang="en-US" smtClean="0"/>
              <a:t>8/17/22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3B850FF-6169-4056-8077-06FFA93A5366}" type="slidenum">
              <a:rPr lang="en-US" smtClean="0"/>
              <a:t>‹#›</a:t>
            </a:fld>
            <a:endParaRPr lang="en-US"/>
          </a:p>
        </p:txBody>
      </p:sp>
      <p:cxnSp>
        <p:nvCxnSpPr>
          <p:cNvPr id="15" name="Straight Connector 14"/>
          <p:cNvCxnSpPr/>
          <p:nvPr/>
        </p:nvCxnSpPr>
        <p:spPr>
          <a:xfrm>
            <a:off x="9439111" y="798973"/>
            <a:ext cx="0" cy="4659889"/>
          </a:xfrm>
          <a:prstGeom prst="line">
            <a:avLst/>
          </a:prstGeom>
          <a:ln w="31750"/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93246331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image" Target="../media/image1.jpg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3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/>
          <p:cNvSpPr/>
          <p:nvPr/>
        </p:nvSpPr>
        <p:spPr>
          <a:xfrm>
            <a:off x="0" y="2019476"/>
            <a:ext cx="12192000" cy="4105941"/>
          </a:xfrm>
          <a:prstGeom prst="rect">
            <a:avLst/>
          </a:prstGeom>
          <a:gradFill flip="none" rotWithShape="1">
            <a:gsLst>
              <a:gs pos="0">
                <a:schemeClr val="bg2">
                  <a:alpha val="0"/>
                </a:schemeClr>
              </a:gs>
              <a:gs pos="100000">
                <a:schemeClr val="bg2"/>
              </a:gs>
            </a:gsLst>
            <a:lin ang="5400000" scaled="0"/>
            <a:tileRect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pic>
        <p:nvPicPr>
          <p:cNvPr id="7" name="Picture 6"/>
          <p:cNvPicPr>
            <a:picLocks noChangeAspect="1"/>
          </p:cNvPicPr>
          <p:nvPr/>
        </p:nvPicPr>
        <p:blipFill rotWithShape="1">
          <a:blip r:embed="rId1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1538" b="-1538"/>
          <a:stretch/>
        </p:blipFill>
        <p:spPr bwMode="black">
          <a:xfrm>
            <a:off x="0" y="6126480"/>
            <a:ext cx="12192000" cy="742950"/>
          </a:xfrm>
          <a:prstGeom prst="rect">
            <a:avLst/>
          </a:prstGeom>
        </p:spPr>
      </p:pic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1451579" y="804519"/>
            <a:ext cx="9603275" cy="1049235"/>
          </a:xfrm>
          <a:prstGeom prst="rect">
            <a:avLst/>
          </a:prstGeom>
        </p:spPr>
        <p:txBody>
          <a:bodyPr vert="horz" lIns="91440" tIns="45720" rIns="91440" bIns="45720" rtlCol="0" anchor="t">
            <a:normAutofit/>
          </a:bodyPr>
          <a:lstStyle/>
          <a:p>
            <a:r>
              <a:rPr lang="en-GB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451579" y="2015732"/>
            <a:ext cx="9603275" cy="345061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7554138" y="330370"/>
            <a:ext cx="3500715" cy="309201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0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0DAF61AA-5A98-4049-A93E-477E5505141A}" type="datetimeFigureOut">
              <a:rPr lang="en-US" smtClean="0"/>
              <a:pPr/>
              <a:t>8/17/22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1451579" y="329307"/>
            <a:ext cx="5938836" cy="309201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0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480060" y="798973"/>
            <a:ext cx="811019" cy="503578"/>
          </a:xfrm>
          <a:prstGeom prst="rect">
            <a:avLst/>
          </a:prstGeom>
        </p:spPr>
        <p:txBody>
          <a:bodyPr vert="horz" lIns="91440" tIns="45720" rIns="91440" bIns="45720" rtlCol="0" anchor="t"/>
          <a:lstStyle>
            <a:lvl1pPr algn="r">
              <a:defRPr sz="2800">
                <a:solidFill>
                  <a:schemeClr val="accent1"/>
                </a:solidFill>
              </a:defRPr>
            </a:lvl1pPr>
          </a:lstStyle>
          <a:p>
            <a:fld id="{73B850FF-6169-4056-8077-06FFA93A5366}" type="slidenum">
              <a:rPr lang="en-US" smtClean="0"/>
              <a:pPr/>
              <a:t>‹#›</a:t>
            </a:fld>
            <a:endParaRPr lang="en-US"/>
          </a:p>
        </p:txBody>
      </p:sp>
      <p:cxnSp>
        <p:nvCxnSpPr>
          <p:cNvPr id="10" name="Straight Connector 9"/>
          <p:cNvCxnSpPr/>
          <p:nvPr/>
        </p:nvCxnSpPr>
        <p:spPr>
          <a:xfrm>
            <a:off x="0" y="6128413"/>
            <a:ext cx="12192000" cy="0"/>
          </a:xfrm>
          <a:prstGeom prst="line">
            <a:avLst/>
          </a:prstGeom>
          <a:ln w="12700">
            <a:solidFill>
              <a:srgbClr val="000001">
                <a:alpha val="20000"/>
              </a:srgb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570223806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952" r:id="rId1"/>
    <p:sldLayoutId id="2147483953" r:id="rId2"/>
    <p:sldLayoutId id="2147483954" r:id="rId3"/>
    <p:sldLayoutId id="2147483955" r:id="rId4"/>
    <p:sldLayoutId id="2147483956" r:id="rId5"/>
    <p:sldLayoutId id="2147483957" r:id="rId6"/>
    <p:sldLayoutId id="2147483958" r:id="rId7"/>
    <p:sldLayoutId id="2147483959" r:id="rId8"/>
    <p:sldLayoutId id="2147483960" r:id="rId9"/>
    <p:sldLayoutId id="2147483961" r:id="rId10"/>
    <p:sldLayoutId id="2147483962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3200" b="0" i="0" kern="1200" cap="all">
          <a:solidFill>
            <a:schemeClr val="tx1"/>
          </a:solidFill>
          <a:effectLst/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120000"/>
        </a:lnSpc>
        <a:spcBef>
          <a:spcPts val="1000"/>
        </a:spcBef>
        <a:buClr>
          <a:schemeClr val="accent1"/>
        </a:buClr>
        <a:buSzPct val="100000"/>
        <a:buFont typeface="Arial" panose="020B0604020202020204" pitchFamily="34" charset="0"/>
        <a:buChar char="•"/>
        <a:defRPr sz="2000" kern="1200">
          <a:solidFill>
            <a:schemeClr val="tx1"/>
          </a:solidFill>
          <a:effectLst/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120000"/>
        </a:lnSpc>
        <a:spcBef>
          <a:spcPts val="500"/>
        </a:spcBef>
        <a:buClr>
          <a:schemeClr val="accent1"/>
        </a:buClr>
        <a:buSzPct val="100000"/>
        <a:buFont typeface="Arial" panose="020B0604020202020204" pitchFamily="34" charset="0"/>
        <a:buChar char="•"/>
        <a:defRPr sz="1800" kern="1200" cap="none" baseline="0">
          <a:solidFill>
            <a:schemeClr val="tx1"/>
          </a:solidFill>
          <a:effectLst/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120000"/>
        </a:lnSpc>
        <a:spcBef>
          <a:spcPts val="500"/>
        </a:spcBef>
        <a:buClr>
          <a:schemeClr val="accent1"/>
        </a:buClr>
        <a:buSzPct val="100000"/>
        <a:buFont typeface="Arial" panose="020B0604020202020204" pitchFamily="34" charset="0"/>
        <a:buChar char="•"/>
        <a:defRPr sz="1600" kern="1200">
          <a:solidFill>
            <a:schemeClr val="tx1"/>
          </a:solidFill>
          <a:effectLst/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120000"/>
        </a:lnSpc>
        <a:spcBef>
          <a:spcPts val="500"/>
        </a:spcBef>
        <a:buClr>
          <a:schemeClr val="accent1"/>
        </a:buClr>
        <a:buSzPct val="100000"/>
        <a:buFont typeface="Arial" panose="020B0604020202020204" pitchFamily="34" charset="0"/>
        <a:buChar char="•"/>
        <a:defRPr sz="1400" kern="1200" cap="none" baseline="0">
          <a:solidFill>
            <a:schemeClr val="tx1"/>
          </a:solidFill>
          <a:effectLst/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120000"/>
        </a:lnSpc>
        <a:spcBef>
          <a:spcPts val="500"/>
        </a:spcBef>
        <a:buClr>
          <a:schemeClr val="accent1"/>
        </a:buClr>
        <a:buSzPct val="100000"/>
        <a:buFont typeface="Arial" panose="020B0604020202020204" pitchFamily="34" charset="0"/>
        <a:buChar char="•"/>
        <a:defRPr sz="1200" kern="1200">
          <a:solidFill>
            <a:schemeClr val="tx1"/>
          </a:solidFill>
          <a:effectLst/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120000"/>
        </a:lnSpc>
        <a:spcBef>
          <a:spcPts val="500"/>
        </a:spcBef>
        <a:buClr>
          <a:schemeClr val="accent1"/>
        </a:buClr>
        <a:buSzPct val="100000"/>
        <a:buFont typeface="Arial" panose="020B0604020202020204" pitchFamily="34" charset="0"/>
        <a:buChar char="•"/>
        <a:defRPr sz="1200" kern="1200">
          <a:solidFill>
            <a:schemeClr val="tx1"/>
          </a:solidFill>
          <a:effectLst/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120000"/>
        </a:lnSpc>
        <a:spcBef>
          <a:spcPts val="500"/>
        </a:spcBef>
        <a:buClr>
          <a:schemeClr val="accent1"/>
        </a:buClr>
        <a:buSzPct val="100000"/>
        <a:buFont typeface="Arial" panose="020B0604020202020204" pitchFamily="34" charset="0"/>
        <a:buChar char="•"/>
        <a:defRPr sz="1200" kern="1200">
          <a:solidFill>
            <a:schemeClr val="tx1"/>
          </a:solidFill>
          <a:effectLst/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120000"/>
        </a:lnSpc>
        <a:spcBef>
          <a:spcPts val="500"/>
        </a:spcBef>
        <a:buClr>
          <a:schemeClr val="accent1"/>
        </a:buClr>
        <a:buSzPct val="100000"/>
        <a:buFont typeface="Arial" panose="020B0604020202020204" pitchFamily="34" charset="0"/>
        <a:buChar char="•"/>
        <a:defRPr sz="1200" kern="1200" baseline="0">
          <a:solidFill>
            <a:schemeClr val="tx1"/>
          </a:solidFill>
          <a:effectLst/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120000"/>
        </a:lnSpc>
        <a:spcBef>
          <a:spcPts val="500"/>
        </a:spcBef>
        <a:buClr>
          <a:schemeClr val="accent1"/>
        </a:buClr>
        <a:buSzPct val="100000"/>
        <a:buFont typeface="Arial" panose="020B0604020202020204" pitchFamily="34" charset="0"/>
        <a:buChar char="•"/>
        <a:defRPr sz="1200" kern="1200" baseline="0">
          <a:solidFill>
            <a:schemeClr val="tx1"/>
          </a:solidFill>
          <a:effectLst/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8" Type="http://schemas.openxmlformats.org/officeDocument/2006/relationships/image" Target="../media/image7.png"/><Relationship Id="rId13" Type="http://schemas.openxmlformats.org/officeDocument/2006/relationships/hyperlink" Target="https://eportfolio.mygreatlearning.com/mayank-chugh2" TargetMode="External"/><Relationship Id="rId3" Type="http://schemas.openxmlformats.org/officeDocument/2006/relationships/image" Target="../media/image2.jpeg"/><Relationship Id="rId7" Type="http://schemas.openxmlformats.org/officeDocument/2006/relationships/image" Target="../media/image6.png"/><Relationship Id="rId12" Type="http://schemas.openxmlformats.org/officeDocument/2006/relationships/hyperlink" Target="https://eportfolio.mygreatlearning.com/mayank-chugh" TargetMode="External"/><Relationship Id="rId2" Type="http://schemas.openxmlformats.org/officeDocument/2006/relationships/hyperlink" Target="mailto:mayankchugh.jobathk@gmail.com" TargetMode="Externa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5.png"/><Relationship Id="rId11" Type="http://schemas.openxmlformats.org/officeDocument/2006/relationships/hyperlink" Target="https://github.com/mayankchugh1977" TargetMode="External"/><Relationship Id="rId5" Type="http://schemas.openxmlformats.org/officeDocument/2006/relationships/image" Target="../media/image4.png"/><Relationship Id="rId10" Type="http://schemas.openxmlformats.org/officeDocument/2006/relationships/hyperlink" Target="http://www.linkedin.com/in/mchugh44" TargetMode="External"/><Relationship Id="rId4" Type="http://schemas.openxmlformats.org/officeDocument/2006/relationships/image" Target="../media/image3.png"/><Relationship Id="rId9" Type="http://schemas.openxmlformats.org/officeDocument/2006/relationships/image" Target="../media/image8.gif"/><Relationship Id="rId14" Type="http://schemas.openxmlformats.org/officeDocument/2006/relationships/image" Target="../media/image9.gif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diagramData" Target="../diagrams/data1.xml"/><Relationship Id="rId7" Type="http://schemas.microsoft.com/office/2007/relationships/diagramDrawing" Target="../diagrams/drawing1.xml"/><Relationship Id="rId2" Type="http://schemas.openxmlformats.org/officeDocument/2006/relationships/image" Target="../media/image1.jpg"/><Relationship Id="rId1" Type="http://schemas.openxmlformats.org/officeDocument/2006/relationships/slideLayout" Target="../slideLayouts/slideLayout2.xml"/><Relationship Id="rId6" Type="http://schemas.openxmlformats.org/officeDocument/2006/relationships/diagramColors" Target="../diagrams/colors1.xml"/><Relationship Id="rId5" Type="http://schemas.openxmlformats.org/officeDocument/2006/relationships/diagramQuickStyle" Target="../diagrams/quickStyle1.xml"/><Relationship Id="rId4" Type="http://schemas.openxmlformats.org/officeDocument/2006/relationships/diagramLayout" Target="../diagrams/layout1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2.xml"/><Relationship Id="rId2" Type="http://schemas.openxmlformats.org/officeDocument/2006/relationships/diagramData" Target="../diagrams/data2.xml"/><Relationship Id="rId1" Type="http://schemas.openxmlformats.org/officeDocument/2006/relationships/slideLayout" Target="../slideLayouts/slideLayout2.xml"/><Relationship Id="rId6" Type="http://schemas.microsoft.com/office/2007/relationships/diagramDrawing" Target="../diagrams/drawing2.xml"/><Relationship Id="rId5" Type="http://schemas.openxmlformats.org/officeDocument/2006/relationships/diagramColors" Target="../diagrams/colors2.xml"/><Relationship Id="rId4" Type="http://schemas.openxmlformats.org/officeDocument/2006/relationships/diagramQuickStyle" Target="../diagrams/quickStyle2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3.xml"/><Relationship Id="rId2" Type="http://schemas.openxmlformats.org/officeDocument/2006/relationships/diagramData" Target="../diagrams/data3.xml"/><Relationship Id="rId1" Type="http://schemas.openxmlformats.org/officeDocument/2006/relationships/slideLayout" Target="../slideLayouts/slideLayout2.xml"/><Relationship Id="rId6" Type="http://schemas.microsoft.com/office/2007/relationships/diagramDrawing" Target="../diagrams/drawing3.xml"/><Relationship Id="rId5" Type="http://schemas.openxmlformats.org/officeDocument/2006/relationships/diagramColors" Target="../diagrams/colors3.xml"/><Relationship Id="rId4" Type="http://schemas.openxmlformats.org/officeDocument/2006/relationships/diagramQuickStyle" Target="../diagrams/quickStyle3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hyperlink" Target="https://www.upgrad.com/" TargetMode="External"/><Relationship Id="rId2" Type="http://schemas.openxmlformats.org/officeDocument/2006/relationships/hyperlink" Target="http://greatlearning.in/" TargetMode="External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20.png"/><Relationship Id="rId2" Type="http://schemas.openxmlformats.org/officeDocument/2006/relationships/image" Target="../media/image1.jp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21.svg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2.png"/><Relationship Id="rId2" Type="http://schemas.openxmlformats.org/officeDocument/2006/relationships/image" Target="../media/image1.jp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23.svg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g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627C19D-766C-19F7-CA6D-44368C443FBC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5245669" y="1141401"/>
            <a:ext cx="5132388" cy="980975"/>
          </a:xfrm>
        </p:spPr>
        <p:txBody>
          <a:bodyPr anchor="b">
            <a:normAutofit fontScale="90000"/>
          </a:bodyPr>
          <a:lstStyle/>
          <a:p>
            <a:pPr algn="l"/>
            <a:r>
              <a:rPr lang="en-US" sz="5400" dirty="0"/>
              <a:t>Mayank </a:t>
            </a:r>
            <a:r>
              <a:rPr lang="en-US" sz="5400" dirty="0" err="1"/>
              <a:t>Chugh</a:t>
            </a:r>
            <a:endParaRPr lang="en-US" sz="5400" dirty="0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9C79F241-BA7C-EE81-3CA5-847845F7F4B9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7811863" y="5104478"/>
            <a:ext cx="4265713" cy="1080000"/>
          </a:xfrm>
        </p:spPr>
        <p:txBody>
          <a:bodyPr anchor="t">
            <a:normAutofit fontScale="62500" lnSpcReduction="20000"/>
          </a:bodyPr>
          <a:lstStyle/>
          <a:p>
            <a:pPr algn="l"/>
            <a:r>
              <a:rPr lang="en-US" sz="2200" dirty="0"/>
              <a:t>Contact: </a:t>
            </a:r>
          </a:p>
          <a:p>
            <a:pPr algn="l"/>
            <a:r>
              <a:rPr lang="en-US" sz="2200" dirty="0"/>
              <a:t>Email: </a:t>
            </a:r>
            <a:r>
              <a:rPr lang="en-US" sz="2200" dirty="0">
                <a:hlinkClick r:id="rId2"/>
              </a:rPr>
              <a:t>mayankchugh.jobathk@gmail.com</a:t>
            </a:r>
            <a:endParaRPr lang="en-US" sz="2200" dirty="0"/>
          </a:p>
          <a:p>
            <a:r>
              <a:rPr lang="en-US" sz="2200" dirty="0"/>
              <a:t>Mobile: +852 84812040</a:t>
            </a:r>
          </a:p>
          <a:p>
            <a:pPr algn="l"/>
            <a:endParaRPr lang="en-US" sz="2200" dirty="0"/>
          </a:p>
        </p:txBody>
      </p:sp>
      <p:pic>
        <p:nvPicPr>
          <p:cNvPr id="5" name="Picture 4" descr="A person wearing glasses&#10;&#10;Description automatically generated with medium confidence">
            <a:extLst>
              <a:ext uri="{FF2B5EF4-FFF2-40B4-BE49-F238E27FC236}">
                <a16:creationId xmlns:a16="http://schemas.microsoft.com/office/drawing/2014/main" id="{CDCCD08D-7244-FC3F-E6EF-5F1192BEEDCA}"/>
              </a:ext>
            </a:extLst>
          </p:cNvPr>
          <p:cNvPicPr>
            <a:picLocks noChangeAspect="1"/>
          </p:cNvPicPr>
          <p:nvPr/>
        </p:nvPicPr>
        <p:blipFill rotWithShape="1">
          <a:blip r:embed="rId3"/>
          <a:srcRect t="750" b="24250"/>
          <a:stretch/>
        </p:blipFill>
        <p:spPr>
          <a:xfrm>
            <a:off x="2490510" y="1231875"/>
            <a:ext cx="2081353" cy="1781002"/>
          </a:xfrm>
          <a:custGeom>
            <a:avLst/>
            <a:gdLst/>
            <a:ahLst/>
            <a:cxnLst/>
            <a:rect l="l" t="t" r="r" b="b"/>
            <a:pathLst>
              <a:path w="5132388" h="5132388">
                <a:moveTo>
                  <a:pt x="2566194" y="0"/>
                </a:moveTo>
                <a:cubicBezTo>
                  <a:pt x="3983464" y="0"/>
                  <a:pt x="5132388" y="1148924"/>
                  <a:pt x="5132388" y="2566194"/>
                </a:cubicBezTo>
                <a:cubicBezTo>
                  <a:pt x="5132388" y="3983464"/>
                  <a:pt x="3983464" y="5132388"/>
                  <a:pt x="2566194" y="5132388"/>
                </a:cubicBezTo>
                <a:cubicBezTo>
                  <a:pt x="1148924" y="5132388"/>
                  <a:pt x="0" y="3983464"/>
                  <a:pt x="0" y="2566194"/>
                </a:cubicBezTo>
                <a:cubicBezTo>
                  <a:pt x="0" y="1148924"/>
                  <a:pt x="1148924" y="0"/>
                  <a:pt x="2566194" y="0"/>
                </a:cubicBezTo>
                <a:close/>
              </a:path>
            </a:pathLst>
          </a:custGeom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  <a:scene3d>
            <a:camera prst="orthographicFront"/>
            <a:lightRig rig="contrasting" dir="t">
              <a:rot lat="0" lon="0" rev="3000000"/>
            </a:lightRig>
          </a:scene3d>
          <a:sp3d contourW="7620">
            <a:bevelT w="95250" h="31750"/>
            <a:contourClr>
              <a:srgbClr val="333333"/>
            </a:contourClr>
          </a:sp3d>
        </p:spPr>
      </p:pic>
      <p:sp>
        <p:nvSpPr>
          <p:cNvPr id="6" name="Subtitle 2">
            <a:extLst>
              <a:ext uri="{FF2B5EF4-FFF2-40B4-BE49-F238E27FC236}">
                <a16:creationId xmlns:a16="http://schemas.microsoft.com/office/drawing/2014/main" id="{8130124F-9D2F-9216-6461-927BDD84E42F}"/>
              </a:ext>
            </a:extLst>
          </p:cNvPr>
          <p:cNvSpPr txBox="1">
            <a:spLocks/>
          </p:cNvSpPr>
          <p:nvPr/>
        </p:nvSpPr>
        <p:spPr>
          <a:xfrm>
            <a:off x="5372679" y="2132663"/>
            <a:ext cx="5452328" cy="589466"/>
          </a:xfrm>
          <a:prstGeom prst="rect">
            <a:avLst/>
          </a:prstGeom>
        </p:spPr>
        <p:txBody>
          <a:bodyPr vert="horz" lIns="91440" tIns="45720" rIns="91440" bIns="45720" rtlCol="0" anchor="t">
            <a:normAutofit fontScale="92500"/>
          </a:bodyPr>
          <a:lstStyle>
            <a:lvl1pPr marL="0" indent="0" algn="ctr" defTabSz="914400" rtl="0" eaLnBrk="1" latinLnBrk="0" hangingPunct="1">
              <a:lnSpc>
                <a:spcPct val="110000"/>
              </a:lnSpc>
              <a:spcBef>
                <a:spcPts val="1000"/>
              </a:spcBef>
              <a:buClr>
                <a:schemeClr val="accent5"/>
              </a:buClr>
              <a:buFont typeface="Avenir Next LT Pro" panose="020B0504020202020204" pitchFamily="34" charset="0"/>
              <a:buNone/>
              <a:defRPr sz="240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1pPr>
            <a:lvl2pPr marL="457200" indent="0" algn="ctr" defTabSz="914400" rtl="0" eaLnBrk="1" latinLnBrk="0" hangingPunct="1">
              <a:lnSpc>
                <a:spcPct val="110000"/>
              </a:lnSpc>
              <a:spcBef>
                <a:spcPts val="500"/>
              </a:spcBef>
              <a:buClr>
                <a:schemeClr val="accent5"/>
              </a:buClr>
              <a:buFont typeface="Avenir Next LT Pro" panose="020B0504020202020204" pitchFamily="34" charset="0"/>
              <a:buNone/>
              <a:defRPr sz="200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2pPr>
            <a:lvl3pPr marL="914400" indent="0" algn="ctr" defTabSz="914400" rtl="0" eaLnBrk="1" latinLnBrk="0" hangingPunct="1">
              <a:lnSpc>
                <a:spcPct val="110000"/>
              </a:lnSpc>
              <a:spcBef>
                <a:spcPts val="500"/>
              </a:spcBef>
              <a:buClr>
                <a:schemeClr val="accent5"/>
              </a:buClr>
              <a:buFont typeface="Avenir Next LT Pro" panose="020B0504020202020204" pitchFamily="34" charset="0"/>
              <a:buNone/>
              <a:defRPr sz="180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3pPr>
            <a:lvl4pPr marL="1371600" indent="0" algn="ctr" defTabSz="914400" rtl="0" eaLnBrk="1" latinLnBrk="0" hangingPunct="1">
              <a:lnSpc>
                <a:spcPct val="110000"/>
              </a:lnSpc>
              <a:spcBef>
                <a:spcPts val="500"/>
              </a:spcBef>
              <a:buClr>
                <a:schemeClr val="accent5"/>
              </a:buClr>
              <a:buFont typeface="Avenir Next LT Pro" panose="020B0504020202020204" pitchFamily="34" charset="0"/>
              <a:buNone/>
              <a:defRPr sz="160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4pPr>
            <a:lvl5pPr marL="1828800" indent="0" algn="ctr" defTabSz="914400" rtl="0" eaLnBrk="1" latinLnBrk="0" hangingPunct="1">
              <a:lnSpc>
                <a:spcPct val="110000"/>
              </a:lnSpc>
              <a:spcBef>
                <a:spcPts val="500"/>
              </a:spcBef>
              <a:buClr>
                <a:schemeClr val="accent5"/>
              </a:buClr>
              <a:buFont typeface="Avenir Next LT Pro" panose="020B0504020202020204" pitchFamily="34" charset="0"/>
              <a:buNone/>
              <a:defRPr sz="160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5pPr>
            <a:lvl6pPr marL="22860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l"/>
            <a:r>
              <a:rPr lang="en-US" sz="2200" dirty="0"/>
              <a:t>Senior Technical Manager (Cloud + Application)</a:t>
            </a:r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5D992320-DBAE-9BA2-5660-50A05300E698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517501" y="3689721"/>
            <a:ext cx="1080000" cy="1080000"/>
          </a:xfrm>
          <a:prstGeom prst="rect">
            <a:avLst/>
          </a:prstGeom>
          <a:effectLst>
            <a:outerShdw blurRad="175279" dist="114275" dir="3040628" sx="95210" sy="95210" algn="ctr" rotWithShape="0">
              <a:srgbClr val="000000"/>
            </a:outerShdw>
          </a:effectLst>
        </p:spPr>
      </p:pic>
      <p:pic>
        <p:nvPicPr>
          <p:cNvPr id="8" name="Picture 7">
            <a:extLst>
              <a:ext uri="{FF2B5EF4-FFF2-40B4-BE49-F238E27FC236}">
                <a16:creationId xmlns:a16="http://schemas.microsoft.com/office/drawing/2014/main" id="{82401DDE-87D6-5B3D-66CF-FBB9DE2CC7AA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2437501" y="3689721"/>
            <a:ext cx="1080000" cy="1080000"/>
          </a:xfrm>
          <a:prstGeom prst="rect">
            <a:avLst/>
          </a:prstGeom>
          <a:effectLst>
            <a:outerShdw blurRad="175279" dist="114275" dir="3040628" sx="95210" sy="95210" algn="ctr" rotWithShape="0">
              <a:srgbClr val="000000"/>
            </a:outerShdw>
          </a:effectLst>
        </p:spPr>
      </p:pic>
      <p:pic>
        <p:nvPicPr>
          <p:cNvPr id="9" name="Picture 8">
            <a:extLst>
              <a:ext uri="{FF2B5EF4-FFF2-40B4-BE49-F238E27FC236}">
                <a16:creationId xmlns:a16="http://schemas.microsoft.com/office/drawing/2014/main" id="{9AEA85DE-679B-C523-7CDA-496711FB3458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4597501" y="3689721"/>
            <a:ext cx="1080000" cy="1080000"/>
          </a:xfrm>
          <a:prstGeom prst="rect">
            <a:avLst/>
          </a:prstGeom>
          <a:effectLst>
            <a:outerShdw blurRad="175279" dist="114275" dir="3040628" sx="95210" sy="95210" algn="ctr" rotWithShape="0">
              <a:srgbClr val="000000"/>
            </a:outerShdw>
          </a:effectLst>
        </p:spPr>
      </p:pic>
      <p:pic>
        <p:nvPicPr>
          <p:cNvPr id="11" name="Picture 10">
            <a:extLst>
              <a:ext uri="{FF2B5EF4-FFF2-40B4-BE49-F238E27FC236}">
                <a16:creationId xmlns:a16="http://schemas.microsoft.com/office/drawing/2014/main" id="{70006298-D020-D4A0-5E9D-F2D913ECFB5E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5677501" y="3755773"/>
            <a:ext cx="1080000" cy="1080000"/>
          </a:xfrm>
          <a:prstGeom prst="rect">
            <a:avLst/>
          </a:prstGeom>
          <a:effectLst>
            <a:outerShdw blurRad="175279" dist="114275" dir="3040628" sx="95210" sy="95210" algn="ctr" rotWithShape="0">
              <a:srgbClr val="000000"/>
            </a:outerShdw>
          </a:effectLst>
        </p:spPr>
      </p:pic>
      <p:pic>
        <p:nvPicPr>
          <p:cNvPr id="13" name="Picture 12">
            <a:extLst>
              <a:ext uri="{FF2B5EF4-FFF2-40B4-BE49-F238E27FC236}">
                <a16:creationId xmlns:a16="http://schemas.microsoft.com/office/drawing/2014/main" id="{226E79B2-DC4A-CB93-EE85-FBA55FBB654C}"/>
              </a:ext>
            </a:extLst>
      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6913270" y="3755773"/>
            <a:ext cx="856692" cy="1080000"/>
          </a:xfrm>
          <a:prstGeom prst="rect">
            <a:avLst/>
          </a:prstGeom>
          <a:effectLst>
            <a:outerShdw blurRad="175279" dist="114275" dir="3040628" sx="95210" sy="95210" algn="ctr" rotWithShape="0">
              <a:srgbClr val="000000"/>
            </a:outerShdw>
          </a:effectLst>
        </p:spPr>
      </p:pic>
      <p:pic>
        <p:nvPicPr>
          <p:cNvPr id="19" name="Picture 18">
            <a:extLst>
              <a:ext uri="{FF2B5EF4-FFF2-40B4-BE49-F238E27FC236}">
                <a16:creationId xmlns:a16="http://schemas.microsoft.com/office/drawing/2014/main" id="{16B43695-6145-9FD5-BA19-8571A7AE26F0}"/>
              </a:ext>
            </a:extLst>
          </p:cNvPr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7921011" y="3769025"/>
            <a:ext cx="1080000" cy="1080000"/>
          </a:xfrm>
          <a:prstGeom prst="rect">
            <a:avLst/>
          </a:prstGeom>
          <a:effectLst>
            <a:outerShdw blurRad="175279" dist="114275" dir="3040628" sx="95210" sy="95210" algn="ctr" rotWithShape="0">
              <a:srgbClr val="000000"/>
            </a:outerShdw>
          </a:effectLst>
        </p:spPr>
      </p:pic>
      <p:sp>
        <p:nvSpPr>
          <p:cNvPr id="40" name="TextBox 39">
            <a:extLst>
              <a:ext uri="{FF2B5EF4-FFF2-40B4-BE49-F238E27FC236}">
                <a16:creationId xmlns:a16="http://schemas.microsoft.com/office/drawing/2014/main" id="{ACAB9305-8EFD-EA10-07E5-855DC0FBBBEB}"/>
              </a:ext>
            </a:extLst>
          </p:cNvPr>
          <p:cNvSpPr txBox="1"/>
          <p:nvPr/>
        </p:nvSpPr>
        <p:spPr>
          <a:xfrm>
            <a:off x="-26504" y="4861039"/>
            <a:ext cx="6122504" cy="132343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HK" sz="1600" dirty="0"/>
              <a:t>LinkedIn:</a:t>
            </a:r>
            <a:r>
              <a:rPr lang="en-HK" sz="1600" u="sng" dirty="0"/>
              <a:t> </a:t>
            </a:r>
            <a:r>
              <a:rPr lang="en-HK" sz="1600" dirty="0">
                <a:hlinkClick r:id="rId10"/>
              </a:rPr>
              <a:t>www.linkedin.com/in/mchugh44</a:t>
            </a:r>
            <a:r>
              <a:rPr lang="en-HK" sz="1600" dirty="0"/>
              <a:t> </a:t>
            </a:r>
          </a:p>
          <a:p>
            <a:r>
              <a:rPr lang="en-HK" sz="1600" dirty="0"/>
              <a:t>Git: </a:t>
            </a:r>
            <a:r>
              <a:rPr lang="en-HK" sz="1600" u="sng" dirty="0">
                <a:hlinkClick r:id="rId11"/>
              </a:rPr>
              <a:t>https://github.com/mayankchugh1977</a:t>
            </a:r>
            <a:endParaRPr lang="en-HK" sz="1600" u="sng" dirty="0"/>
          </a:p>
          <a:p>
            <a:r>
              <a:rPr lang="en-HK" sz="1600" u="sng" dirty="0"/>
              <a:t>Project Portfolio:</a:t>
            </a:r>
          </a:p>
          <a:p>
            <a:r>
              <a:rPr lang="en-HK" sz="1600" u="sng" dirty="0"/>
              <a:t>Cloud - </a:t>
            </a:r>
            <a:r>
              <a:rPr lang="en-HK" sz="1600" u="sng" dirty="0">
                <a:hlinkClick r:id="rId12"/>
              </a:rPr>
              <a:t>https://eportfolio.mygreatlearning.com/mayank-chugh</a:t>
            </a:r>
            <a:endParaRPr lang="en-HK" sz="1600" u="sng" dirty="0"/>
          </a:p>
          <a:p>
            <a:r>
              <a:rPr lang="en-HK" sz="1600" u="sng" dirty="0"/>
              <a:t>AI &amp; ML - </a:t>
            </a:r>
            <a:r>
              <a:rPr lang="en-HK" sz="1600" u="sng" dirty="0">
                <a:hlinkClick r:id="rId13"/>
              </a:rPr>
              <a:t>https://eportfolio.mygreatlearning.com/mayank-chugh2</a:t>
            </a:r>
            <a:endParaRPr lang="en-HK" sz="1600" u="sng" dirty="0"/>
          </a:p>
        </p:txBody>
      </p:sp>
      <p:pic>
        <p:nvPicPr>
          <p:cNvPr id="16" name="Picture 15">
            <a:extLst>
              <a:ext uri="{FF2B5EF4-FFF2-40B4-BE49-F238E27FC236}">
                <a16:creationId xmlns:a16="http://schemas.microsoft.com/office/drawing/2014/main" id="{EF600A42-96FE-CE55-1524-2F438E626973}"/>
              </a:ext>
            </a:extLst>
          </p:cNvPr>
          <p:cNvPicPr>
            <a:picLocks noChangeAspect="1"/>
          </p:cNvPicPr>
          <p:nvPr/>
        </p:nvPicPr>
        <p:blipFill>
          <a:blip r:embed="rId14"/>
          <a:stretch>
            <a:fillRect/>
          </a:stretch>
        </p:blipFill>
        <p:spPr>
          <a:xfrm>
            <a:off x="9152060" y="3845123"/>
            <a:ext cx="1426969" cy="990650"/>
          </a:xfrm>
          <a:prstGeom prst="rect">
            <a:avLst/>
          </a:prstGeom>
          <a:effectLst>
            <a:outerShdw blurRad="175279" dist="114275" dir="3040628" sx="95210" sy="95210" algn="ctr" rotWithShape="0">
              <a:srgbClr val="000000"/>
            </a:outerShdw>
          </a:effectLst>
        </p:spPr>
      </p:pic>
    </p:spTree>
    <p:extLst>
      <p:ext uri="{BB962C8B-B14F-4D97-AF65-F5344CB8AC3E}">
        <p14:creationId xmlns:p14="http://schemas.microsoft.com/office/powerpoint/2010/main" val="1572618050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gradFill rotWithShape="1">
          <a:gsLst>
            <a:gs pos="0">
              <a:schemeClr val="bg2">
                <a:tint val="94000"/>
                <a:satMod val="80000"/>
                <a:lumMod val="106000"/>
              </a:schemeClr>
            </a:gs>
            <a:gs pos="100000">
              <a:schemeClr val="bg2">
                <a:shade val="80000"/>
              </a:schemeClr>
            </a:gs>
          </a:gsLst>
          <a:path path="circle">
            <a:fillToRect l="43000" r="43000" b="100000"/>
          </a:path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7" name="Rectangle 9">
            <a:extLst>
              <a:ext uri="{FF2B5EF4-FFF2-40B4-BE49-F238E27FC236}">
                <a16:creationId xmlns:a16="http://schemas.microsoft.com/office/drawing/2014/main" id="{32D32A60-013B-47A8-8833-D2424080917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2" y="0"/>
            <a:ext cx="12191695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9" name="Rectangle 11">
            <a:extLst>
              <a:ext uri="{FF2B5EF4-FFF2-40B4-BE49-F238E27FC236}">
                <a16:creationId xmlns:a16="http://schemas.microsoft.com/office/drawing/2014/main" id="{AE27932B-B694-4C4C-90D7-A0333A7C587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2019476"/>
            <a:ext cx="12192000" cy="4105941"/>
          </a:xfrm>
          <a:prstGeom prst="rect">
            <a:avLst/>
          </a:prstGeom>
          <a:gradFill flip="none" rotWithShape="1">
            <a:gsLst>
              <a:gs pos="0">
                <a:schemeClr val="bg2">
                  <a:alpha val="0"/>
                </a:schemeClr>
              </a:gs>
              <a:gs pos="100000">
                <a:schemeClr val="bg2"/>
              </a:gs>
            </a:gsLst>
            <a:lin ang="5400000" scaled="0"/>
            <a:tileRect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F8AE53BF-1404-CC85-6C1F-B5B4E758C48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451579" y="2303047"/>
            <a:ext cx="3272093" cy="2674198"/>
          </a:xfrm>
        </p:spPr>
        <p:txBody>
          <a:bodyPr anchor="t">
            <a:normAutofit/>
          </a:bodyPr>
          <a:lstStyle/>
          <a:p>
            <a:r>
              <a:rPr lang="en-US"/>
              <a:t>Agenda</a:t>
            </a:r>
            <a:endParaRPr lang="en-US" dirty="0"/>
          </a:p>
        </p:txBody>
      </p:sp>
      <p:cxnSp>
        <p:nvCxnSpPr>
          <p:cNvPr id="21" name="Straight Connector 13">
            <a:extLst>
              <a:ext uri="{FF2B5EF4-FFF2-40B4-BE49-F238E27FC236}">
                <a16:creationId xmlns:a16="http://schemas.microsoft.com/office/drawing/2014/main" id="{9EBB0476-5CF0-4F44-8D68-5D42D7AEE43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>
            <a:off x="1451579" y="2146542"/>
            <a:ext cx="3272094" cy="0"/>
          </a:xfrm>
          <a:prstGeom prst="line">
            <a:avLst/>
          </a:prstGeom>
          <a:ln w="31750"/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  <p:sp>
        <p:nvSpPr>
          <p:cNvPr id="16" name="Title 1">
            <a:extLst>
              <a:ext uri="{FF2B5EF4-FFF2-40B4-BE49-F238E27FC236}">
                <a16:creationId xmlns:a16="http://schemas.microsoft.com/office/drawing/2014/main" id="{A9DA474E-6B91-4200-840F-0257B2358A7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 txBox="1"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1451580" y="3122496"/>
            <a:ext cx="3530157" cy="1049235"/>
          </a:xfrm>
          <a:prstGeom prst="rect">
            <a:avLst/>
          </a:prstGeom>
        </p:spPr>
        <p:txBody>
          <a:bodyPr vert="horz" lIns="91440" tIns="45720" rIns="91440" bIns="45720" rtlCol="0" anchor="t"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3200" b="0" i="0" kern="1200" cap="all">
                <a:solidFill>
                  <a:schemeClr val="tx1"/>
                </a:solidFill>
                <a:effectLst/>
                <a:latin typeface="+mj-lt"/>
                <a:ea typeface="+mj-ea"/>
                <a:cs typeface="+mj-cs"/>
              </a:defRPr>
            </a:lvl1pPr>
          </a:lstStyle>
          <a:p>
            <a:endParaRPr lang="en-US" dirty="0"/>
          </a:p>
        </p:txBody>
      </p:sp>
      <p:pic>
        <p:nvPicPr>
          <p:cNvPr id="22" name="Picture 17">
            <a:extLst>
              <a:ext uri="{FF2B5EF4-FFF2-40B4-BE49-F238E27FC236}">
                <a16:creationId xmlns:a16="http://schemas.microsoft.com/office/drawing/2014/main" id="{DF63C9AD-AE6E-4512-8171-91612E84CCF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Grp="1" noRot="1" noChangeAspect="1" noMove="1" noResize="1" noEditPoints="1" noAdjustHandles="1" noChangeArrowheads="1" noChangeShapeType="1" noCrop="1"/>
          </p:cNvPic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1538" b="-1538"/>
          <a:stretch/>
        </p:blipFill>
        <p:spPr bwMode="black">
          <a:xfrm>
            <a:off x="0" y="6126480"/>
            <a:ext cx="12192000" cy="742950"/>
          </a:xfrm>
          <a:prstGeom prst="rect">
            <a:avLst/>
          </a:prstGeom>
        </p:spPr>
      </p:pic>
      <p:cxnSp>
        <p:nvCxnSpPr>
          <p:cNvPr id="20" name="Straight Connector 19">
            <a:extLst>
              <a:ext uri="{FF2B5EF4-FFF2-40B4-BE49-F238E27FC236}">
                <a16:creationId xmlns:a16="http://schemas.microsoft.com/office/drawing/2014/main" id="{FE1A49CE-B63D-457A-A180-1C883E1A63D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>
            <a:off x="0" y="6128413"/>
            <a:ext cx="12192000" cy="0"/>
          </a:xfrm>
          <a:prstGeom prst="line">
            <a:avLst/>
          </a:prstGeom>
          <a:ln w="12700">
            <a:solidFill>
              <a:srgbClr val="000001">
                <a:alpha val="20000"/>
              </a:srgb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aphicFrame>
        <p:nvGraphicFramePr>
          <p:cNvPr id="23" name="Content Placeholder 3">
            <a:extLst>
              <a:ext uri="{FF2B5EF4-FFF2-40B4-BE49-F238E27FC236}">
                <a16:creationId xmlns:a16="http://schemas.microsoft.com/office/drawing/2014/main" id="{DE200F41-17B1-D5C9-88F0-6C7E181294AA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2386712918"/>
              </p:ext>
            </p:extLst>
          </p:nvPr>
        </p:nvGraphicFramePr>
        <p:xfrm>
          <a:off x="5141913" y="803275"/>
          <a:ext cx="5913437" cy="4637088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3" r:lo="rId4" r:qs="rId5" r:cs="rId6"/>
          </a:graphicData>
        </a:graphic>
      </p:graphicFrame>
    </p:spTree>
    <p:extLst>
      <p:ext uri="{BB962C8B-B14F-4D97-AF65-F5344CB8AC3E}">
        <p14:creationId xmlns:p14="http://schemas.microsoft.com/office/powerpoint/2010/main" val="2731605260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12DB4EE-5E16-0D85-5617-9EF08C5C7A0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1" dirty="0"/>
              <a:t>Intro</a:t>
            </a:r>
            <a:br>
              <a:rPr lang="en-HK" b="1" dirty="0"/>
            </a:b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6630AFD-F8F4-E0B5-758B-C8F8E4F52493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 algn="just">
              <a:buNone/>
            </a:pPr>
            <a:r>
              <a:rPr lang="en-HK" i="1" dirty="0"/>
              <a:t>Hands-on solution-driven IT professional with 18+ years of extensive experience as a consultant, solution architect, project manager, team lead, and senior engineer for multiple software development projects. Focus on pre-sales, product scoping &amp; pricing, solution development, project management, release management, network engineering, and systems administration. Energetic and recognized for having excellent communication and problem-solving skills spanning multiple technical towers and global enterprises.</a:t>
            </a:r>
            <a:r>
              <a:rPr lang="en-HK" dirty="0"/>
              <a:t> 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073393457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gradFill rotWithShape="1">
          <a:gsLst>
            <a:gs pos="0">
              <a:schemeClr val="bg2">
                <a:tint val="94000"/>
                <a:satMod val="80000"/>
                <a:lumMod val="106000"/>
              </a:schemeClr>
            </a:gs>
            <a:gs pos="100000">
              <a:schemeClr val="bg2">
                <a:shade val="80000"/>
              </a:schemeClr>
            </a:gs>
          </a:gsLst>
          <a:path path="circle">
            <a:fillToRect l="43000" r="43000" b="100000"/>
          </a:path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0" name="Rectangle 9">
            <a:extLst>
              <a:ext uri="{FF2B5EF4-FFF2-40B4-BE49-F238E27FC236}">
                <a16:creationId xmlns:a16="http://schemas.microsoft.com/office/drawing/2014/main" id="{482E7304-2AC2-4A5C-924D-A6AC3FFC5EA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2" y="0"/>
            <a:ext cx="12191695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EF402A14-1137-1041-4E20-C0AD331EAD3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451579" y="804519"/>
            <a:ext cx="9603275" cy="1049235"/>
          </a:xfrm>
        </p:spPr>
        <p:txBody>
          <a:bodyPr>
            <a:normAutofit/>
          </a:bodyPr>
          <a:lstStyle/>
          <a:p>
            <a:r>
              <a:rPr lang="en-US" dirty="0"/>
              <a:t>Key Skills</a:t>
            </a:r>
          </a:p>
        </p:txBody>
      </p:sp>
      <p:cxnSp>
        <p:nvCxnSpPr>
          <p:cNvPr id="12" name="Straight Connector 11">
            <a:extLst>
              <a:ext uri="{FF2B5EF4-FFF2-40B4-BE49-F238E27FC236}">
                <a16:creationId xmlns:a16="http://schemas.microsoft.com/office/drawing/2014/main" id="{D259FEF2-F6A5-442F-BA10-4E39EECD0AB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>
            <a:off x="1451579" y="1853754"/>
            <a:ext cx="9603274" cy="0"/>
          </a:xfrm>
          <a:prstGeom prst="line">
            <a:avLst/>
          </a:prstGeom>
          <a:ln w="31750"/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  <p:sp>
        <p:nvSpPr>
          <p:cNvPr id="14" name="Rectangle 13">
            <a:extLst>
              <a:ext uri="{FF2B5EF4-FFF2-40B4-BE49-F238E27FC236}">
                <a16:creationId xmlns:a16="http://schemas.microsoft.com/office/drawing/2014/main" id="{A3C183B1-1D4B-4E3D-A02E-A426E3BFA01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2019476"/>
            <a:ext cx="12192000" cy="4838524"/>
          </a:xfrm>
          <a:prstGeom prst="rect">
            <a:avLst/>
          </a:prstGeom>
          <a:gradFill flip="none" rotWithShape="1">
            <a:gsLst>
              <a:gs pos="0">
                <a:schemeClr val="bg2">
                  <a:alpha val="0"/>
                </a:schemeClr>
              </a:gs>
              <a:gs pos="100000">
                <a:schemeClr val="bg2"/>
              </a:gs>
            </a:gsLst>
            <a:lin ang="5400000" scaled="0"/>
            <a:tileRect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en-US"/>
          </a:p>
        </p:txBody>
      </p:sp>
      <p:graphicFrame>
        <p:nvGraphicFramePr>
          <p:cNvPr id="5" name="Content Placeholder 2">
            <a:extLst>
              <a:ext uri="{FF2B5EF4-FFF2-40B4-BE49-F238E27FC236}">
                <a16:creationId xmlns:a16="http://schemas.microsoft.com/office/drawing/2014/main" id="{C01A84A1-7C11-9DF0-8C97-0CADDF15621E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3452436646"/>
              </p:ext>
            </p:extLst>
          </p:nvPr>
        </p:nvGraphicFramePr>
        <p:xfrm>
          <a:off x="1450975" y="2331497"/>
          <a:ext cx="9604375" cy="3723227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</p:spTree>
    <p:extLst>
      <p:ext uri="{BB962C8B-B14F-4D97-AF65-F5344CB8AC3E}">
        <p14:creationId xmlns:p14="http://schemas.microsoft.com/office/powerpoint/2010/main" val="3301615460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gradFill rotWithShape="1">
          <a:gsLst>
            <a:gs pos="0">
              <a:schemeClr val="bg2">
                <a:tint val="94000"/>
                <a:satMod val="80000"/>
                <a:lumMod val="106000"/>
              </a:schemeClr>
            </a:gs>
            <a:gs pos="100000">
              <a:schemeClr val="bg2">
                <a:shade val="80000"/>
              </a:schemeClr>
            </a:gs>
          </a:gsLst>
          <a:path path="circle">
            <a:fillToRect l="43000" r="43000" b="100000"/>
          </a:path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F402A14-1137-1041-4E20-C0AD331EAD3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451579" y="804519"/>
            <a:ext cx="9603275" cy="1049235"/>
          </a:xfrm>
        </p:spPr>
        <p:txBody>
          <a:bodyPr>
            <a:normAutofit/>
          </a:bodyPr>
          <a:lstStyle/>
          <a:p>
            <a:r>
              <a:rPr lang="en-US" dirty="0"/>
              <a:t>Technical Skills</a:t>
            </a:r>
          </a:p>
        </p:txBody>
      </p:sp>
      <p:graphicFrame>
        <p:nvGraphicFramePr>
          <p:cNvPr id="10" name="Content Placeholder 7">
            <a:extLst>
              <a:ext uri="{FF2B5EF4-FFF2-40B4-BE49-F238E27FC236}">
                <a16:creationId xmlns:a16="http://schemas.microsoft.com/office/drawing/2014/main" id="{23D1C11D-93A8-1D50-52EF-918F84B893E1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2442214436"/>
              </p:ext>
            </p:extLst>
          </p:nvPr>
        </p:nvGraphicFramePr>
        <p:xfrm>
          <a:off x="1450975" y="2340435"/>
          <a:ext cx="9604375" cy="3324494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</p:spTree>
    <p:extLst>
      <p:ext uri="{BB962C8B-B14F-4D97-AF65-F5344CB8AC3E}">
        <p14:creationId xmlns:p14="http://schemas.microsoft.com/office/powerpoint/2010/main" val="2510132285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gradFill>
          <a:gsLst>
            <a:gs pos="0">
              <a:schemeClr val="bg2">
                <a:tint val="94000"/>
                <a:satMod val="80000"/>
                <a:lumMod val="106000"/>
              </a:schemeClr>
            </a:gs>
            <a:gs pos="100000">
              <a:schemeClr val="bg2">
                <a:shade val="80000"/>
              </a:schemeClr>
            </a:gs>
          </a:gsLst>
          <a:path path="circle">
            <a:fillToRect l="50000" t="50000" r="50000" b="50000"/>
          </a:path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8" name="Rectangle 7">
            <a:extLst>
              <a:ext uri="{FF2B5EF4-FFF2-40B4-BE49-F238E27FC236}">
                <a16:creationId xmlns:a16="http://schemas.microsoft.com/office/drawing/2014/main" id="{F63C748C-967B-4A7B-A90F-3EDD0F485AC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303" y="0"/>
            <a:ext cx="12191695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C0143637-4934-44E4-B909-BAF1E7B2797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-2"/>
            <a:ext cx="4062127" cy="6858002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350FD1F3-044C-5AA3-31E9-2BBB9D207FC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49683" y="1240076"/>
            <a:ext cx="2727813" cy="4584527"/>
          </a:xfrm>
        </p:spPr>
        <p:txBody>
          <a:bodyPr>
            <a:normAutofit/>
          </a:bodyPr>
          <a:lstStyle/>
          <a:p>
            <a:r>
              <a:rPr lang="en-US" sz="2200" b="1">
                <a:solidFill>
                  <a:srgbClr val="FFFFFF"/>
                </a:solidFill>
              </a:rPr>
              <a:t>PROFESSIONAL EXPERIENCE</a:t>
            </a:r>
            <a:endParaRPr lang="en-US" sz="2200">
              <a:solidFill>
                <a:srgbClr val="FFFFFF"/>
              </a:solidFill>
            </a:endParaRPr>
          </a:p>
        </p:txBody>
      </p:sp>
      <p:sp>
        <p:nvSpPr>
          <p:cNvPr id="17" name="Content Placeholder 2">
            <a:extLst>
              <a:ext uri="{FF2B5EF4-FFF2-40B4-BE49-F238E27FC236}">
                <a16:creationId xmlns:a16="http://schemas.microsoft.com/office/drawing/2014/main" id="{DADBDD57-6055-A7F6-1608-E5D0C823C063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061825" y="305435"/>
            <a:ext cx="8129872" cy="6453808"/>
          </a:xfrm>
        </p:spPr>
        <p:txBody>
          <a:bodyPr anchor="t">
            <a:normAutofit/>
          </a:bodyPr>
          <a:lstStyle/>
          <a:p>
            <a:pPr marL="0" indent="0">
              <a:lnSpc>
                <a:spcPct val="110000"/>
              </a:lnSpc>
              <a:buNone/>
            </a:pPr>
            <a:r>
              <a:rPr lang="en-HK" sz="1600" dirty="0"/>
              <a:t>JOB Title: </a:t>
            </a:r>
            <a:r>
              <a:rPr lang="en-HK" sz="1600" b="1" dirty="0"/>
              <a:t>Cloud Application Manager Architect		             </a:t>
            </a:r>
          </a:p>
          <a:p>
            <a:pPr marL="0" indent="0">
              <a:lnSpc>
                <a:spcPct val="110000"/>
              </a:lnSpc>
              <a:buNone/>
            </a:pPr>
            <a:r>
              <a:rPr lang="en-HK" sz="1600" dirty="0"/>
              <a:t>Tenure: </a:t>
            </a:r>
            <a:r>
              <a:rPr lang="en-HK" sz="1600" b="1" dirty="0"/>
              <a:t>Mar ‘ 22 –  Aug ’ 22 (6 Months)</a:t>
            </a:r>
          </a:p>
          <a:p>
            <a:pPr marL="0" indent="0">
              <a:lnSpc>
                <a:spcPct val="110000"/>
              </a:lnSpc>
              <a:buNone/>
            </a:pPr>
            <a:r>
              <a:rPr lang="en-HK" sz="1600" dirty="0"/>
              <a:t>Company: </a:t>
            </a:r>
            <a:r>
              <a:rPr lang="en-HK" sz="1600" b="1" dirty="0"/>
              <a:t>Deloitte, Hong Kong					</a:t>
            </a:r>
          </a:p>
          <a:p>
            <a:pPr marL="0" indent="0">
              <a:lnSpc>
                <a:spcPct val="110000"/>
              </a:lnSpc>
              <a:buNone/>
            </a:pPr>
            <a:r>
              <a:rPr lang="en-HK" sz="1600" dirty="0"/>
              <a:t>Client: </a:t>
            </a:r>
            <a:r>
              <a:rPr lang="en-HK" sz="1600" b="1" dirty="0"/>
              <a:t>CHANEL</a:t>
            </a:r>
          </a:p>
          <a:p>
            <a:pPr lvl="0">
              <a:lnSpc>
                <a:spcPct val="110000"/>
              </a:lnSpc>
            </a:pPr>
            <a:r>
              <a:rPr lang="en-HK" sz="1400" dirty="0"/>
              <a:t>Participated in Pre-sales activity for providing High availability, Fault tolerant and resilience application to the client. </a:t>
            </a:r>
          </a:p>
          <a:p>
            <a:pPr lvl="0">
              <a:lnSpc>
                <a:spcPct val="110000"/>
              </a:lnSpc>
            </a:pPr>
            <a:r>
              <a:rPr lang="en-HK" sz="1400" dirty="0"/>
              <a:t>Contributing as SME for application implementation and Azure cloud for accepted SLA, RPO and RTO.</a:t>
            </a:r>
          </a:p>
          <a:p>
            <a:pPr>
              <a:lnSpc>
                <a:spcPct val="110000"/>
              </a:lnSpc>
            </a:pPr>
            <a:r>
              <a:rPr lang="en-HK" sz="1400" dirty="0"/>
              <a:t>Working closely with delivery head, fellow Architects and other members for delivering complete IT solutions. </a:t>
            </a:r>
          </a:p>
          <a:p>
            <a:pPr>
              <a:lnSpc>
                <a:spcPct val="110000"/>
              </a:lnSpc>
            </a:pPr>
            <a:endParaRPr lang="en-HK" sz="1400" dirty="0"/>
          </a:p>
          <a:p>
            <a:pPr marL="0" indent="0">
              <a:lnSpc>
                <a:spcPct val="110000"/>
              </a:lnSpc>
              <a:buNone/>
            </a:pPr>
            <a:r>
              <a:rPr lang="en-HK" sz="1400" dirty="0"/>
              <a:t>JOB Title: </a:t>
            </a:r>
            <a:r>
              <a:rPr lang="en-HK" sz="1800" b="1" dirty="0"/>
              <a:t>Cloud Architect – Senior Manager	</a:t>
            </a:r>
            <a:r>
              <a:rPr lang="en-HK" sz="1400" dirty="0"/>
              <a:t> </a:t>
            </a:r>
            <a:r>
              <a:rPr lang="en-HK" sz="1400" b="1" dirty="0"/>
              <a:t>		             </a:t>
            </a:r>
          </a:p>
          <a:p>
            <a:pPr marL="0" indent="0">
              <a:lnSpc>
                <a:spcPct val="110000"/>
              </a:lnSpc>
              <a:buNone/>
            </a:pPr>
            <a:r>
              <a:rPr lang="en-HK" sz="1400" dirty="0"/>
              <a:t>Tenure: </a:t>
            </a:r>
            <a:r>
              <a:rPr lang="en-HK" sz="1400" b="1" dirty="0"/>
              <a:t>Oct ‘ 21 –  Feb ’ 22 (5 Months)</a:t>
            </a:r>
          </a:p>
          <a:p>
            <a:pPr marL="0" indent="0">
              <a:lnSpc>
                <a:spcPct val="110000"/>
              </a:lnSpc>
              <a:buNone/>
            </a:pPr>
            <a:r>
              <a:rPr lang="en-HK" sz="1400" dirty="0"/>
              <a:t>Company: </a:t>
            </a:r>
            <a:r>
              <a:rPr lang="en-HK" sz="1800" b="1" dirty="0"/>
              <a:t>Capgemini, Hong Kong</a:t>
            </a:r>
            <a:r>
              <a:rPr lang="en-HK" sz="1400" b="1" dirty="0"/>
              <a:t>					</a:t>
            </a:r>
          </a:p>
          <a:p>
            <a:pPr marL="0" indent="0">
              <a:lnSpc>
                <a:spcPct val="110000"/>
              </a:lnSpc>
              <a:buNone/>
            </a:pPr>
            <a:r>
              <a:rPr lang="en-HK" sz="1400" dirty="0"/>
              <a:t>Client: </a:t>
            </a:r>
            <a:r>
              <a:rPr lang="en-HK" sz="1600" b="1" dirty="0"/>
              <a:t>HSBC</a:t>
            </a:r>
          </a:p>
          <a:p>
            <a:pPr lvl="0"/>
            <a:r>
              <a:rPr lang="en-HK" sz="1400" dirty="0"/>
              <a:t>Gathered project requirements for setting up application on Cloud through interactions, meetings, and walkthroughs with potential application users functional and non-requirements. </a:t>
            </a:r>
          </a:p>
          <a:p>
            <a:pPr lvl="0"/>
            <a:r>
              <a:rPr lang="en-HK" sz="1400" dirty="0"/>
              <a:t>Server side API designing and Providing AWS architecture for setting up AWS EKS cluster having Jenkins CI/CD pipeline.</a:t>
            </a:r>
          </a:p>
          <a:p>
            <a:pPr>
              <a:lnSpc>
                <a:spcPct val="110000"/>
              </a:lnSpc>
            </a:pPr>
            <a:endParaRPr lang="en-US" sz="1400" dirty="0"/>
          </a:p>
        </p:txBody>
      </p:sp>
      <p:sp>
        <p:nvSpPr>
          <p:cNvPr id="4" name="Content Placeholder 2">
            <a:extLst>
              <a:ext uri="{FF2B5EF4-FFF2-40B4-BE49-F238E27FC236}">
                <a16:creationId xmlns:a16="http://schemas.microsoft.com/office/drawing/2014/main" id="{DD6CD9EA-FBED-723C-A82B-E42FB3FD2A1B}"/>
              </a:ext>
            </a:extLst>
          </p:cNvPr>
          <p:cNvSpPr txBox="1">
            <a:spLocks/>
          </p:cNvSpPr>
          <p:nvPr/>
        </p:nvSpPr>
        <p:spPr>
          <a:xfrm>
            <a:off x="4062128" y="3428999"/>
            <a:ext cx="8129872" cy="3429001"/>
          </a:xfrm>
          <a:prstGeom prst="rect">
            <a:avLst/>
          </a:prstGeom>
        </p:spPr>
        <p:txBody>
          <a:bodyPr vert="horz" lIns="91440" tIns="45720" rIns="91440" bIns="45720" rtlCol="0" anchor="t">
            <a:normAutofit/>
          </a:bodyPr>
          <a:lstStyle>
            <a:lvl1pPr marL="228600" indent="-228600" algn="l" defTabSz="914400" rtl="0" eaLnBrk="1" latinLnBrk="0" hangingPunct="1">
              <a:lnSpc>
                <a:spcPct val="120000"/>
              </a:lnSpc>
              <a:spcBef>
                <a:spcPts val="1000"/>
              </a:spcBef>
              <a:buClr>
                <a:schemeClr val="accent1"/>
              </a:buClr>
              <a:buSzPct val="100000"/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Clr>
                <a:schemeClr val="accent1"/>
              </a:buClr>
              <a:buSzPct val="100000"/>
              <a:buFont typeface="Arial" panose="020B0604020202020204" pitchFamily="34" charset="0"/>
              <a:buChar char="•"/>
              <a:defRPr sz="1800" kern="1200" cap="none" baseline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Clr>
                <a:schemeClr val="accent1"/>
              </a:buClr>
              <a:buSzPct val="100000"/>
              <a:buFont typeface="Arial" panose="020B0604020202020204" pitchFamily="34" charset="0"/>
              <a:buChar char="•"/>
              <a:defRPr sz="16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Clr>
                <a:schemeClr val="accent1"/>
              </a:buClr>
              <a:buSzPct val="100000"/>
              <a:buFont typeface="Arial" panose="020B0604020202020204" pitchFamily="34" charset="0"/>
              <a:buChar char="•"/>
              <a:defRPr sz="1400" kern="1200" cap="none" baseline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Clr>
                <a:schemeClr val="accent1"/>
              </a:buClr>
              <a:buSzPct val="100000"/>
              <a:buFont typeface="Arial" panose="020B0604020202020204" pitchFamily="34" charset="0"/>
              <a:buChar char="•"/>
              <a:defRPr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Clr>
                <a:schemeClr val="accent1"/>
              </a:buClr>
              <a:buSzPct val="100000"/>
              <a:buFont typeface="Arial" panose="020B0604020202020204" pitchFamily="34" charset="0"/>
              <a:buChar char="•"/>
              <a:defRPr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Clr>
                <a:schemeClr val="accent1"/>
              </a:buClr>
              <a:buSzPct val="100000"/>
              <a:buFont typeface="Arial" panose="020B0604020202020204" pitchFamily="34" charset="0"/>
              <a:buChar char="•"/>
              <a:defRPr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Clr>
                <a:schemeClr val="accent1"/>
              </a:buClr>
              <a:buSzPct val="100000"/>
              <a:buFont typeface="Arial" panose="020B0604020202020204" pitchFamily="34" charset="0"/>
              <a:buChar char="•"/>
              <a:defRPr sz="1200" kern="1200" baseline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Clr>
                <a:schemeClr val="accent1"/>
              </a:buClr>
              <a:buSzPct val="100000"/>
              <a:buFont typeface="Arial" panose="020B0604020202020204" pitchFamily="34" charset="0"/>
              <a:buChar char="•"/>
              <a:defRPr sz="1200" kern="1200" baseline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defRPr>
            </a:lvl9pPr>
          </a:lstStyle>
          <a:p>
            <a:pPr marL="0" indent="0">
              <a:lnSpc>
                <a:spcPct val="110000"/>
              </a:lnSpc>
              <a:buNone/>
            </a:pPr>
            <a:endParaRPr lang="en-HK" sz="1500" dirty="0"/>
          </a:p>
        </p:txBody>
      </p:sp>
    </p:spTree>
    <p:extLst>
      <p:ext uri="{BB962C8B-B14F-4D97-AF65-F5344CB8AC3E}">
        <p14:creationId xmlns:p14="http://schemas.microsoft.com/office/powerpoint/2010/main" val="1249763929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gradFill>
          <a:gsLst>
            <a:gs pos="0">
              <a:schemeClr val="bg2">
                <a:tint val="94000"/>
                <a:satMod val="80000"/>
                <a:lumMod val="106000"/>
              </a:schemeClr>
            </a:gs>
            <a:gs pos="100000">
              <a:schemeClr val="bg2">
                <a:shade val="80000"/>
              </a:schemeClr>
            </a:gs>
          </a:gsLst>
          <a:path path="circle">
            <a:fillToRect l="50000" t="50000" r="50000" b="50000"/>
          </a:path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8" name="Rectangle 7">
            <a:extLst>
              <a:ext uri="{FF2B5EF4-FFF2-40B4-BE49-F238E27FC236}">
                <a16:creationId xmlns:a16="http://schemas.microsoft.com/office/drawing/2014/main" id="{F63C748C-967B-4A7B-A90F-3EDD0F485AC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303" y="0"/>
            <a:ext cx="12191695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C0143637-4934-44E4-B909-BAF1E7B2797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-2"/>
            <a:ext cx="4062127" cy="6858002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350FD1F3-044C-5AA3-31E9-2BBB9D207FC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49683" y="1240076"/>
            <a:ext cx="2727813" cy="4584527"/>
          </a:xfrm>
        </p:spPr>
        <p:txBody>
          <a:bodyPr>
            <a:normAutofit/>
          </a:bodyPr>
          <a:lstStyle/>
          <a:p>
            <a:r>
              <a:rPr lang="en-US" sz="2200" b="1">
                <a:solidFill>
                  <a:srgbClr val="FFFFFF"/>
                </a:solidFill>
              </a:rPr>
              <a:t>PROFESSIONAL EXPERIENCE</a:t>
            </a:r>
            <a:endParaRPr lang="en-US" sz="2200">
              <a:solidFill>
                <a:srgbClr val="FFFFFF"/>
              </a:solidFill>
            </a:endParaRPr>
          </a:p>
        </p:txBody>
      </p:sp>
      <p:sp>
        <p:nvSpPr>
          <p:cNvPr id="17" name="Content Placeholder 2">
            <a:extLst>
              <a:ext uri="{FF2B5EF4-FFF2-40B4-BE49-F238E27FC236}">
                <a16:creationId xmlns:a16="http://schemas.microsoft.com/office/drawing/2014/main" id="{DADBDD57-6055-A7F6-1608-E5D0C823C063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061825" y="186165"/>
            <a:ext cx="8129872" cy="6692347"/>
          </a:xfrm>
        </p:spPr>
        <p:txBody>
          <a:bodyPr anchor="t">
            <a:normAutofit fontScale="70000" lnSpcReduction="20000"/>
          </a:bodyPr>
          <a:lstStyle/>
          <a:p>
            <a:pPr marL="0" indent="0">
              <a:lnSpc>
                <a:spcPct val="110000"/>
              </a:lnSpc>
              <a:buNone/>
            </a:pPr>
            <a:r>
              <a:rPr lang="en-HK" sz="1600" dirty="0"/>
              <a:t>JOB Title: </a:t>
            </a:r>
            <a:r>
              <a:rPr lang="en-HK" b="1" dirty="0"/>
              <a:t>Senior Technical Architect</a:t>
            </a:r>
            <a:r>
              <a:rPr lang="en-HK" sz="1600" b="1" dirty="0"/>
              <a:t>	             </a:t>
            </a:r>
          </a:p>
          <a:p>
            <a:pPr marL="0" indent="0">
              <a:lnSpc>
                <a:spcPct val="110000"/>
              </a:lnSpc>
              <a:buNone/>
            </a:pPr>
            <a:r>
              <a:rPr lang="en-HK" sz="1600" dirty="0"/>
              <a:t>Tenure: </a:t>
            </a:r>
            <a:r>
              <a:rPr lang="en-HK" sz="1600" b="1" dirty="0"/>
              <a:t>May ‘ 04 – Oct ’ 21 (17 years 6 Months)</a:t>
            </a:r>
          </a:p>
          <a:p>
            <a:pPr marL="0" indent="0">
              <a:lnSpc>
                <a:spcPct val="110000"/>
              </a:lnSpc>
              <a:buNone/>
            </a:pPr>
            <a:r>
              <a:rPr lang="en-HK" sz="1600" dirty="0"/>
              <a:t>Company: </a:t>
            </a:r>
            <a:r>
              <a:rPr lang="en-HK" sz="1600" b="1" dirty="0" err="1"/>
              <a:t>Coforge</a:t>
            </a:r>
            <a:r>
              <a:rPr lang="en-HK" sz="1600" b="1" dirty="0"/>
              <a:t>, Erstwhile NIIT Technologies Limited, Hong Kong	</a:t>
            </a:r>
          </a:p>
          <a:p>
            <a:pPr marL="0" indent="0">
              <a:lnSpc>
                <a:spcPct val="110000"/>
              </a:lnSpc>
              <a:buNone/>
            </a:pPr>
            <a:r>
              <a:rPr lang="en-HK" sz="1600" dirty="0"/>
              <a:t>Client: </a:t>
            </a:r>
            <a:r>
              <a:rPr lang="en-HK" sz="1600" b="1" dirty="0"/>
              <a:t>Cathay Pacific Cargo Terminal &amp; Asia Airfreight Terminal </a:t>
            </a:r>
          </a:p>
          <a:p>
            <a:pPr lvl="0"/>
            <a:r>
              <a:rPr lang="en-HK" dirty="0"/>
              <a:t>Gathered project requirements (150+ of AAT and 35+ of CPSL) through interactions, meetings, and walkthroughs with potential application users and develop business requirements documents (BRD), functional requirements documents (FRD), and user </a:t>
            </a:r>
            <a:r>
              <a:rPr lang="en-HK" dirty="0" err="1"/>
              <a:t>mockups</a:t>
            </a:r>
            <a:r>
              <a:rPr lang="en-HK" dirty="0"/>
              <a:t>. Also, I created 55+ technical responses to Requests for Quotes (RFQs) for customers.</a:t>
            </a:r>
          </a:p>
          <a:p>
            <a:pPr lvl="0"/>
            <a:r>
              <a:rPr lang="en-HK" dirty="0"/>
              <a:t>I Provided winning solutions as part of the pre-sales team, which included responding to RFPs and RFIs from existing and prospective clients. Recently, involved in a proposal for the migration of Monolithic to cloud study. Conducted a few POCs for the same Participated in both pre-sales and post-sales activities, including establishing statements of work, responsibility matrixes, and overseeing the technical realization of solutions by delivery teams.</a:t>
            </a:r>
          </a:p>
          <a:p>
            <a:pPr lvl="0"/>
            <a:r>
              <a:rPr lang="en-HK" dirty="0"/>
              <a:t>Worked closely with executive sales teams to deliver quotes and full IT solutions in networking, computing, storage, and virtual cloud infrastructure. Also, Designed and developed projects: On-premise Storage move to AWS, OCR using AI Computer vision, AWS IOT using MQTT (pub/sub) for controlling Cold Box for warehouse cargo application.  </a:t>
            </a:r>
          </a:p>
          <a:p>
            <a:pPr lvl="0"/>
            <a:r>
              <a:rPr lang="en-HK" dirty="0"/>
              <a:t>Monitor SLA and tested application performance to identify potential bottlenecks, develop solutions, and collaborate with developers on solution implementation for 5 Web, 3 Mobile applications.  Provided 2nd and 3rd level technical support and troubleshooting to internal and external clients. Team Size - 4 - on-site resources, 4 - offshore resources. </a:t>
            </a:r>
          </a:p>
          <a:p>
            <a:pPr lvl="0"/>
            <a:r>
              <a:rPr lang="en-HK" dirty="0"/>
              <a:t>Successfully managed multimillion-dollar revenue accounts including focus on several Completed 15.5K days of works. I have managing releases during all phases of software development life cycle, from requirements analysis through system implementation for more than 2 enterprises projects. Worked closely with customers, internal staff and other stakeholders to determine planning, implementation and integration of system-oriented projects. System development of RESTful API for having interface with HKIA. </a:t>
            </a:r>
          </a:p>
        </p:txBody>
      </p:sp>
      <p:sp>
        <p:nvSpPr>
          <p:cNvPr id="4" name="Content Placeholder 2">
            <a:extLst>
              <a:ext uri="{FF2B5EF4-FFF2-40B4-BE49-F238E27FC236}">
                <a16:creationId xmlns:a16="http://schemas.microsoft.com/office/drawing/2014/main" id="{DD6CD9EA-FBED-723C-A82B-E42FB3FD2A1B}"/>
              </a:ext>
            </a:extLst>
          </p:cNvPr>
          <p:cNvSpPr txBox="1">
            <a:spLocks/>
          </p:cNvSpPr>
          <p:nvPr/>
        </p:nvSpPr>
        <p:spPr>
          <a:xfrm>
            <a:off x="4062128" y="3428999"/>
            <a:ext cx="8129872" cy="3429001"/>
          </a:xfrm>
          <a:prstGeom prst="rect">
            <a:avLst/>
          </a:prstGeom>
        </p:spPr>
        <p:txBody>
          <a:bodyPr vert="horz" lIns="91440" tIns="45720" rIns="91440" bIns="45720" rtlCol="0" anchor="t">
            <a:normAutofit/>
          </a:bodyPr>
          <a:lstStyle>
            <a:lvl1pPr marL="228600" indent="-228600" algn="l" defTabSz="914400" rtl="0" eaLnBrk="1" latinLnBrk="0" hangingPunct="1">
              <a:lnSpc>
                <a:spcPct val="120000"/>
              </a:lnSpc>
              <a:spcBef>
                <a:spcPts val="1000"/>
              </a:spcBef>
              <a:buClr>
                <a:schemeClr val="accent1"/>
              </a:buClr>
              <a:buSzPct val="100000"/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Clr>
                <a:schemeClr val="accent1"/>
              </a:buClr>
              <a:buSzPct val="100000"/>
              <a:buFont typeface="Arial" panose="020B0604020202020204" pitchFamily="34" charset="0"/>
              <a:buChar char="•"/>
              <a:defRPr sz="1800" kern="1200" cap="none" baseline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Clr>
                <a:schemeClr val="accent1"/>
              </a:buClr>
              <a:buSzPct val="100000"/>
              <a:buFont typeface="Arial" panose="020B0604020202020204" pitchFamily="34" charset="0"/>
              <a:buChar char="•"/>
              <a:defRPr sz="16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Clr>
                <a:schemeClr val="accent1"/>
              </a:buClr>
              <a:buSzPct val="100000"/>
              <a:buFont typeface="Arial" panose="020B0604020202020204" pitchFamily="34" charset="0"/>
              <a:buChar char="•"/>
              <a:defRPr sz="1400" kern="1200" cap="none" baseline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Clr>
                <a:schemeClr val="accent1"/>
              </a:buClr>
              <a:buSzPct val="100000"/>
              <a:buFont typeface="Arial" panose="020B0604020202020204" pitchFamily="34" charset="0"/>
              <a:buChar char="•"/>
              <a:defRPr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Clr>
                <a:schemeClr val="accent1"/>
              </a:buClr>
              <a:buSzPct val="100000"/>
              <a:buFont typeface="Arial" panose="020B0604020202020204" pitchFamily="34" charset="0"/>
              <a:buChar char="•"/>
              <a:defRPr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Clr>
                <a:schemeClr val="accent1"/>
              </a:buClr>
              <a:buSzPct val="100000"/>
              <a:buFont typeface="Arial" panose="020B0604020202020204" pitchFamily="34" charset="0"/>
              <a:buChar char="•"/>
              <a:defRPr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Clr>
                <a:schemeClr val="accent1"/>
              </a:buClr>
              <a:buSzPct val="100000"/>
              <a:buFont typeface="Arial" panose="020B0604020202020204" pitchFamily="34" charset="0"/>
              <a:buChar char="•"/>
              <a:defRPr sz="1200" kern="1200" baseline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Clr>
                <a:schemeClr val="accent1"/>
              </a:buClr>
              <a:buSzPct val="100000"/>
              <a:buFont typeface="Arial" panose="020B0604020202020204" pitchFamily="34" charset="0"/>
              <a:buChar char="•"/>
              <a:defRPr sz="1200" kern="1200" baseline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defRPr>
            </a:lvl9pPr>
          </a:lstStyle>
          <a:p>
            <a:pPr marL="0" indent="0">
              <a:lnSpc>
                <a:spcPct val="110000"/>
              </a:lnSpc>
              <a:buNone/>
            </a:pPr>
            <a:endParaRPr lang="en-HK" sz="1500" dirty="0"/>
          </a:p>
        </p:txBody>
      </p:sp>
    </p:spTree>
    <p:extLst>
      <p:ext uri="{BB962C8B-B14F-4D97-AF65-F5344CB8AC3E}">
        <p14:creationId xmlns:p14="http://schemas.microsoft.com/office/powerpoint/2010/main" val="1871439121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gradFill>
          <a:gsLst>
            <a:gs pos="0">
              <a:schemeClr val="bg2">
                <a:tint val="94000"/>
                <a:satMod val="80000"/>
                <a:lumMod val="106000"/>
              </a:schemeClr>
            </a:gs>
            <a:gs pos="100000">
              <a:schemeClr val="bg2">
                <a:shade val="80000"/>
              </a:schemeClr>
            </a:gs>
          </a:gsLst>
          <a:path path="circle">
            <a:fillToRect l="43000" r="43000" b="100000"/>
          </a:path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F12F39D-B513-6A78-6D96-747473A9D92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451579" y="804519"/>
            <a:ext cx="9603275" cy="1049235"/>
          </a:xfrm>
        </p:spPr>
        <p:txBody>
          <a:bodyPr>
            <a:normAutofit/>
          </a:bodyPr>
          <a:lstStyle/>
          <a:p>
            <a:r>
              <a:rPr lang="en-US" dirty="0"/>
              <a:t>Academic Education</a:t>
            </a:r>
          </a:p>
        </p:txBody>
      </p:sp>
      <p:graphicFrame>
        <p:nvGraphicFramePr>
          <p:cNvPr id="6" name="Table 6">
            <a:extLst>
              <a:ext uri="{FF2B5EF4-FFF2-40B4-BE49-F238E27FC236}">
                <a16:creationId xmlns:a16="http://schemas.microsoft.com/office/drawing/2014/main" id="{CF8B3FCA-E1CF-95E4-B079-35D7843147E4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2737205571"/>
              </p:ext>
            </p:extLst>
          </p:nvPr>
        </p:nvGraphicFramePr>
        <p:xfrm>
          <a:off x="1450975" y="2357529"/>
          <a:ext cx="9604376" cy="329031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867527">
                  <a:extLst>
                    <a:ext uri="{9D8B030D-6E8A-4147-A177-3AD203B41FA5}">
                      <a16:colId xmlns:a16="http://schemas.microsoft.com/office/drawing/2014/main" val="3112907351"/>
                    </a:ext>
                  </a:extLst>
                </a:gridCol>
                <a:gridCol w="3852331">
                  <a:extLst>
                    <a:ext uri="{9D8B030D-6E8A-4147-A177-3AD203B41FA5}">
                      <a16:colId xmlns:a16="http://schemas.microsoft.com/office/drawing/2014/main" val="2895921030"/>
                    </a:ext>
                  </a:extLst>
                </a:gridCol>
                <a:gridCol w="1884518">
                  <a:extLst>
                    <a:ext uri="{9D8B030D-6E8A-4147-A177-3AD203B41FA5}">
                      <a16:colId xmlns:a16="http://schemas.microsoft.com/office/drawing/2014/main" val="3212843005"/>
                    </a:ext>
                  </a:extLst>
                </a:gridCol>
              </a:tblGrid>
              <a:tr h="316100">
                <a:tc>
                  <a:txBody>
                    <a:bodyPr/>
                    <a:lstStyle/>
                    <a:p>
                      <a:r>
                        <a:rPr lang="en-US" sz="1400" dirty="0"/>
                        <a:t>Stream</a:t>
                      </a:r>
                    </a:p>
                  </a:txBody>
                  <a:tcPr marL="71841" marR="71841" marT="35920" marB="35920"/>
                </a:tc>
                <a:tc>
                  <a:txBody>
                    <a:bodyPr/>
                    <a:lstStyle/>
                    <a:p>
                      <a:r>
                        <a:rPr lang="en-US" sz="1400"/>
                        <a:t>University / Intitution</a:t>
                      </a:r>
                    </a:p>
                  </a:txBody>
                  <a:tcPr marL="71841" marR="71841" marT="35920" marB="35920"/>
                </a:tc>
                <a:tc>
                  <a:txBody>
                    <a:bodyPr/>
                    <a:lstStyle/>
                    <a:p>
                      <a:r>
                        <a:rPr lang="en-US" sz="1400"/>
                        <a:t>Year of Passing</a:t>
                      </a:r>
                    </a:p>
                  </a:txBody>
                  <a:tcPr marL="71841" marR="71841" marT="35920" marB="35920"/>
                </a:tc>
                <a:extLst>
                  <a:ext uri="{0D108BD9-81ED-4DB2-BD59-A6C34878D82A}">
                    <a16:rowId xmlns:a16="http://schemas.microsoft.com/office/drawing/2014/main" val="596969854"/>
                  </a:ext>
                </a:extLst>
              </a:tr>
              <a:tr h="531622">
                <a:tc>
                  <a:txBody>
                    <a:bodyPr/>
                    <a:lstStyle/>
                    <a:p>
                      <a:r>
                        <a:rPr lang="en-HK" sz="1400" kern="120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Post Graduate Diploma in AI &amp; ML</a:t>
                      </a:r>
                      <a:endParaRPr lang="en-US" sz="1400"/>
                    </a:p>
                  </a:txBody>
                  <a:tcPr marL="71841" marR="71841" marT="35920" marB="35920"/>
                </a:tc>
                <a:tc>
                  <a:txBody>
                    <a:bodyPr/>
                    <a:lstStyle/>
                    <a:p>
                      <a:r>
                        <a:rPr lang="en-HK" sz="1400" kern="120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Great Learning, India</a:t>
                      </a:r>
                      <a:endParaRPr lang="en-HK" sz="1400" kern="1200">
                        <a:solidFill>
                          <a:schemeClr val="dk1"/>
                        </a:solidFill>
                        <a:effectLst/>
                        <a:latin typeface="+mn-lt"/>
                        <a:ea typeface="+mn-ea"/>
                        <a:cs typeface="+mn-cs"/>
                        <a:hlinkClick r:id="rId2">
                          <a:extLst>
                            <a:ext uri="{A12FA001-AC4F-418D-AE19-62706E023703}">
                              <ahyp:hlinkClr xmlns:ahyp="http://schemas.microsoft.com/office/drawing/2018/hyperlinkcolor" val="tx"/>
                            </a:ext>
                          </a:extLst>
                        </a:hlinkClick>
                      </a:endParaRPr>
                    </a:p>
                    <a:p>
                      <a:r>
                        <a:rPr lang="en-HK" sz="1400" u="sng" kern="120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  <a:hlinkClick r:id="rId2"/>
                        </a:rPr>
                        <a:t>http://greatlearning.in</a:t>
                      </a:r>
                      <a:r>
                        <a:rPr lang="en-HK" sz="1400" kern="120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 </a:t>
                      </a:r>
                      <a:endParaRPr lang="en-US" sz="1400"/>
                    </a:p>
                  </a:txBody>
                  <a:tcPr marL="71841" marR="71841" marT="35920" marB="35920"/>
                </a:tc>
                <a:tc>
                  <a:txBody>
                    <a:bodyPr/>
                    <a:lstStyle/>
                    <a:p>
                      <a:r>
                        <a:rPr lang="en-HK" sz="1400" kern="120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Nov'21</a:t>
                      </a:r>
                      <a:endParaRPr lang="en-US" sz="1400"/>
                    </a:p>
                  </a:txBody>
                  <a:tcPr marL="71841" marR="71841" marT="35920" marB="35920"/>
                </a:tc>
                <a:extLst>
                  <a:ext uri="{0D108BD9-81ED-4DB2-BD59-A6C34878D82A}">
                    <a16:rowId xmlns:a16="http://schemas.microsoft.com/office/drawing/2014/main" val="2384416804"/>
                  </a:ext>
                </a:extLst>
              </a:tr>
              <a:tr h="531622">
                <a:tc>
                  <a:txBody>
                    <a:bodyPr/>
                    <a:lstStyle/>
                    <a:p>
                      <a:r>
                        <a:rPr lang="en-HK" sz="1400" kern="120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Post Graduate Diploma in Software Development (FSD)</a:t>
                      </a:r>
                      <a:r>
                        <a:rPr lang="en-HK" sz="1400">
                          <a:effectLst/>
                        </a:rPr>
                        <a:t> </a:t>
                      </a:r>
                      <a:endParaRPr lang="en-US" sz="1400"/>
                    </a:p>
                  </a:txBody>
                  <a:tcPr marL="71841" marR="71841" marT="35920" marB="35920"/>
                </a:tc>
                <a:tc>
                  <a:txBody>
                    <a:bodyPr/>
                    <a:lstStyle/>
                    <a:p>
                      <a:r>
                        <a:rPr lang="en-HK" sz="1400" kern="120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Upgrad, IIIT Bangalore,India </a:t>
                      </a:r>
                      <a:r>
                        <a:rPr lang="en-HK" sz="1400" u="sng" kern="120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  <a:hlinkClick r:id="rId3"/>
                        </a:rPr>
                        <a:t>https://www.upgrad.com/</a:t>
                      </a:r>
                      <a:r>
                        <a:rPr lang="en-HK" sz="1400">
                          <a:effectLst/>
                        </a:rPr>
                        <a:t> </a:t>
                      </a:r>
                      <a:endParaRPr lang="en-US" sz="1400"/>
                    </a:p>
                  </a:txBody>
                  <a:tcPr marL="71841" marR="71841" marT="35920" marB="35920"/>
                </a:tc>
                <a:tc>
                  <a:txBody>
                    <a:bodyPr/>
                    <a:lstStyle/>
                    <a:p>
                      <a:r>
                        <a:rPr lang="en-HK" sz="1400" kern="120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Mar'21</a:t>
                      </a:r>
                      <a:endParaRPr lang="en-US" sz="1400"/>
                    </a:p>
                  </a:txBody>
                  <a:tcPr marL="71841" marR="71841" marT="35920" marB="35920"/>
                </a:tc>
                <a:extLst>
                  <a:ext uri="{0D108BD9-81ED-4DB2-BD59-A6C34878D82A}">
                    <a16:rowId xmlns:a16="http://schemas.microsoft.com/office/drawing/2014/main" val="1625293711"/>
                  </a:ext>
                </a:extLst>
              </a:tr>
              <a:tr h="531622">
                <a:tc>
                  <a:txBody>
                    <a:bodyPr/>
                    <a:lstStyle/>
                    <a:p>
                      <a:r>
                        <a:rPr lang="en-HK" sz="1400" kern="120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Post Graduate Diploma Program in Cloud Computing</a:t>
                      </a:r>
                      <a:r>
                        <a:rPr lang="en-HK" sz="1400">
                          <a:effectLst/>
                        </a:rPr>
                        <a:t> </a:t>
                      </a:r>
                      <a:endParaRPr lang="en-US" sz="1400"/>
                    </a:p>
                  </a:txBody>
                  <a:tcPr marL="71841" marR="71841" marT="35920" marB="35920"/>
                </a:tc>
                <a:tc>
                  <a:txBody>
                    <a:bodyPr/>
                    <a:lstStyle/>
                    <a:p>
                      <a:r>
                        <a:rPr lang="en-HK" sz="1400" kern="120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Great Learning, India</a:t>
                      </a:r>
                      <a:endParaRPr lang="en-HK" sz="1400" kern="1200">
                        <a:solidFill>
                          <a:schemeClr val="dk1"/>
                        </a:solidFill>
                        <a:effectLst/>
                        <a:latin typeface="+mn-lt"/>
                        <a:ea typeface="+mn-ea"/>
                        <a:cs typeface="+mn-cs"/>
                        <a:hlinkClick r:id="rId2">
                          <a:extLst>
                            <a:ext uri="{A12FA001-AC4F-418D-AE19-62706E023703}">
                              <ahyp:hlinkClr xmlns:ahyp="http://schemas.microsoft.com/office/drawing/2018/hyperlinkcolor" val="tx"/>
                            </a:ext>
                          </a:extLst>
                        </a:hlinkClick>
                      </a:endParaRPr>
                    </a:p>
                    <a:p>
                      <a:r>
                        <a:rPr lang="en-HK" sz="1400" u="sng" kern="120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  <a:hlinkClick r:id="rId2"/>
                        </a:rPr>
                        <a:t>http://greatlearning.in</a:t>
                      </a:r>
                      <a:r>
                        <a:rPr lang="en-HK" sz="1400" kern="120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 </a:t>
                      </a:r>
                      <a:endParaRPr lang="en-US" sz="1400"/>
                    </a:p>
                  </a:txBody>
                  <a:tcPr marL="71841" marR="71841" marT="35920" marB="35920"/>
                </a:tc>
                <a:tc>
                  <a:txBody>
                    <a:bodyPr/>
                    <a:lstStyle/>
                    <a:p>
                      <a:r>
                        <a:rPr lang="en-HK" sz="1400" kern="120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Mar'20</a:t>
                      </a:r>
                      <a:endParaRPr lang="en-US" sz="1400"/>
                    </a:p>
                  </a:txBody>
                  <a:tcPr marL="71841" marR="71841" marT="35920" marB="35920"/>
                </a:tc>
                <a:extLst>
                  <a:ext uri="{0D108BD9-81ED-4DB2-BD59-A6C34878D82A}">
                    <a16:rowId xmlns:a16="http://schemas.microsoft.com/office/drawing/2014/main" val="1687725871"/>
                  </a:ext>
                </a:extLst>
              </a:tr>
              <a:tr h="531622">
                <a:tc>
                  <a:txBody>
                    <a:bodyPr/>
                    <a:lstStyle/>
                    <a:p>
                      <a:r>
                        <a:rPr lang="en-HK" sz="1400" kern="120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Masters in Computer Application</a:t>
                      </a:r>
                      <a:r>
                        <a:rPr lang="en-HK" sz="1400">
                          <a:effectLst/>
                        </a:rPr>
                        <a:t> </a:t>
                      </a:r>
                      <a:endParaRPr lang="en-US" sz="1400"/>
                    </a:p>
                  </a:txBody>
                  <a:tcPr marL="71841" marR="71841" marT="35920" marB="35920"/>
                </a:tc>
                <a:tc>
                  <a:txBody>
                    <a:bodyPr/>
                    <a:lstStyle/>
                    <a:p>
                      <a:r>
                        <a:rPr lang="en-HK" sz="1400" kern="120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Dr. A.P.J. Abdul Kalam Technical University, India</a:t>
                      </a:r>
                      <a:endParaRPr lang="en-US" sz="1400"/>
                    </a:p>
                  </a:txBody>
                  <a:tcPr marL="71841" marR="71841" marT="35920" marB="35920"/>
                </a:tc>
                <a:tc>
                  <a:txBody>
                    <a:bodyPr/>
                    <a:lstStyle/>
                    <a:p>
                      <a:r>
                        <a:rPr lang="en-HK" sz="1400" kern="120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Jul '03</a:t>
                      </a:r>
                      <a:endParaRPr lang="en-US" sz="1400"/>
                    </a:p>
                  </a:txBody>
                  <a:tcPr marL="71841" marR="71841" marT="35920" marB="35920"/>
                </a:tc>
                <a:extLst>
                  <a:ext uri="{0D108BD9-81ED-4DB2-BD59-A6C34878D82A}">
                    <a16:rowId xmlns:a16="http://schemas.microsoft.com/office/drawing/2014/main" val="956483562"/>
                  </a:ext>
                </a:extLst>
              </a:tr>
              <a:tr h="531622">
                <a:tc>
                  <a:txBody>
                    <a:bodyPr/>
                    <a:lstStyle/>
                    <a:p>
                      <a:r>
                        <a:rPr lang="en-HK" sz="1400" kern="120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Post Graduate Diploma in Computers Programming</a:t>
                      </a:r>
                      <a:r>
                        <a:rPr lang="en-HK" sz="1400">
                          <a:effectLst/>
                        </a:rPr>
                        <a:t> </a:t>
                      </a:r>
                      <a:endParaRPr lang="en-US" sz="1400"/>
                    </a:p>
                  </a:txBody>
                  <a:tcPr marL="71841" marR="71841" marT="35920" marB="35920"/>
                </a:tc>
                <a:tc>
                  <a:txBody>
                    <a:bodyPr/>
                    <a:lstStyle/>
                    <a:p>
                      <a:r>
                        <a:rPr lang="en-HK" sz="1400" b="0" i="0" kern="120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Dr. Bhimrao Ambedkar University, India</a:t>
                      </a:r>
                    </a:p>
                  </a:txBody>
                  <a:tcPr marL="71841" marR="71841" marT="35920" marB="35920"/>
                </a:tc>
                <a:tc>
                  <a:txBody>
                    <a:bodyPr/>
                    <a:lstStyle/>
                    <a:p>
                      <a:r>
                        <a:rPr lang="en-HK" sz="1400" kern="120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Dec '99</a:t>
                      </a:r>
                      <a:r>
                        <a:rPr lang="en-HK" sz="1400">
                          <a:effectLst/>
                        </a:rPr>
                        <a:t> </a:t>
                      </a:r>
                      <a:endParaRPr lang="en-US" sz="1400"/>
                    </a:p>
                  </a:txBody>
                  <a:tcPr marL="71841" marR="71841" marT="35920" marB="35920"/>
                </a:tc>
                <a:extLst>
                  <a:ext uri="{0D108BD9-81ED-4DB2-BD59-A6C34878D82A}">
                    <a16:rowId xmlns:a16="http://schemas.microsoft.com/office/drawing/2014/main" val="239616203"/>
                  </a:ext>
                </a:extLst>
              </a:tr>
              <a:tr h="316100">
                <a:tc>
                  <a:txBody>
                    <a:bodyPr/>
                    <a:lstStyle/>
                    <a:p>
                      <a:r>
                        <a:rPr lang="en-HK" sz="1400" kern="120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Bachelor of Arts</a:t>
                      </a:r>
                      <a:r>
                        <a:rPr lang="en-HK" sz="1400">
                          <a:effectLst/>
                        </a:rPr>
                        <a:t> </a:t>
                      </a:r>
                      <a:endParaRPr lang="en-US" sz="1400"/>
                    </a:p>
                  </a:txBody>
                  <a:tcPr marL="71841" marR="71841" marT="35920" marB="35920"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HK" sz="1400" b="0" i="0" kern="120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Dr. Bhimrao Ambedkar University, India</a:t>
                      </a:r>
                    </a:p>
                  </a:txBody>
                  <a:tcPr marL="71841" marR="71841" marT="35920" marB="35920"/>
                </a:tc>
                <a:tc>
                  <a:txBody>
                    <a:bodyPr/>
                    <a:lstStyle/>
                    <a:p>
                      <a:r>
                        <a:rPr lang="en-HK" sz="1400" kern="120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Jun '97</a:t>
                      </a:r>
                      <a:r>
                        <a:rPr lang="en-HK" sz="1400">
                          <a:effectLst/>
                        </a:rPr>
                        <a:t> </a:t>
                      </a:r>
                      <a:endParaRPr lang="en-US" sz="1400"/>
                    </a:p>
                  </a:txBody>
                  <a:tcPr marL="71841" marR="71841" marT="35920" marB="35920"/>
                </a:tc>
                <a:extLst>
                  <a:ext uri="{0D108BD9-81ED-4DB2-BD59-A6C34878D82A}">
                    <a16:rowId xmlns:a16="http://schemas.microsoft.com/office/drawing/2014/main" val="2682732277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2474950030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gradFill>
          <a:gsLst>
            <a:gs pos="0">
              <a:schemeClr val="bg2">
                <a:tint val="94000"/>
                <a:satMod val="80000"/>
                <a:lumMod val="106000"/>
              </a:schemeClr>
            </a:gs>
            <a:gs pos="100000">
              <a:schemeClr val="bg2">
                <a:shade val="80000"/>
              </a:schemeClr>
            </a:gs>
          </a:gsLst>
          <a:path path="circle">
            <a:fillToRect l="43000" r="43000" b="100000"/>
          </a:path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20" name="Rectangle 19">
            <a:extLst>
              <a:ext uri="{FF2B5EF4-FFF2-40B4-BE49-F238E27FC236}">
                <a16:creationId xmlns:a16="http://schemas.microsoft.com/office/drawing/2014/main" id="{482E7304-2AC2-4A5C-924D-A6AC3FFC5EA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2" y="0"/>
            <a:ext cx="12191695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3F12F39D-B513-6A78-6D96-747473A9D92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451579" y="804519"/>
            <a:ext cx="9603275" cy="1049235"/>
          </a:xfrm>
        </p:spPr>
        <p:txBody>
          <a:bodyPr>
            <a:normAutofit/>
          </a:bodyPr>
          <a:lstStyle/>
          <a:p>
            <a:r>
              <a:rPr lang="en-US" dirty="0"/>
              <a:t>Professional Certification</a:t>
            </a:r>
          </a:p>
        </p:txBody>
      </p:sp>
      <p:cxnSp>
        <p:nvCxnSpPr>
          <p:cNvPr id="22" name="Straight Connector 21">
            <a:extLst>
              <a:ext uri="{FF2B5EF4-FFF2-40B4-BE49-F238E27FC236}">
                <a16:creationId xmlns:a16="http://schemas.microsoft.com/office/drawing/2014/main" id="{D259FEF2-F6A5-442F-BA10-4E39EECD0AB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>
            <a:off x="1451579" y="1853754"/>
            <a:ext cx="9603274" cy="0"/>
          </a:xfrm>
          <a:prstGeom prst="line">
            <a:avLst/>
          </a:prstGeom>
          <a:ln w="31750"/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  <p:sp>
        <p:nvSpPr>
          <p:cNvPr id="24" name="Rectangle 23">
            <a:extLst>
              <a:ext uri="{FF2B5EF4-FFF2-40B4-BE49-F238E27FC236}">
                <a16:creationId xmlns:a16="http://schemas.microsoft.com/office/drawing/2014/main" id="{A3C183B1-1D4B-4E3D-A02E-A426E3BFA01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2019476"/>
            <a:ext cx="12192000" cy="4838524"/>
          </a:xfrm>
          <a:prstGeom prst="rect">
            <a:avLst/>
          </a:prstGeom>
          <a:gradFill flip="none" rotWithShape="1">
            <a:gsLst>
              <a:gs pos="0">
                <a:schemeClr val="bg2">
                  <a:alpha val="0"/>
                </a:schemeClr>
              </a:gs>
              <a:gs pos="100000">
                <a:schemeClr val="bg2"/>
              </a:gs>
            </a:gsLst>
            <a:lin ang="5400000" scaled="0"/>
            <a:tileRect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en-US"/>
          </a:p>
        </p:txBody>
      </p:sp>
      <p:graphicFrame>
        <p:nvGraphicFramePr>
          <p:cNvPr id="6" name="Table 6">
            <a:extLst>
              <a:ext uri="{FF2B5EF4-FFF2-40B4-BE49-F238E27FC236}">
                <a16:creationId xmlns:a16="http://schemas.microsoft.com/office/drawing/2014/main" id="{CF8B3FCA-E1CF-95E4-B079-35D7843147E4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4214286735"/>
              </p:ext>
            </p:extLst>
          </p:nvPr>
        </p:nvGraphicFramePr>
        <p:xfrm>
          <a:off x="1450975" y="2388571"/>
          <a:ext cx="9604375" cy="3609081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7139065">
                  <a:extLst>
                    <a:ext uri="{9D8B030D-6E8A-4147-A177-3AD203B41FA5}">
                      <a16:colId xmlns:a16="http://schemas.microsoft.com/office/drawing/2014/main" val="3112907351"/>
                    </a:ext>
                  </a:extLst>
                </a:gridCol>
                <a:gridCol w="2465310">
                  <a:extLst>
                    <a:ext uri="{9D8B030D-6E8A-4147-A177-3AD203B41FA5}">
                      <a16:colId xmlns:a16="http://schemas.microsoft.com/office/drawing/2014/main" val="3212843005"/>
                    </a:ext>
                  </a:extLst>
                </a:gridCol>
              </a:tblGrid>
              <a:tr h="381150">
                <a:tc>
                  <a:txBody>
                    <a:bodyPr/>
                    <a:lstStyle/>
                    <a:p>
                      <a:r>
                        <a:rPr lang="en-US" sz="1700" dirty="0"/>
                        <a:t>Certification</a:t>
                      </a:r>
                    </a:p>
                  </a:txBody>
                  <a:tcPr marL="86811" marR="86811" marT="43405" marB="43405"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1700"/>
                        <a:t>Issued Date</a:t>
                      </a:r>
                    </a:p>
                  </a:txBody>
                  <a:tcPr marL="86811" marR="86811" marT="43405" marB="43405"/>
                </a:tc>
                <a:extLst>
                  <a:ext uri="{0D108BD9-81ED-4DB2-BD59-A6C34878D82A}">
                    <a16:rowId xmlns:a16="http://schemas.microsoft.com/office/drawing/2014/main" val="596969854"/>
                  </a:ext>
                </a:extLst>
              </a:tr>
              <a:tr h="461133">
                <a:tc>
                  <a:txBody>
                    <a:bodyPr/>
                    <a:lstStyle/>
                    <a:p>
                      <a:r>
                        <a:rPr lang="en-HK" sz="2200" b="0" kern="120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HashiCorp Certified: Terraform Associate </a:t>
                      </a:r>
                      <a:endParaRPr lang="en-US" sz="1700" b="0"/>
                    </a:p>
                  </a:txBody>
                  <a:tcPr marL="86811" marR="86811" marT="43405" marB="43405"/>
                </a:tc>
                <a:tc>
                  <a:txBody>
                    <a:bodyPr/>
                    <a:lstStyle/>
                    <a:p>
                      <a:r>
                        <a:rPr lang="en-HK" sz="2200" b="0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May 2022</a:t>
                      </a:r>
                      <a:endParaRPr lang="en-US" sz="1700" b="0" dirty="0"/>
                    </a:p>
                  </a:txBody>
                  <a:tcPr marL="86811" marR="86811" marT="43405" marB="43405">
                    <a:solidFill>
                      <a:schemeClr val="accent1">
                        <a:tint val="4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384416804"/>
                  </a:ext>
                </a:extLst>
              </a:tr>
              <a:tr h="461133">
                <a:tc>
                  <a:txBody>
                    <a:bodyPr/>
                    <a:lstStyle/>
                    <a:p>
                      <a:r>
                        <a:rPr lang="en-HK" sz="2200" b="0" kern="120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DevOps Foundation Certified </a:t>
                      </a:r>
                      <a:endParaRPr lang="en-US" sz="1700" b="0"/>
                    </a:p>
                  </a:txBody>
                  <a:tcPr marL="86811" marR="86811" marT="43405" marB="43405"/>
                </a:tc>
                <a:tc>
                  <a:txBody>
                    <a:bodyPr/>
                    <a:lstStyle/>
                    <a:p>
                      <a:r>
                        <a:rPr lang="en-HK" sz="2200" b="0" kern="120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Jun 2022</a:t>
                      </a:r>
                      <a:endParaRPr lang="en-US" sz="1700" b="0"/>
                    </a:p>
                  </a:txBody>
                  <a:tcPr marL="86811" marR="86811" marT="43405" marB="43405"/>
                </a:tc>
                <a:extLst>
                  <a:ext uri="{0D108BD9-81ED-4DB2-BD59-A6C34878D82A}">
                    <a16:rowId xmlns:a16="http://schemas.microsoft.com/office/drawing/2014/main" val="1625293711"/>
                  </a:ext>
                </a:extLst>
              </a:tr>
              <a:tr h="461133">
                <a:tc>
                  <a:txBody>
                    <a:bodyPr/>
                    <a:lstStyle/>
                    <a:p>
                      <a:r>
                        <a:rPr lang="en-HK" sz="2200" b="0" kern="120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AWS Certified Cloud Practitioner </a:t>
                      </a:r>
                      <a:endParaRPr lang="en-US" sz="1700" b="0"/>
                    </a:p>
                  </a:txBody>
                  <a:tcPr marL="86811" marR="86811" marT="43405" marB="43405"/>
                </a:tc>
                <a:tc>
                  <a:txBody>
                    <a:bodyPr/>
                    <a:lstStyle/>
                    <a:p>
                      <a:r>
                        <a:rPr lang="en-HK" sz="2200" b="0" kern="120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Aug 2022</a:t>
                      </a:r>
                      <a:endParaRPr lang="en-US" sz="1700" b="0"/>
                    </a:p>
                  </a:txBody>
                  <a:tcPr marL="86811" marR="86811" marT="43405" marB="43405"/>
                </a:tc>
                <a:extLst>
                  <a:ext uri="{0D108BD9-81ED-4DB2-BD59-A6C34878D82A}">
                    <a16:rowId xmlns:a16="http://schemas.microsoft.com/office/drawing/2014/main" val="1687725871"/>
                  </a:ext>
                </a:extLst>
              </a:tr>
              <a:tr h="461133">
                <a:tc>
                  <a:txBody>
                    <a:bodyPr/>
                    <a:lstStyle/>
                    <a:p>
                      <a:r>
                        <a:rPr lang="en-HK" sz="2200" b="0" kern="120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AWS Certified Solutions Architect – Associate  </a:t>
                      </a:r>
                      <a:endParaRPr lang="en-US" sz="1700" b="0"/>
                    </a:p>
                  </a:txBody>
                  <a:tcPr marL="86811" marR="86811" marT="43405" marB="43405"/>
                </a:tc>
                <a:tc>
                  <a:txBody>
                    <a:bodyPr/>
                    <a:lstStyle/>
                    <a:p>
                      <a:r>
                        <a:rPr lang="en-HK" sz="2200" b="0" kern="120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April 2017</a:t>
                      </a:r>
                      <a:endParaRPr lang="en-US" sz="1700" b="0"/>
                    </a:p>
                  </a:txBody>
                  <a:tcPr marL="86811" marR="86811" marT="43405" marB="43405"/>
                </a:tc>
                <a:extLst>
                  <a:ext uri="{0D108BD9-81ED-4DB2-BD59-A6C34878D82A}">
                    <a16:rowId xmlns:a16="http://schemas.microsoft.com/office/drawing/2014/main" val="956483562"/>
                  </a:ext>
                </a:extLst>
              </a:tr>
              <a:tr h="461133">
                <a:tc>
                  <a:txBody>
                    <a:bodyPr/>
                    <a:lstStyle/>
                    <a:p>
                      <a:r>
                        <a:rPr lang="en-HK" sz="2200" b="0" kern="120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AWS Certified Developer – Associate </a:t>
                      </a:r>
                      <a:endParaRPr lang="en-US" sz="1700" b="0"/>
                    </a:p>
                  </a:txBody>
                  <a:tcPr marL="86811" marR="86811" marT="43405" marB="43405"/>
                </a:tc>
                <a:tc>
                  <a:txBody>
                    <a:bodyPr/>
                    <a:lstStyle/>
                    <a:p>
                      <a:r>
                        <a:rPr lang="en-HK" sz="2200" b="0" kern="120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June 2017</a:t>
                      </a:r>
                      <a:endParaRPr lang="en-US" sz="1700" b="0"/>
                    </a:p>
                  </a:txBody>
                  <a:tcPr marL="86811" marR="86811" marT="43405" marB="43405"/>
                </a:tc>
                <a:extLst>
                  <a:ext uri="{0D108BD9-81ED-4DB2-BD59-A6C34878D82A}">
                    <a16:rowId xmlns:a16="http://schemas.microsoft.com/office/drawing/2014/main" val="239616203"/>
                  </a:ext>
                </a:extLst>
              </a:tr>
              <a:tr h="461133">
                <a:tc>
                  <a:txBody>
                    <a:bodyPr/>
                    <a:lstStyle/>
                    <a:p>
                      <a:r>
                        <a:rPr lang="en-HK" sz="2200" b="0" kern="120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PRINCE2® Foundation and Practitioner </a:t>
                      </a:r>
                      <a:endParaRPr lang="en-US" sz="1700" b="0"/>
                    </a:p>
                  </a:txBody>
                  <a:tcPr marL="86811" marR="86811" marT="43405" marB="43405"/>
                </a:tc>
                <a:tc>
                  <a:txBody>
                    <a:bodyPr/>
                    <a:lstStyle/>
                    <a:p>
                      <a:r>
                        <a:rPr lang="en-HK" sz="2200" b="0" kern="120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Nov 2016</a:t>
                      </a:r>
                      <a:endParaRPr lang="en-US" sz="1700" b="0"/>
                    </a:p>
                  </a:txBody>
                  <a:tcPr marL="86811" marR="86811" marT="43405" marB="43405"/>
                </a:tc>
                <a:extLst>
                  <a:ext uri="{0D108BD9-81ED-4DB2-BD59-A6C34878D82A}">
                    <a16:rowId xmlns:a16="http://schemas.microsoft.com/office/drawing/2014/main" val="2682732277"/>
                  </a:ext>
                </a:extLst>
              </a:tr>
              <a:tr h="461133">
                <a:tc>
                  <a:txBody>
                    <a:bodyPr/>
                    <a:lstStyle/>
                    <a:p>
                      <a:r>
                        <a:rPr lang="en-HK" sz="2200" b="0" kern="120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Sun Certified Java Professional (JDK 1.6) </a:t>
                      </a:r>
                      <a:endParaRPr lang="en-US" sz="1700" b="0"/>
                    </a:p>
                  </a:txBody>
                  <a:tcPr marL="86811" marR="86811" marT="43405" marB="43405"/>
                </a:tc>
                <a:tc>
                  <a:txBody>
                    <a:bodyPr/>
                    <a:lstStyle/>
                    <a:p>
                      <a:r>
                        <a:rPr lang="en-HK" sz="2200" b="0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Jan 2010</a:t>
                      </a:r>
                      <a:r>
                        <a:rPr lang="en-HK" sz="1700" b="0" dirty="0">
                          <a:effectLst/>
                        </a:rPr>
                        <a:t> </a:t>
                      </a:r>
                      <a:endParaRPr lang="en-US" sz="1700" b="0" dirty="0"/>
                    </a:p>
                  </a:txBody>
                  <a:tcPr marL="86811" marR="86811" marT="43405" marB="43405"/>
                </a:tc>
                <a:extLst>
                  <a:ext uri="{0D108BD9-81ED-4DB2-BD59-A6C34878D82A}">
                    <a16:rowId xmlns:a16="http://schemas.microsoft.com/office/drawing/2014/main" val="1058739331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1715620815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gradFill rotWithShape="1">
          <a:gsLst>
            <a:gs pos="0">
              <a:schemeClr val="bg2">
                <a:tint val="94000"/>
                <a:satMod val="80000"/>
                <a:lumMod val="106000"/>
              </a:schemeClr>
            </a:gs>
            <a:gs pos="100000">
              <a:schemeClr val="bg2">
                <a:shade val="80000"/>
              </a:schemeClr>
            </a:gs>
          </a:gsLst>
          <a:path path="circle">
            <a:fillToRect l="43000" r="43000" b="100000"/>
          </a:path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" name="Rectangle 30">
            <a:extLst>
              <a:ext uri="{FF2B5EF4-FFF2-40B4-BE49-F238E27FC236}">
                <a16:creationId xmlns:a16="http://schemas.microsoft.com/office/drawing/2014/main" id="{0CABCAE3-64FC-4149-819F-2C181282415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2019476"/>
            <a:ext cx="12192000" cy="4105941"/>
          </a:xfrm>
          <a:prstGeom prst="rect">
            <a:avLst/>
          </a:prstGeom>
          <a:gradFill flip="none" rotWithShape="1">
            <a:gsLst>
              <a:gs pos="0">
                <a:schemeClr val="bg2">
                  <a:alpha val="0"/>
                </a:schemeClr>
              </a:gs>
              <a:gs pos="100000">
                <a:schemeClr val="bg2"/>
              </a:gs>
            </a:gsLst>
            <a:lin ang="5400000" scaled="0"/>
            <a:tileRect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pic>
        <p:nvPicPr>
          <p:cNvPr id="50" name="Picture 32">
            <a:extLst>
              <a:ext uri="{FF2B5EF4-FFF2-40B4-BE49-F238E27FC236}">
                <a16:creationId xmlns:a16="http://schemas.microsoft.com/office/drawing/2014/main" id="{012FDCFE-9AD2-4D8A-8CBF-B3AA37EBF6D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Grp="1" noRot="1" noChangeAspect="1" noMove="1" noResize="1" noEditPoints="1" noAdjustHandles="1" noChangeArrowheads="1" noChangeShapeType="1" noCrop="1"/>
          </p:cNvPic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1538" b="-1538"/>
          <a:stretch/>
        </p:blipFill>
        <p:spPr bwMode="black">
          <a:xfrm>
            <a:off x="0" y="6126480"/>
            <a:ext cx="12192000" cy="742950"/>
          </a:xfrm>
          <a:prstGeom prst="rect">
            <a:avLst/>
          </a:prstGeom>
        </p:spPr>
      </p:pic>
      <p:cxnSp>
        <p:nvCxnSpPr>
          <p:cNvPr id="51" name="Straight Connector 34">
            <a:extLst>
              <a:ext uri="{FF2B5EF4-FFF2-40B4-BE49-F238E27FC236}">
                <a16:creationId xmlns:a16="http://schemas.microsoft.com/office/drawing/2014/main" id="{FBD463FC-4CA8-4FF4-85A3-AF9F4B98D21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>
            <a:off x="0" y="6128413"/>
            <a:ext cx="12192000" cy="0"/>
          </a:xfrm>
          <a:prstGeom prst="line">
            <a:avLst/>
          </a:prstGeom>
          <a:ln w="12700">
            <a:solidFill>
              <a:srgbClr val="000001">
                <a:alpha val="20000"/>
              </a:srgb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2" name="Straight Connector 36">
            <a:extLst>
              <a:ext uri="{FF2B5EF4-FFF2-40B4-BE49-F238E27FC236}">
                <a16:creationId xmlns:a16="http://schemas.microsoft.com/office/drawing/2014/main" id="{BECF35C3-8B44-4F4B-BD25-4C01823DB22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>
            <a:off x="2417780" y="3528542"/>
            <a:ext cx="8637072" cy="0"/>
          </a:xfrm>
          <a:prstGeom prst="line">
            <a:avLst/>
          </a:prstGeom>
          <a:ln w="31750"/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  <p:sp useBgFill="1">
        <p:nvSpPr>
          <p:cNvPr id="53" name="Rectangle 38">
            <a:extLst>
              <a:ext uri="{FF2B5EF4-FFF2-40B4-BE49-F238E27FC236}">
                <a16:creationId xmlns:a16="http://schemas.microsoft.com/office/drawing/2014/main" id="{8BC298DB-2D5C-40A1-9A78-6B4A12198A9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2" y="0"/>
            <a:ext cx="12191695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4" name="Rectangle 40">
            <a:extLst>
              <a:ext uri="{FF2B5EF4-FFF2-40B4-BE49-F238E27FC236}">
                <a16:creationId xmlns:a16="http://schemas.microsoft.com/office/drawing/2014/main" id="{35C2355B-7CE9-4192-9142-A41CA0A0C08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2019476"/>
            <a:ext cx="12192000" cy="4105941"/>
          </a:xfrm>
          <a:prstGeom prst="rect">
            <a:avLst/>
          </a:prstGeom>
          <a:gradFill flip="none" rotWithShape="1">
            <a:gsLst>
              <a:gs pos="0">
                <a:schemeClr val="bg2">
                  <a:alpha val="0"/>
                </a:schemeClr>
              </a:gs>
              <a:gs pos="100000">
                <a:schemeClr val="bg2"/>
              </a:gs>
            </a:gsLst>
            <a:lin ang="5400000" scaled="0"/>
            <a:tileRect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23EAC578-F1CF-676F-50A0-D8C1BB1C7EE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585200" y="967167"/>
            <a:ext cx="4151306" cy="2374516"/>
          </a:xfrm>
        </p:spPr>
        <p:txBody>
          <a:bodyPr vert="horz" lIns="91440" tIns="45720" rIns="91440" bIns="0" rtlCol="0" anchor="b">
            <a:normAutofit/>
          </a:bodyPr>
          <a:lstStyle/>
          <a:p>
            <a:r>
              <a:rPr lang="en-US" sz="4800"/>
              <a:t>Q &amp; A</a:t>
            </a:r>
          </a:p>
        </p:txBody>
      </p:sp>
      <p:pic>
        <p:nvPicPr>
          <p:cNvPr id="7" name="Graphic 6" descr="Questions">
            <a:extLst>
              <a:ext uri="{FF2B5EF4-FFF2-40B4-BE49-F238E27FC236}">
                <a16:creationId xmlns:a16="http://schemas.microsoft.com/office/drawing/2014/main" id="{37CF44D8-6ED7-B297-144D-6B387B0A3252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1279869" y="805583"/>
            <a:ext cx="4660762" cy="4660762"/>
          </a:xfrm>
          <a:prstGeom prst="rect">
            <a:avLst/>
          </a:prstGeom>
        </p:spPr>
      </p:pic>
      <p:cxnSp>
        <p:nvCxnSpPr>
          <p:cNvPr id="55" name="Straight Connector 42">
            <a:extLst>
              <a:ext uri="{FF2B5EF4-FFF2-40B4-BE49-F238E27FC236}">
                <a16:creationId xmlns:a16="http://schemas.microsoft.com/office/drawing/2014/main" id="{06D05ED8-39E4-42F8-92CB-704C2BD0D21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>
            <a:off x="6579647" y="3526496"/>
            <a:ext cx="4149931" cy="0"/>
          </a:xfrm>
          <a:prstGeom prst="line">
            <a:avLst/>
          </a:prstGeom>
          <a:ln w="31750"/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  <p:pic>
        <p:nvPicPr>
          <p:cNvPr id="56" name="Picture 44">
            <a:extLst>
              <a:ext uri="{FF2B5EF4-FFF2-40B4-BE49-F238E27FC236}">
                <a16:creationId xmlns:a16="http://schemas.microsoft.com/office/drawing/2014/main" id="{45CE2E7C-6AA3-4710-825D-4CDDF788C7B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Grp="1" noRot="1" noChangeAspect="1" noMove="1" noResize="1" noEditPoints="1" noAdjustHandles="1" noChangeArrowheads="1" noChangeShapeType="1" noCrop="1"/>
          </p:cNvPic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1538" b="-1538"/>
          <a:stretch/>
        </p:blipFill>
        <p:spPr bwMode="black">
          <a:xfrm>
            <a:off x="0" y="6126480"/>
            <a:ext cx="12192000" cy="742950"/>
          </a:xfrm>
          <a:prstGeom prst="rect">
            <a:avLst/>
          </a:prstGeom>
        </p:spPr>
      </p:pic>
      <p:cxnSp>
        <p:nvCxnSpPr>
          <p:cNvPr id="57" name="Straight Connector 46">
            <a:extLst>
              <a:ext uri="{FF2B5EF4-FFF2-40B4-BE49-F238E27FC236}">
                <a16:creationId xmlns:a16="http://schemas.microsoft.com/office/drawing/2014/main" id="{3256C6C3-0EDC-4651-AB37-9F26CFAA6C8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>
            <a:off x="0" y="6128413"/>
            <a:ext cx="12192000" cy="0"/>
          </a:xfrm>
          <a:prstGeom prst="line">
            <a:avLst/>
          </a:prstGeom>
          <a:ln w="12700">
            <a:solidFill>
              <a:srgbClr val="000001">
                <a:alpha val="20000"/>
              </a:srgb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504991603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gradFill rotWithShape="1">
          <a:gsLst>
            <a:gs pos="0">
              <a:schemeClr val="bg2">
                <a:tint val="94000"/>
                <a:satMod val="80000"/>
                <a:lumMod val="106000"/>
              </a:schemeClr>
            </a:gs>
            <a:gs pos="100000">
              <a:schemeClr val="bg2">
                <a:shade val="80000"/>
              </a:schemeClr>
            </a:gs>
          </a:gsLst>
          <a:path path="circle">
            <a:fillToRect l="43000" r="43000" b="100000"/>
          </a:path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" name="Rectangle 10">
            <a:extLst>
              <a:ext uri="{FF2B5EF4-FFF2-40B4-BE49-F238E27FC236}">
                <a16:creationId xmlns:a16="http://schemas.microsoft.com/office/drawing/2014/main" id="{0CABCAE3-64FC-4149-819F-2C181282415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2019476"/>
            <a:ext cx="12192000" cy="4105941"/>
          </a:xfrm>
          <a:prstGeom prst="rect">
            <a:avLst/>
          </a:prstGeom>
          <a:gradFill flip="none" rotWithShape="1">
            <a:gsLst>
              <a:gs pos="0">
                <a:schemeClr val="bg2">
                  <a:alpha val="0"/>
                </a:schemeClr>
              </a:gs>
              <a:gs pos="100000">
                <a:schemeClr val="bg2"/>
              </a:gs>
            </a:gsLst>
            <a:lin ang="5400000" scaled="0"/>
            <a:tileRect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pic>
        <p:nvPicPr>
          <p:cNvPr id="30" name="Picture 12">
            <a:extLst>
              <a:ext uri="{FF2B5EF4-FFF2-40B4-BE49-F238E27FC236}">
                <a16:creationId xmlns:a16="http://schemas.microsoft.com/office/drawing/2014/main" id="{012FDCFE-9AD2-4D8A-8CBF-B3AA37EBF6D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Grp="1" noRot="1" noChangeAspect="1" noMove="1" noResize="1" noEditPoints="1" noAdjustHandles="1" noChangeArrowheads="1" noChangeShapeType="1" noCrop="1"/>
          </p:cNvPic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1538" b="-1538"/>
          <a:stretch/>
        </p:blipFill>
        <p:spPr bwMode="black">
          <a:xfrm>
            <a:off x="0" y="6126480"/>
            <a:ext cx="12192000" cy="742950"/>
          </a:xfrm>
          <a:prstGeom prst="rect">
            <a:avLst/>
          </a:prstGeom>
        </p:spPr>
      </p:pic>
      <p:cxnSp>
        <p:nvCxnSpPr>
          <p:cNvPr id="31" name="Straight Connector 14">
            <a:extLst>
              <a:ext uri="{FF2B5EF4-FFF2-40B4-BE49-F238E27FC236}">
                <a16:creationId xmlns:a16="http://schemas.microsoft.com/office/drawing/2014/main" id="{FBD463FC-4CA8-4FF4-85A3-AF9F4B98D21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>
            <a:off x="0" y="6128413"/>
            <a:ext cx="12192000" cy="0"/>
          </a:xfrm>
          <a:prstGeom prst="line">
            <a:avLst/>
          </a:prstGeom>
          <a:ln w="12700">
            <a:solidFill>
              <a:srgbClr val="000001">
                <a:alpha val="20000"/>
              </a:srgb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2" name="Straight Connector 16">
            <a:extLst>
              <a:ext uri="{FF2B5EF4-FFF2-40B4-BE49-F238E27FC236}">
                <a16:creationId xmlns:a16="http://schemas.microsoft.com/office/drawing/2014/main" id="{BECF35C3-8B44-4F4B-BD25-4C01823DB22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>
            <a:off x="2417780" y="3528542"/>
            <a:ext cx="8637072" cy="0"/>
          </a:xfrm>
          <a:prstGeom prst="line">
            <a:avLst/>
          </a:prstGeom>
          <a:ln w="31750"/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  <p:sp useBgFill="1">
        <p:nvSpPr>
          <p:cNvPr id="33" name="Rectangle 18">
            <a:extLst>
              <a:ext uri="{FF2B5EF4-FFF2-40B4-BE49-F238E27FC236}">
                <a16:creationId xmlns:a16="http://schemas.microsoft.com/office/drawing/2014/main" id="{8BC298DB-2D5C-40A1-9A78-6B4A12198A9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2" y="0"/>
            <a:ext cx="12191695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4" name="Rectangle 20">
            <a:extLst>
              <a:ext uri="{FF2B5EF4-FFF2-40B4-BE49-F238E27FC236}">
                <a16:creationId xmlns:a16="http://schemas.microsoft.com/office/drawing/2014/main" id="{35C2355B-7CE9-4192-9142-A41CA0A0C08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2019476"/>
            <a:ext cx="12192000" cy="4105941"/>
          </a:xfrm>
          <a:prstGeom prst="rect">
            <a:avLst/>
          </a:prstGeom>
          <a:gradFill flip="none" rotWithShape="1">
            <a:gsLst>
              <a:gs pos="0">
                <a:schemeClr val="bg2">
                  <a:alpha val="0"/>
                </a:schemeClr>
              </a:gs>
              <a:gs pos="100000">
                <a:schemeClr val="bg2"/>
              </a:gs>
            </a:gsLst>
            <a:lin ang="5400000" scaled="0"/>
            <a:tileRect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23EAC578-F1CF-676F-50A0-D8C1BB1C7EE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585200" y="967167"/>
            <a:ext cx="4151306" cy="2374516"/>
          </a:xfrm>
        </p:spPr>
        <p:txBody>
          <a:bodyPr vert="horz" lIns="91440" tIns="45720" rIns="91440" bIns="0" rtlCol="0" anchor="b">
            <a:normAutofit/>
          </a:bodyPr>
          <a:lstStyle/>
          <a:p>
            <a:r>
              <a:rPr lang="en-US" sz="4800" dirty="0"/>
              <a:t>Thank you!</a:t>
            </a:r>
          </a:p>
        </p:txBody>
      </p:sp>
      <p:pic>
        <p:nvPicPr>
          <p:cNvPr id="6" name="Graphic 5" descr="Handshake">
            <a:extLst>
              <a:ext uri="{FF2B5EF4-FFF2-40B4-BE49-F238E27FC236}">
                <a16:creationId xmlns:a16="http://schemas.microsoft.com/office/drawing/2014/main" id="{4540F5CE-27DD-9706-9D80-0DE6F706DE9A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1279869" y="805583"/>
            <a:ext cx="4660762" cy="4660762"/>
          </a:xfrm>
          <a:prstGeom prst="rect">
            <a:avLst/>
          </a:prstGeom>
        </p:spPr>
      </p:pic>
      <p:cxnSp>
        <p:nvCxnSpPr>
          <p:cNvPr id="35" name="Straight Connector 22">
            <a:extLst>
              <a:ext uri="{FF2B5EF4-FFF2-40B4-BE49-F238E27FC236}">
                <a16:creationId xmlns:a16="http://schemas.microsoft.com/office/drawing/2014/main" id="{06D05ED8-39E4-42F8-92CB-704C2BD0D21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>
            <a:off x="6579647" y="3526496"/>
            <a:ext cx="4149931" cy="0"/>
          </a:xfrm>
          <a:prstGeom prst="line">
            <a:avLst/>
          </a:prstGeom>
          <a:ln w="31750"/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  <p:pic>
        <p:nvPicPr>
          <p:cNvPr id="36" name="Picture 24">
            <a:extLst>
              <a:ext uri="{FF2B5EF4-FFF2-40B4-BE49-F238E27FC236}">
                <a16:creationId xmlns:a16="http://schemas.microsoft.com/office/drawing/2014/main" id="{45CE2E7C-6AA3-4710-825D-4CDDF788C7B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Grp="1" noRot="1" noChangeAspect="1" noMove="1" noResize="1" noEditPoints="1" noAdjustHandles="1" noChangeArrowheads="1" noChangeShapeType="1" noCrop="1"/>
          </p:cNvPic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1538" b="-1538"/>
          <a:stretch/>
        </p:blipFill>
        <p:spPr bwMode="black">
          <a:xfrm>
            <a:off x="0" y="6126480"/>
            <a:ext cx="12192000" cy="742950"/>
          </a:xfrm>
          <a:prstGeom prst="rect">
            <a:avLst/>
          </a:prstGeom>
        </p:spPr>
      </p:pic>
      <p:cxnSp>
        <p:nvCxnSpPr>
          <p:cNvPr id="37" name="Straight Connector 26">
            <a:extLst>
              <a:ext uri="{FF2B5EF4-FFF2-40B4-BE49-F238E27FC236}">
                <a16:creationId xmlns:a16="http://schemas.microsoft.com/office/drawing/2014/main" id="{3256C6C3-0EDC-4651-AB37-9F26CFAA6C8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>
            <a:off x="0" y="6128413"/>
            <a:ext cx="12192000" cy="0"/>
          </a:xfrm>
          <a:prstGeom prst="line">
            <a:avLst/>
          </a:prstGeom>
          <a:ln w="12700">
            <a:solidFill>
              <a:srgbClr val="000001">
                <a:alpha val="20000"/>
              </a:srgb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45390428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withEffect">
                                  <p:stCondLst>
                                    <p:cond delay="500"/>
                                  </p:stCondLst>
                                  <p:iterate>
                                    <p:tmPct val="10000"/>
                                  </p:iterate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7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grpId="0" nodeType="withEffect">
                                  <p:stCondLst>
                                    <p:cond delay="1000"/>
                                  </p:stCondLst>
                                  <p:iterate type="lt">
                                    <p:tmPct val="10000"/>
                                  </p:iterate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4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/>
    </p:bld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gradFill rotWithShape="1">
          <a:gsLst>
            <a:gs pos="0">
              <a:schemeClr val="bg2">
                <a:tint val="94000"/>
                <a:satMod val="80000"/>
                <a:lumMod val="106000"/>
              </a:schemeClr>
            </a:gs>
            <a:gs pos="100000">
              <a:schemeClr val="bg2">
                <a:shade val="80000"/>
              </a:schemeClr>
            </a:gs>
          </a:gsLst>
          <a:path path="circle">
            <a:fillToRect l="50000" t="50000" r="50000" b="50000"/>
          </a:path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" name="Rectangle 32">
            <a:extLst>
              <a:ext uri="{FF2B5EF4-FFF2-40B4-BE49-F238E27FC236}">
                <a16:creationId xmlns:a16="http://schemas.microsoft.com/office/drawing/2014/main" id="{23522FE7-5A29-4EF6-B1EF-2CA55748A77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2019476"/>
            <a:ext cx="12192000" cy="4105941"/>
          </a:xfrm>
          <a:prstGeom prst="rect">
            <a:avLst/>
          </a:prstGeom>
          <a:gradFill flip="none" rotWithShape="1">
            <a:gsLst>
              <a:gs pos="0">
                <a:schemeClr val="bg2">
                  <a:alpha val="0"/>
                </a:schemeClr>
              </a:gs>
              <a:gs pos="100000">
                <a:schemeClr val="bg2"/>
              </a:gs>
            </a:gsLst>
            <a:lin ang="5400000" scaled="0"/>
            <a:tileRect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pic>
        <p:nvPicPr>
          <p:cNvPr id="35" name="Picture 34">
            <a:extLst>
              <a:ext uri="{FF2B5EF4-FFF2-40B4-BE49-F238E27FC236}">
                <a16:creationId xmlns:a16="http://schemas.microsoft.com/office/drawing/2014/main" id="{C2192E09-EBC7-416C-B887-DFF915D7F43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Grp="1" noRot="1" noChangeAspect="1" noMove="1" noResize="1" noEditPoints="1" noAdjustHandles="1" noChangeArrowheads="1" noChangeShapeType="1" noCrop="1"/>
          </p:cNvPic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1538" b="-1538"/>
          <a:stretch/>
        </p:blipFill>
        <p:spPr bwMode="black">
          <a:xfrm>
            <a:off x="0" y="6126480"/>
            <a:ext cx="12192000" cy="742950"/>
          </a:xfrm>
          <a:prstGeom prst="rect">
            <a:avLst/>
          </a:prstGeom>
        </p:spPr>
      </p:pic>
      <p:cxnSp>
        <p:nvCxnSpPr>
          <p:cNvPr id="37" name="Straight Connector 36">
            <a:extLst>
              <a:ext uri="{FF2B5EF4-FFF2-40B4-BE49-F238E27FC236}">
                <a16:creationId xmlns:a16="http://schemas.microsoft.com/office/drawing/2014/main" id="{2924498D-E084-44BE-A196-CFCE3556435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>
            <a:off x="0" y="6128413"/>
            <a:ext cx="12192000" cy="0"/>
          </a:xfrm>
          <a:prstGeom prst="line">
            <a:avLst/>
          </a:prstGeom>
          <a:ln w="12700">
            <a:solidFill>
              <a:srgbClr val="000001">
                <a:alpha val="20000"/>
              </a:srgb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9" name="Straight Connector 38">
            <a:extLst>
              <a:ext uri="{FF2B5EF4-FFF2-40B4-BE49-F238E27FC236}">
                <a16:creationId xmlns:a16="http://schemas.microsoft.com/office/drawing/2014/main" id="{3BBC7667-C352-4842-9AFD-E5C16AD002F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>
            <a:off x="2417780" y="3528542"/>
            <a:ext cx="8637072" cy="0"/>
          </a:xfrm>
          <a:prstGeom prst="line">
            <a:avLst/>
          </a:prstGeom>
          <a:ln w="31750"/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  <p:sp useBgFill="1">
        <p:nvSpPr>
          <p:cNvPr id="41" name="Rectangle 40">
            <a:extLst>
              <a:ext uri="{FF2B5EF4-FFF2-40B4-BE49-F238E27FC236}">
                <a16:creationId xmlns:a16="http://schemas.microsoft.com/office/drawing/2014/main" id="{F8454B2E-D2DB-42C2-A224-BCEC47B8646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2" y="0"/>
            <a:ext cx="12191695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3" name="Rectangle 42">
            <a:extLst>
              <a:ext uri="{FF2B5EF4-FFF2-40B4-BE49-F238E27FC236}">
                <a16:creationId xmlns:a16="http://schemas.microsoft.com/office/drawing/2014/main" id="{08B61146-1CF0-40E1-B66E-C22BD9207E3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2019476"/>
            <a:ext cx="12192000" cy="4105941"/>
          </a:xfrm>
          <a:prstGeom prst="rect">
            <a:avLst/>
          </a:prstGeom>
          <a:gradFill flip="none" rotWithShape="1">
            <a:gsLst>
              <a:gs pos="0">
                <a:schemeClr val="bg2">
                  <a:alpha val="0"/>
                </a:schemeClr>
              </a:gs>
              <a:gs pos="100000">
                <a:schemeClr val="bg2"/>
              </a:gs>
            </a:gsLst>
            <a:lin ang="5400000" scaled="0"/>
            <a:tileRect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en-US"/>
          </a:p>
        </p:txBody>
      </p:sp>
      <p:sp>
        <p:nvSpPr>
          <p:cNvPr id="3" name="Title 1">
            <a:extLst>
              <a:ext uri="{FF2B5EF4-FFF2-40B4-BE49-F238E27FC236}">
                <a16:creationId xmlns:a16="http://schemas.microsoft.com/office/drawing/2014/main" id="{EB40FA14-D353-726C-AC9F-4373B2A14695}"/>
              </a:ext>
            </a:extLst>
          </p:cNvPr>
          <p:cNvSpPr txBox="1">
            <a:spLocks/>
          </p:cNvSpPr>
          <p:nvPr/>
        </p:nvSpPr>
        <p:spPr>
          <a:xfrm>
            <a:off x="1964987" y="802298"/>
            <a:ext cx="9089865" cy="3822329"/>
          </a:xfrm>
          <a:prstGeom prst="rect">
            <a:avLst/>
          </a:prstGeom>
        </p:spPr>
        <p:txBody>
          <a:bodyPr vert="horz" lIns="91440" tIns="45720" rIns="91440" bIns="0" rtlCol="0" anchor="b">
            <a:normAutofit/>
          </a:bodyPr>
          <a:lstStyle>
            <a:lvl1pPr defTabSz="914400">
              <a:lnSpc>
                <a:spcPct val="90000"/>
              </a:lnSpc>
              <a:spcBef>
                <a:spcPct val="0"/>
              </a:spcBef>
              <a:buNone/>
              <a:defRPr sz="3200" b="0" i="0" cap="all">
                <a:effectLst/>
                <a:latin typeface="+mj-lt"/>
                <a:ea typeface="+mj-ea"/>
                <a:cs typeface="+mj-cs"/>
              </a:defRPr>
            </a:lvl1pPr>
          </a:lstStyle>
          <a:p>
            <a:pPr>
              <a:spcAft>
                <a:spcPts val="600"/>
              </a:spcAft>
            </a:pPr>
            <a:r>
              <a:rPr lang="en-US" sz="6600"/>
              <a:t>The End</a:t>
            </a:r>
          </a:p>
        </p:txBody>
      </p:sp>
      <p:cxnSp>
        <p:nvCxnSpPr>
          <p:cNvPr id="45" name="Straight Connector 44">
            <a:extLst>
              <a:ext uri="{FF2B5EF4-FFF2-40B4-BE49-F238E27FC236}">
                <a16:creationId xmlns:a16="http://schemas.microsoft.com/office/drawing/2014/main" id="{7AE5065C-30A9-480A-9E93-74CC1490293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>
            <a:off x="1776728" y="4735528"/>
            <a:ext cx="8643010" cy="0"/>
          </a:xfrm>
          <a:prstGeom prst="line">
            <a:avLst/>
          </a:prstGeom>
          <a:ln w="31750"/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  <p:pic>
        <p:nvPicPr>
          <p:cNvPr id="47" name="Picture 46">
            <a:extLst>
              <a:ext uri="{FF2B5EF4-FFF2-40B4-BE49-F238E27FC236}">
                <a16:creationId xmlns:a16="http://schemas.microsoft.com/office/drawing/2014/main" id="{2F948680-1810-4961-805C-D0C28E7E93E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Grp="1" noRot="1" noChangeAspect="1" noMove="1" noResize="1" noEditPoints="1" noAdjustHandles="1" noChangeArrowheads="1" noChangeShapeType="1" noCrop="1"/>
          </p:cNvPic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1538" b="-1538"/>
          <a:stretch/>
        </p:blipFill>
        <p:spPr bwMode="black">
          <a:xfrm>
            <a:off x="0" y="6126480"/>
            <a:ext cx="12192000" cy="74295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46762802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withEffect">
                                  <p:stCondLst>
                                    <p:cond delay="1000"/>
                                  </p:stCondLst>
                                  <p:iterate type="lt">
                                    <p:tmPct val="10000"/>
                                  </p:iterate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4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/>
    </p:bldLst>
  </p:timing>
</p:sld>
</file>

<file path=ppt/theme/theme1.xml><?xml version="1.0" encoding="utf-8"?>
<a:theme xmlns:a="http://schemas.openxmlformats.org/drawingml/2006/main" name="Gallery">
  <a:themeElements>
    <a:clrScheme name="Gallery">
      <a:dk1>
        <a:sysClr val="windowText" lastClr="000000"/>
      </a:dk1>
      <a:lt1>
        <a:sysClr val="window" lastClr="FFFFFF"/>
      </a:lt1>
      <a:dk2>
        <a:srgbClr val="454545"/>
      </a:dk2>
      <a:lt2>
        <a:srgbClr val="DFDBD5"/>
      </a:lt2>
      <a:accent1>
        <a:srgbClr val="B71E42"/>
      </a:accent1>
      <a:accent2>
        <a:srgbClr val="DE478E"/>
      </a:accent2>
      <a:accent3>
        <a:srgbClr val="BC72F0"/>
      </a:accent3>
      <a:accent4>
        <a:srgbClr val="795FAF"/>
      </a:accent4>
      <a:accent5>
        <a:srgbClr val="586EA6"/>
      </a:accent5>
      <a:accent6>
        <a:srgbClr val="6892A0"/>
      </a:accent6>
      <a:hlink>
        <a:srgbClr val="FA2B5C"/>
      </a:hlink>
      <a:folHlink>
        <a:srgbClr val="BC658E"/>
      </a:folHlink>
    </a:clrScheme>
    <a:fontScheme name="Gallery">
      <a:majorFont>
        <a:latin typeface="Gill Sans MT" panose="020B0502020104020203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Gill Sans MT" panose="020B0502020104020203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Gallery">
      <a:fillStyleLst>
        <a:solidFill>
          <a:schemeClr val="phClr"/>
        </a:solidFill>
        <a:gradFill rotWithShape="1">
          <a:gsLst>
            <a:gs pos="0">
              <a:schemeClr val="phClr">
                <a:tint val="54000"/>
                <a:alpha val="100000"/>
                <a:satMod val="105000"/>
                <a:lumMod val="110000"/>
              </a:schemeClr>
            </a:gs>
            <a:gs pos="100000">
              <a:schemeClr val="phClr">
                <a:tint val="78000"/>
                <a:alpha val="92000"/>
                <a:satMod val="109000"/>
                <a:lumMod val="100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8000"/>
                <a:satMod val="110000"/>
                <a:lumMod val="104000"/>
              </a:schemeClr>
            </a:gs>
            <a:gs pos="69000">
              <a:schemeClr val="phClr">
                <a:shade val="88000"/>
                <a:satMod val="130000"/>
                <a:lumMod val="92000"/>
              </a:schemeClr>
            </a:gs>
            <a:gs pos="100000">
              <a:schemeClr val="phClr">
                <a:shade val="78000"/>
                <a:satMod val="130000"/>
                <a:lumMod val="92000"/>
              </a:schemeClr>
            </a:gs>
          </a:gsLst>
          <a:lin ang="5400000" scaled="0"/>
        </a:gradFill>
      </a:fillStyleLst>
      <a:lnStyleLst>
        <a:ln w="9525" cap="flat" cmpd="sng" algn="ctr">
          <a:solidFill>
            <a:schemeClr val="phClr"/>
          </a:solidFill>
          <a:prstDash val="solid"/>
        </a:ln>
        <a:ln w="15875" cap="flat" cmpd="sng" algn="ctr">
          <a:solidFill>
            <a:schemeClr val="phClr"/>
          </a:solidFill>
          <a:prstDash val="solid"/>
        </a:ln>
        <a:ln w="22225" cap="flat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0800" dist="50800" dir="5400000" sx="96000" sy="96000" rotWithShape="0">
              <a:srgbClr val="000000">
                <a:alpha val="48000"/>
              </a:srgbClr>
            </a:outerShdw>
          </a:effectLst>
          <a:scene3d>
            <a:camera prst="orthographicFront">
              <a:rot lat="0" lon="0" rev="0"/>
            </a:camera>
            <a:lightRig rig="balanced" dir="t">
              <a:rot lat="0" lon="0" rev="1080000"/>
            </a:lightRig>
          </a:scene3d>
          <a:sp3d>
            <a:bevelT w="38100" h="12700" prst="softRound"/>
          </a:sp3d>
        </a:effectStyle>
      </a:effectStyleLst>
      <a:bgFillStyleLst>
        <a:solidFill>
          <a:schemeClr val="phClr"/>
        </a:solidFill>
        <a:solidFill>
          <a:schemeClr val="phClr"/>
        </a:solidFill>
        <a:gradFill rotWithShape="1">
          <a:gsLst>
            <a:gs pos="0">
              <a:schemeClr val="phClr">
                <a:tint val="94000"/>
                <a:satMod val="80000"/>
                <a:lumMod val="106000"/>
              </a:schemeClr>
            </a:gs>
            <a:gs pos="100000">
              <a:schemeClr val="phClr">
                <a:shade val="8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Gallery" id="{BBFCD31E-59A1-489D-B089-A3EAD7CAE12E}" vid="{F5E91637-A7B6-4E27-B710-77DA7014EE1E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154</TotalTime>
  <Words>1123</Words>
  <Application>Microsoft Macintosh PowerPoint</Application>
  <PresentationFormat>Widescreen</PresentationFormat>
  <Paragraphs>107</Paragraphs>
  <Slides>12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12</vt:i4>
      </vt:variant>
    </vt:vector>
  </HeadingPairs>
  <TitlesOfParts>
    <vt:vector size="16" baseType="lpstr">
      <vt:lpstr>Arial</vt:lpstr>
      <vt:lpstr>Avenir Next LT Pro</vt:lpstr>
      <vt:lpstr>Gill Sans MT</vt:lpstr>
      <vt:lpstr>Gallery</vt:lpstr>
      <vt:lpstr>Mayank Chugh</vt:lpstr>
      <vt:lpstr>Agenda</vt:lpstr>
      <vt:lpstr>Intro </vt:lpstr>
      <vt:lpstr>Key Skills</vt:lpstr>
      <vt:lpstr>Technical Skills</vt:lpstr>
      <vt:lpstr>PROFESSIONAL EXPERIENCE</vt:lpstr>
      <vt:lpstr>PROFESSIONAL EXPERIENCE</vt:lpstr>
      <vt:lpstr>Academic Education</vt:lpstr>
      <vt:lpstr>Professional Certification</vt:lpstr>
      <vt:lpstr>Q &amp; A</vt:lpstr>
      <vt:lpstr>Thank you!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Mayank Chugh</dc:title>
  <dc:creator>Mayank Chugh</dc:creator>
  <cp:lastModifiedBy>Mayank Chugh</cp:lastModifiedBy>
  <cp:revision>15</cp:revision>
  <dcterms:created xsi:type="dcterms:W3CDTF">2022-08-17T05:46:37Z</dcterms:created>
  <dcterms:modified xsi:type="dcterms:W3CDTF">2022-08-17T09:05:06Z</dcterms:modified>
</cp:coreProperties>
</file>