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1039475" cy="1135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9"/>
    <p:restoredTop sz="94767"/>
  </p:normalViewPr>
  <p:slideViewPr>
    <p:cSldViewPr snapToGrid="0">
      <p:cViewPr varScale="1">
        <p:scale>
          <a:sx n="107" d="100"/>
          <a:sy n="107" d="100"/>
        </p:scale>
        <p:origin x="160" y="2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9935" y="185762"/>
            <a:ext cx="8279606" cy="395170"/>
          </a:xfrm>
        </p:spPr>
        <p:txBody>
          <a:bodyPr anchor="b"/>
          <a:lstStyle>
            <a:lvl1pPr algn="ctr">
              <a:defRPr sz="99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9935" y="596171"/>
            <a:ext cx="8279606" cy="274044"/>
          </a:xfrm>
        </p:spPr>
        <p:txBody>
          <a:bodyPr/>
          <a:lstStyle>
            <a:lvl1pPr marL="0" indent="0" algn="ctr">
              <a:buNone/>
              <a:defRPr sz="397"/>
            </a:lvl1pPr>
            <a:lvl2pPr marL="75667" indent="0" algn="ctr">
              <a:buNone/>
              <a:defRPr sz="331"/>
            </a:lvl2pPr>
            <a:lvl3pPr marL="151333" indent="0" algn="ctr">
              <a:buNone/>
              <a:defRPr sz="298"/>
            </a:lvl3pPr>
            <a:lvl4pPr marL="227000" indent="0" algn="ctr">
              <a:buNone/>
              <a:defRPr sz="265"/>
            </a:lvl4pPr>
            <a:lvl5pPr marL="302666" indent="0" algn="ctr">
              <a:buNone/>
              <a:defRPr sz="265"/>
            </a:lvl5pPr>
            <a:lvl6pPr marL="378333" indent="0" algn="ctr">
              <a:buNone/>
              <a:defRPr sz="265"/>
            </a:lvl6pPr>
            <a:lvl7pPr marL="454000" indent="0" algn="ctr">
              <a:buNone/>
              <a:defRPr sz="265"/>
            </a:lvl7pPr>
            <a:lvl8pPr marL="529666" indent="0" algn="ctr">
              <a:buNone/>
              <a:defRPr sz="265"/>
            </a:lvl8pPr>
            <a:lvl9pPr marL="605333" indent="0" algn="ctr">
              <a:buNone/>
              <a:defRPr sz="265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82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96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3214" y="282977"/>
            <a:ext cx="9521547" cy="472155"/>
          </a:xfrm>
        </p:spPr>
        <p:txBody>
          <a:bodyPr anchor="b"/>
          <a:lstStyle>
            <a:lvl1pPr>
              <a:defRPr sz="99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3214" y="759599"/>
            <a:ext cx="9521547" cy="248295"/>
          </a:xfrm>
        </p:spPr>
        <p:txBody>
          <a:bodyPr/>
          <a:lstStyle>
            <a:lvl1pPr marL="0" indent="0">
              <a:buNone/>
              <a:defRPr sz="397">
                <a:solidFill>
                  <a:schemeClr val="tx1">
                    <a:tint val="82000"/>
                  </a:schemeClr>
                </a:solidFill>
              </a:defRPr>
            </a:lvl1pPr>
            <a:lvl2pPr marL="75667" indent="0">
              <a:buNone/>
              <a:defRPr sz="331">
                <a:solidFill>
                  <a:schemeClr val="tx1">
                    <a:tint val="82000"/>
                  </a:schemeClr>
                </a:solidFill>
              </a:defRPr>
            </a:lvl2pPr>
            <a:lvl3pPr marL="151333" indent="0">
              <a:buNone/>
              <a:defRPr sz="298">
                <a:solidFill>
                  <a:schemeClr val="tx1">
                    <a:tint val="82000"/>
                  </a:schemeClr>
                </a:solidFill>
              </a:defRPr>
            </a:lvl3pPr>
            <a:lvl4pPr marL="227000" indent="0">
              <a:buNone/>
              <a:defRPr sz="265">
                <a:solidFill>
                  <a:schemeClr val="tx1">
                    <a:tint val="82000"/>
                  </a:schemeClr>
                </a:solidFill>
              </a:defRPr>
            </a:lvl4pPr>
            <a:lvl5pPr marL="302666" indent="0">
              <a:buNone/>
              <a:defRPr sz="265">
                <a:solidFill>
                  <a:schemeClr val="tx1">
                    <a:tint val="82000"/>
                  </a:schemeClr>
                </a:solidFill>
              </a:defRPr>
            </a:lvl5pPr>
            <a:lvl6pPr marL="378333" indent="0">
              <a:buNone/>
              <a:defRPr sz="265">
                <a:solidFill>
                  <a:schemeClr val="tx1">
                    <a:tint val="82000"/>
                  </a:schemeClr>
                </a:solidFill>
              </a:defRPr>
            </a:lvl6pPr>
            <a:lvl7pPr marL="454000" indent="0">
              <a:buNone/>
              <a:defRPr sz="265">
                <a:solidFill>
                  <a:schemeClr val="tx1">
                    <a:tint val="82000"/>
                  </a:schemeClr>
                </a:solidFill>
              </a:defRPr>
            </a:lvl7pPr>
            <a:lvl8pPr marL="529666" indent="0">
              <a:buNone/>
              <a:defRPr sz="265">
                <a:solidFill>
                  <a:schemeClr val="tx1">
                    <a:tint val="82000"/>
                  </a:schemeClr>
                </a:solidFill>
              </a:defRPr>
            </a:lvl8pPr>
            <a:lvl9pPr marL="605333" indent="0">
              <a:buNone/>
              <a:defRPr sz="26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9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964" y="302158"/>
            <a:ext cx="4691777" cy="72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8734" y="302158"/>
            <a:ext cx="4691777" cy="7201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2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02" y="60432"/>
            <a:ext cx="9521547" cy="21939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402" y="278248"/>
            <a:ext cx="4670215" cy="136365"/>
          </a:xfrm>
        </p:spPr>
        <p:txBody>
          <a:bodyPr anchor="b"/>
          <a:lstStyle>
            <a:lvl1pPr marL="0" indent="0">
              <a:buNone/>
              <a:defRPr sz="397" b="1"/>
            </a:lvl1pPr>
            <a:lvl2pPr marL="75667" indent="0">
              <a:buNone/>
              <a:defRPr sz="331" b="1"/>
            </a:lvl2pPr>
            <a:lvl3pPr marL="151333" indent="0">
              <a:buNone/>
              <a:defRPr sz="298" b="1"/>
            </a:lvl3pPr>
            <a:lvl4pPr marL="227000" indent="0">
              <a:buNone/>
              <a:defRPr sz="265" b="1"/>
            </a:lvl4pPr>
            <a:lvl5pPr marL="302666" indent="0">
              <a:buNone/>
              <a:defRPr sz="265" b="1"/>
            </a:lvl5pPr>
            <a:lvl6pPr marL="378333" indent="0">
              <a:buNone/>
              <a:defRPr sz="265" b="1"/>
            </a:lvl6pPr>
            <a:lvl7pPr marL="454000" indent="0">
              <a:buNone/>
              <a:defRPr sz="265" b="1"/>
            </a:lvl7pPr>
            <a:lvl8pPr marL="529666" indent="0">
              <a:buNone/>
              <a:defRPr sz="265" b="1"/>
            </a:lvl8pPr>
            <a:lvl9pPr marL="605333" indent="0">
              <a:buNone/>
              <a:defRPr sz="26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0402" y="414613"/>
            <a:ext cx="4670215" cy="6098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88734" y="278248"/>
            <a:ext cx="4693215" cy="136365"/>
          </a:xfrm>
        </p:spPr>
        <p:txBody>
          <a:bodyPr anchor="b"/>
          <a:lstStyle>
            <a:lvl1pPr marL="0" indent="0">
              <a:buNone/>
              <a:defRPr sz="397" b="1"/>
            </a:lvl1pPr>
            <a:lvl2pPr marL="75667" indent="0">
              <a:buNone/>
              <a:defRPr sz="331" b="1"/>
            </a:lvl2pPr>
            <a:lvl3pPr marL="151333" indent="0">
              <a:buNone/>
              <a:defRPr sz="298" b="1"/>
            </a:lvl3pPr>
            <a:lvl4pPr marL="227000" indent="0">
              <a:buNone/>
              <a:defRPr sz="265" b="1"/>
            </a:lvl4pPr>
            <a:lvl5pPr marL="302666" indent="0">
              <a:buNone/>
              <a:defRPr sz="265" b="1"/>
            </a:lvl5pPr>
            <a:lvl6pPr marL="378333" indent="0">
              <a:buNone/>
              <a:defRPr sz="265" b="1"/>
            </a:lvl6pPr>
            <a:lvl7pPr marL="454000" indent="0">
              <a:buNone/>
              <a:defRPr sz="265" b="1"/>
            </a:lvl7pPr>
            <a:lvl8pPr marL="529666" indent="0">
              <a:buNone/>
              <a:defRPr sz="265" b="1"/>
            </a:lvl8pPr>
            <a:lvl9pPr marL="605333" indent="0">
              <a:buNone/>
              <a:defRPr sz="265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88734" y="414613"/>
            <a:ext cx="4693215" cy="6098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5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34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401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02" y="75671"/>
            <a:ext cx="3560518" cy="264848"/>
          </a:xfrm>
        </p:spPr>
        <p:txBody>
          <a:bodyPr anchor="b"/>
          <a:lstStyle>
            <a:lvl1pPr>
              <a:defRPr sz="53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3215" y="163428"/>
            <a:ext cx="5588734" cy="806630"/>
          </a:xfrm>
        </p:spPr>
        <p:txBody>
          <a:bodyPr/>
          <a:lstStyle>
            <a:lvl1pPr>
              <a:defRPr sz="530"/>
            </a:lvl1pPr>
            <a:lvl2pPr>
              <a:defRPr sz="463"/>
            </a:lvl2pPr>
            <a:lvl3pPr>
              <a:defRPr sz="397"/>
            </a:lvl3pPr>
            <a:lvl4pPr>
              <a:defRPr sz="331"/>
            </a:lvl4pPr>
            <a:lvl5pPr>
              <a:defRPr sz="331"/>
            </a:lvl5pPr>
            <a:lvl6pPr>
              <a:defRPr sz="331"/>
            </a:lvl6pPr>
            <a:lvl7pPr>
              <a:defRPr sz="331"/>
            </a:lvl7pPr>
            <a:lvl8pPr>
              <a:defRPr sz="331"/>
            </a:lvl8pPr>
            <a:lvl9pPr>
              <a:defRPr sz="331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02" y="340519"/>
            <a:ext cx="3560518" cy="630853"/>
          </a:xfrm>
        </p:spPr>
        <p:txBody>
          <a:bodyPr/>
          <a:lstStyle>
            <a:lvl1pPr marL="0" indent="0">
              <a:buNone/>
              <a:defRPr sz="265"/>
            </a:lvl1pPr>
            <a:lvl2pPr marL="75667" indent="0">
              <a:buNone/>
              <a:defRPr sz="232"/>
            </a:lvl2pPr>
            <a:lvl3pPr marL="151333" indent="0">
              <a:buNone/>
              <a:defRPr sz="199"/>
            </a:lvl3pPr>
            <a:lvl4pPr marL="227000" indent="0">
              <a:buNone/>
              <a:defRPr sz="166"/>
            </a:lvl4pPr>
            <a:lvl5pPr marL="302666" indent="0">
              <a:buNone/>
              <a:defRPr sz="166"/>
            </a:lvl5pPr>
            <a:lvl6pPr marL="378333" indent="0">
              <a:buNone/>
              <a:defRPr sz="166"/>
            </a:lvl6pPr>
            <a:lvl7pPr marL="454000" indent="0">
              <a:buNone/>
              <a:defRPr sz="166"/>
            </a:lvl7pPr>
            <a:lvl8pPr marL="529666" indent="0">
              <a:buNone/>
              <a:defRPr sz="166"/>
            </a:lvl8pPr>
            <a:lvl9pPr marL="605333" indent="0">
              <a:buNone/>
              <a:defRPr sz="16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2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402" y="75671"/>
            <a:ext cx="3560518" cy="264848"/>
          </a:xfrm>
        </p:spPr>
        <p:txBody>
          <a:bodyPr anchor="b"/>
          <a:lstStyle>
            <a:lvl1pPr>
              <a:defRPr sz="53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93215" y="163428"/>
            <a:ext cx="5588734" cy="806630"/>
          </a:xfrm>
        </p:spPr>
        <p:txBody>
          <a:bodyPr anchor="t"/>
          <a:lstStyle>
            <a:lvl1pPr marL="0" indent="0">
              <a:buNone/>
              <a:defRPr sz="530"/>
            </a:lvl1pPr>
            <a:lvl2pPr marL="75667" indent="0">
              <a:buNone/>
              <a:defRPr sz="463"/>
            </a:lvl2pPr>
            <a:lvl3pPr marL="151333" indent="0">
              <a:buNone/>
              <a:defRPr sz="397"/>
            </a:lvl3pPr>
            <a:lvl4pPr marL="227000" indent="0">
              <a:buNone/>
              <a:defRPr sz="331"/>
            </a:lvl4pPr>
            <a:lvl5pPr marL="302666" indent="0">
              <a:buNone/>
              <a:defRPr sz="331"/>
            </a:lvl5pPr>
            <a:lvl6pPr marL="378333" indent="0">
              <a:buNone/>
              <a:defRPr sz="331"/>
            </a:lvl6pPr>
            <a:lvl7pPr marL="454000" indent="0">
              <a:buNone/>
              <a:defRPr sz="331"/>
            </a:lvl7pPr>
            <a:lvl8pPr marL="529666" indent="0">
              <a:buNone/>
              <a:defRPr sz="331"/>
            </a:lvl8pPr>
            <a:lvl9pPr marL="605333" indent="0">
              <a:buNone/>
              <a:defRPr sz="331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0402" y="340519"/>
            <a:ext cx="3560518" cy="630853"/>
          </a:xfrm>
        </p:spPr>
        <p:txBody>
          <a:bodyPr/>
          <a:lstStyle>
            <a:lvl1pPr marL="0" indent="0">
              <a:buNone/>
              <a:defRPr sz="265"/>
            </a:lvl1pPr>
            <a:lvl2pPr marL="75667" indent="0">
              <a:buNone/>
              <a:defRPr sz="232"/>
            </a:lvl2pPr>
            <a:lvl3pPr marL="151333" indent="0">
              <a:buNone/>
              <a:defRPr sz="199"/>
            </a:lvl3pPr>
            <a:lvl4pPr marL="227000" indent="0">
              <a:buNone/>
              <a:defRPr sz="166"/>
            </a:lvl4pPr>
            <a:lvl5pPr marL="302666" indent="0">
              <a:buNone/>
              <a:defRPr sz="166"/>
            </a:lvl5pPr>
            <a:lvl6pPr marL="378333" indent="0">
              <a:buNone/>
              <a:defRPr sz="166"/>
            </a:lvl6pPr>
            <a:lvl7pPr marL="454000" indent="0">
              <a:buNone/>
              <a:defRPr sz="166"/>
            </a:lvl7pPr>
            <a:lvl8pPr marL="529666" indent="0">
              <a:buNone/>
              <a:defRPr sz="166"/>
            </a:lvl8pPr>
            <a:lvl9pPr marL="605333" indent="0">
              <a:buNone/>
              <a:defRPr sz="166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8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8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00124" y="60432"/>
            <a:ext cx="2380387" cy="96191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8964" y="60432"/>
            <a:ext cx="7003167" cy="96191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37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64" y="60432"/>
            <a:ext cx="9521547" cy="219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64" y="302158"/>
            <a:ext cx="9521547" cy="72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8964" y="1052035"/>
            <a:ext cx="2483882" cy="60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4DC5D5-3F6B-B44C-BE6F-F10E9798684C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6826" y="1052035"/>
            <a:ext cx="3725823" cy="60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96629" y="1052035"/>
            <a:ext cx="2483882" cy="604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39211-6D3C-0744-97D3-142B04D20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0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51333" rtl="0" eaLnBrk="1" latinLnBrk="0" hangingPunct="1">
        <a:lnSpc>
          <a:spcPct val="90000"/>
        </a:lnSpc>
        <a:spcBef>
          <a:spcPct val="0"/>
        </a:spcBef>
        <a:buNone/>
        <a:defRPr sz="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833" indent="-37833" algn="l" defTabSz="151333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sz="463" kern="1200">
          <a:solidFill>
            <a:schemeClr val="tx1"/>
          </a:solidFill>
          <a:latin typeface="+mn-lt"/>
          <a:ea typeface="+mn-ea"/>
          <a:cs typeface="+mn-cs"/>
        </a:defRPr>
      </a:lvl1pPr>
      <a:lvl2pPr marL="113500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2pPr>
      <a:lvl3pPr marL="189167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331" kern="1200">
          <a:solidFill>
            <a:schemeClr val="tx1"/>
          </a:solidFill>
          <a:latin typeface="+mn-lt"/>
          <a:ea typeface="+mn-ea"/>
          <a:cs typeface="+mn-cs"/>
        </a:defRPr>
      </a:lvl3pPr>
      <a:lvl4pPr marL="264833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4pPr>
      <a:lvl5pPr marL="340500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5pPr>
      <a:lvl6pPr marL="416166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6pPr>
      <a:lvl7pPr marL="491833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7pPr>
      <a:lvl8pPr marL="567500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8pPr>
      <a:lvl9pPr marL="643166" indent="-37833" algn="l" defTabSz="151333" rtl="0" eaLnBrk="1" latinLnBrk="0" hangingPunct="1">
        <a:lnSpc>
          <a:spcPct val="90000"/>
        </a:lnSpc>
        <a:spcBef>
          <a:spcPts val="83"/>
        </a:spcBef>
        <a:buFont typeface="Arial" panose="020B0604020202020204" pitchFamily="34" charset="0"/>
        <a:buChar char="•"/>
        <a:defRPr sz="2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1pPr>
      <a:lvl2pPr marL="75667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2pPr>
      <a:lvl3pPr marL="151333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3pPr>
      <a:lvl4pPr marL="227000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4pPr>
      <a:lvl5pPr marL="302666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5pPr>
      <a:lvl6pPr marL="378333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6pPr>
      <a:lvl7pPr marL="454000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7pPr>
      <a:lvl8pPr marL="529666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8pPr>
      <a:lvl9pPr marL="605333" algn="l" defTabSz="151333" rtl="0" eaLnBrk="1" latinLnBrk="0" hangingPunct="1">
        <a:defRPr sz="2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7B87A5A-4986-D0D4-1B26-A510E70BF0B4}"/>
              </a:ext>
            </a:extLst>
          </p:cNvPr>
          <p:cNvSpPr txBox="1"/>
          <p:nvPr/>
        </p:nvSpPr>
        <p:spPr>
          <a:xfrm>
            <a:off x="200758" y="336699"/>
            <a:ext cx="2203172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glow rad="228600">
              <a:srgbClr val="FFFF00"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Question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6166A-24C2-2FB9-A283-E93A385CB400}"/>
              </a:ext>
            </a:extLst>
          </p:cNvPr>
          <p:cNvSpPr txBox="1"/>
          <p:nvPr/>
        </p:nvSpPr>
        <p:spPr>
          <a:xfrm>
            <a:off x="4366912" y="152035"/>
            <a:ext cx="2203172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glow rad="228600">
              <a:srgbClr val="FFFF00"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Document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</a:rPr>
              <a:t>Store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99441-4629-DC4A-2B03-F657BF7D990B}"/>
              </a:ext>
            </a:extLst>
          </p:cNvPr>
          <p:cNvSpPr txBox="1"/>
          <p:nvPr/>
        </p:nvSpPr>
        <p:spPr>
          <a:xfrm>
            <a:off x="8665587" y="336700"/>
            <a:ext cx="2203172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  <a:effectLst>
            <a:glow rad="228600">
              <a:srgbClr val="FFFF00">
                <a:alpha val="40000"/>
              </a:srgb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 anchorCtr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Answer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51BE6B7-768D-479B-AB24-909B7BBD791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403930" y="567528"/>
            <a:ext cx="1962982" cy="2"/>
          </a:xfrm>
          <a:prstGeom prst="straightConnector1">
            <a:avLst/>
          </a:prstGeom>
          <a:ln w="38100" cap="flat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D83197-FAB1-82C2-9008-47612CE8F9A9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570088" y="567533"/>
            <a:ext cx="2095503" cy="1"/>
          </a:xfrm>
          <a:prstGeom prst="straightConnector1">
            <a:avLst/>
          </a:prstGeom>
          <a:ln w="38100" cap="flat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8EC4427-D607-7604-2815-9EEA06DFFF55}"/>
              </a:ext>
            </a:extLst>
          </p:cNvPr>
          <p:cNvSpPr/>
          <p:nvPr/>
        </p:nvSpPr>
        <p:spPr>
          <a:xfrm>
            <a:off x="2403930" y="439922"/>
            <a:ext cx="171934" cy="228078"/>
          </a:xfrm>
          <a:prstGeom prst="ellipse">
            <a:avLst/>
          </a:prstGeom>
          <a:solidFill>
            <a:srgbClr val="FFFF00"/>
          </a:solidFill>
          <a:effectLst>
            <a:glow rad="228600">
              <a:schemeClr val="accent5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1477324-219C-9EAE-40D7-6EFD91BC4F64}"/>
              </a:ext>
            </a:extLst>
          </p:cNvPr>
          <p:cNvSpPr/>
          <p:nvPr/>
        </p:nvSpPr>
        <p:spPr>
          <a:xfrm>
            <a:off x="6570084" y="440063"/>
            <a:ext cx="171934" cy="228078"/>
          </a:xfrm>
          <a:prstGeom prst="ellipse">
            <a:avLst/>
          </a:prstGeom>
          <a:solidFill>
            <a:srgbClr val="FFFF00"/>
          </a:solidFill>
          <a:effectLst>
            <a:glow rad="228600">
              <a:schemeClr val="accent5">
                <a:satMod val="175000"/>
                <a:alpha val="40000"/>
              </a:schemeClr>
            </a:glo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20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73 0.01259 L 0.16998 0.0251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12" y="55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2384E-6 -1.88811E-6 L 0.18982 0.0125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91" y="55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7" presetClass="emph" presetSubtype="0" repeatCount="indefinite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1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1000" autoRev="1" fill="remove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7" presetClass="emph" presetSubtype="0" repeatCount="indefinite" fill="remove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6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1000" autoRev="1" fill="remove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 animBg="1"/>
      <p:bldP spid="18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3600</TotalTime>
  <Words>4</Words>
  <Application>Microsoft Macintosh PowerPoint</Application>
  <PresentationFormat>Custom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Chugh, Mayank</dc:creator>
  <cp:lastModifiedBy>Chugh, Mayank</cp:lastModifiedBy>
  <cp:revision>1</cp:revision>
  <dcterms:created xsi:type="dcterms:W3CDTF">2024-06-17T14:51:06Z</dcterms:created>
  <dcterms:modified xsi:type="dcterms:W3CDTF">2024-06-20T02:51:21Z</dcterms:modified>
</cp:coreProperties>
</file>