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drawings/drawing4.xml" ContentType="application/vnd.openxmlformats-officedocument.drawingml.chartshape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  <p:sldMasterId id="2147483825" r:id="rId2"/>
  </p:sldMasterIdLst>
  <p:notesMasterIdLst>
    <p:notesMasterId r:id="rId24"/>
  </p:notesMasterIdLst>
  <p:handoutMasterIdLst>
    <p:handoutMasterId r:id="rId25"/>
  </p:handoutMasterIdLst>
  <p:sldIdLst>
    <p:sldId id="288" r:id="rId3"/>
    <p:sldId id="301" r:id="rId4"/>
    <p:sldId id="289" r:id="rId5"/>
    <p:sldId id="316" r:id="rId6"/>
    <p:sldId id="328" r:id="rId7"/>
    <p:sldId id="332" r:id="rId8"/>
    <p:sldId id="338" r:id="rId9"/>
    <p:sldId id="300" r:id="rId10"/>
    <p:sldId id="305" r:id="rId11"/>
    <p:sldId id="308" r:id="rId12"/>
    <p:sldId id="309" r:id="rId13"/>
    <p:sldId id="310" r:id="rId14"/>
    <p:sldId id="321" r:id="rId15"/>
    <p:sldId id="327" r:id="rId16"/>
    <p:sldId id="299" r:id="rId17"/>
    <p:sldId id="339" r:id="rId18"/>
    <p:sldId id="340" r:id="rId19"/>
    <p:sldId id="343" r:id="rId20"/>
    <p:sldId id="341" r:id="rId21"/>
    <p:sldId id="344" r:id="rId22"/>
    <p:sldId id="342" r:id="rId23"/>
  </p:sldIdLst>
  <p:sldSz cx="16256000" cy="9144000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dola B P" initials="BBP" lastIdx="15" clrIdx="0"/>
  <p:cmAuthor id="2" name="Pallavi Bahuguna-CMO" initials="PB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A4"/>
    <a:srgbClr val="EF9B03"/>
    <a:srgbClr val="DE6408"/>
    <a:srgbClr val="F68B1F"/>
    <a:srgbClr val="808080"/>
    <a:srgbClr val="092252"/>
    <a:srgbClr val="00A1FF"/>
    <a:srgbClr val="F2B800"/>
    <a:srgbClr val="F08700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9F691-2552-4703-A03D-0D73D7653E1E}" v="7" dt="2020-08-21T10:01:58.9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01" autoAdjust="0"/>
    <p:restoredTop sz="86176" autoAdjust="0"/>
  </p:normalViewPr>
  <p:slideViewPr>
    <p:cSldViewPr>
      <p:cViewPr>
        <p:scale>
          <a:sx n="75" d="100"/>
          <a:sy n="75" d="100"/>
        </p:scale>
        <p:origin x="144" y="504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29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5" d="100"/>
          <a:sy n="105" d="100"/>
        </p:scale>
        <p:origin x="35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" userId="a392f9cd-b658-4096-8ff7-a0060f2e4a2b" providerId="ADAL" clId="{7129F691-2552-4703-A03D-0D73D7653E1E}"/>
    <pc:docChg chg="undo custSel addSld delSld modSld">
      <pc:chgData name="Vinayak" userId="a392f9cd-b658-4096-8ff7-a0060f2e4a2b" providerId="ADAL" clId="{7129F691-2552-4703-A03D-0D73D7653E1E}" dt="2020-08-21T10:02:06.298" v="18" actId="478"/>
      <pc:docMkLst>
        <pc:docMk/>
      </pc:docMkLst>
      <pc:sldChg chg="addSp delSp modSp mod">
        <pc:chgData name="Vinayak" userId="a392f9cd-b658-4096-8ff7-a0060f2e4a2b" providerId="ADAL" clId="{7129F691-2552-4703-A03D-0D73D7653E1E}" dt="2020-08-21T10:02:06.298" v="18" actId="478"/>
        <pc:sldMkLst>
          <pc:docMk/>
          <pc:sldMk cId="2397195794" sldId="288"/>
        </pc:sldMkLst>
        <pc:spChg chg="mod">
          <ac:chgData name="Vinayak" userId="a392f9cd-b658-4096-8ff7-a0060f2e4a2b" providerId="ADAL" clId="{7129F691-2552-4703-A03D-0D73D7653E1E}" dt="2020-08-21T10:01:44.629" v="4" actId="1076"/>
          <ac:spMkLst>
            <pc:docMk/>
            <pc:sldMk cId="2397195794" sldId="288"/>
            <ac:spMk id="2" creationId="{ED5079B4-C962-D140-8B43-B14B78B50C89}"/>
          </ac:spMkLst>
        </pc:spChg>
        <pc:spChg chg="add del mod">
          <ac:chgData name="Vinayak" userId="a392f9cd-b658-4096-8ff7-a0060f2e4a2b" providerId="ADAL" clId="{7129F691-2552-4703-A03D-0D73D7653E1E}" dt="2020-08-21T10:02:06.298" v="18" actId="478"/>
          <ac:spMkLst>
            <pc:docMk/>
            <pc:sldMk cId="2397195794" sldId="288"/>
            <ac:spMk id="4" creationId="{F79C7B21-D771-4697-B431-EF486E7F4CE7}"/>
          </ac:spMkLst>
        </pc:spChg>
      </pc:sldChg>
      <pc:sldChg chg="add del">
        <pc:chgData name="Vinayak" userId="a392f9cd-b658-4096-8ff7-a0060f2e4a2b" providerId="ADAL" clId="{7129F691-2552-4703-A03D-0D73D7653E1E}" dt="2020-08-21T10:00:29.208" v="1"/>
        <pc:sldMkLst>
          <pc:docMk/>
          <pc:sldMk cId="1836495707" sldId="301"/>
        </pc:sldMkLst>
      </pc:sldChg>
      <pc:sldChg chg="add">
        <pc:chgData name="Vinayak" userId="a392f9cd-b658-4096-8ff7-a0060f2e4a2b" providerId="ADAL" clId="{7129F691-2552-4703-A03D-0D73D7653E1E}" dt="2020-08-21T10:00:37.317" v="2"/>
        <pc:sldMkLst>
          <pc:docMk/>
          <pc:sldMk cId="3668466573" sldId="30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D:\Cathay\From%2006Oct21\Archival%20Checking\Archival%20Data%20Checking.xls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Archival%20Checking\Archival%20Data%20Checking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thay\Archival%20Checking\Archival%20Data%20Checking.xls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niitkarthikan\Desktop\WOS%20Management\2021\July%202021\2021-08%20Trend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niitkarthikan\Desktop\WOS%20Management\2021\July%202021\2021-08%20Tre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>
                <a:effectLst/>
              </a:rPr>
              <a:t>XXX task Status - Difference</a:t>
            </a:r>
            <a:endParaRPr lang="en-US" dirty="0">
              <a:effectLst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Charts!$D$29:$D$30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Charts!$B$31:$C$42</c:f>
              <c:multiLvlStrCache>
                <c:ptCount val="11"/>
                <c:lvl>
                  <c:pt idx="0">
                    <c:v>5-Jul</c:v>
                  </c:pt>
                  <c:pt idx="1">
                    <c:v>12-Jul</c:v>
                  </c:pt>
                  <c:pt idx="2">
                    <c:v>19-Jul</c:v>
                  </c:pt>
                  <c:pt idx="3">
                    <c:v>26-Jul</c:v>
                  </c:pt>
                  <c:pt idx="4">
                    <c:v>1-Aug</c:v>
                  </c:pt>
                  <c:pt idx="5">
                    <c:v>8-Aug</c:v>
                  </c:pt>
                  <c:pt idx="6">
                    <c:v>15-Aug</c:v>
                  </c:pt>
                  <c:pt idx="7">
                    <c:v>23-Aug</c:v>
                  </c:pt>
                  <c:pt idx="8">
                    <c:v>31-Aug</c:v>
                  </c:pt>
                  <c:pt idx="9">
                    <c:v>5-Sep</c:v>
                  </c:pt>
                  <c:pt idx="10">
                    <c:v>13-Sep</c:v>
                  </c:pt>
                </c:lvl>
                <c:lvl>
                  <c:pt idx="0">
                    <c:v>Jul</c:v>
                  </c:pt>
                  <c:pt idx="4">
                    <c:v>Aug</c:v>
                  </c:pt>
                  <c:pt idx="9">
                    <c:v>Sep</c:v>
                  </c:pt>
                </c:lvl>
              </c:multiLvlStrCache>
            </c:multiLvlStrRef>
          </c:cat>
          <c:val>
            <c:numRef>
              <c:f>Charts!$D$31:$D$42</c:f>
              <c:numCache>
                <c:formatCode>_-* #,##0_-;\-* #,##0_-;_-* "-"??_-;_-@_-</c:formatCode>
                <c:ptCount val="11"/>
                <c:pt idx="0">
                  <c:v>73224</c:v>
                </c:pt>
                <c:pt idx="1">
                  <c:v>81098</c:v>
                </c:pt>
                <c:pt idx="2">
                  <c:v>108599</c:v>
                </c:pt>
                <c:pt idx="3">
                  <c:v>88340</c:v>
                </c:pt>
                <c:pt idx="4">
                  <c:v>102219</c:v>
                </c:pt>
                <c:pt idx="5">
                  <c:v>128002</c:v>
                </c:pt>
                <c:pt idx="6">
                  <c:v>114989</c:v>
                </c:pt>
                <c:pt idx="7">
                  <c:v>106756</c:v>
                </c:pt>
                <c:pt idx="8">
                  <c:v>-28710</c:v>
                </c:pt>
                <c:pt idx="9">
                  <c:v>107176</c:v>
                </c:pt>
                <c:pt idx="10">
                  <c:v>137248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1D-4B57-ADB3-838CD9050C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359232"/>
        <c:axId val="187360768"/>
      </c:barChart>
      <c:catAx>
        <c:axId val="18735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60768"/>
        <c:crosses val="autoZero"/>
        <c:auto val="0"/>
        <c:lblAlgn val="ctr"/>
        <c:lblOffset val="100"/>
        <c:noMultiLvlLbl val="0"/>
      </c:catAx>
      <c:valAx>
        <c:axId val="18736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5923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 Trend DATA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857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Charts!$D$5:$D$6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multiLvlStrRef>
              <c:f>Charts!$B$7:$C$24</c:f>
              <c:multiLvlStrCache>
                <c:ptCount val="17"/>
                <c:lvl>
                  <c:pt idx="0">
                    <c:v>24-Apr</c:v>
                  </c:pt>
                  <c:pt idx="1">
                    <c:v>11-May</c:v>
                  </c:pt>
                  <c:pt idx="2">
                    <c:v>18-May</c:v>
                  </c:pt>
                  <c:pt idx="3">
                    <c:v>26-May</c:v>
                  </c:pt>
                  <c:pt idx="4">
                    <c:v>1-Jun</c:v>
                  </c:pt>
                  <c:pt idx="5">
                    <c:v>8-Jun</c:v>
                  </c:pt>
                  <c:pt idx="6">
                    <c:v>15-Jun</c:v>
                  </c:pt>
                  <c:pt idx="7">
                    <c:v>21-Jun</c:v>
                  </c:pt>
                  <c:pt idx="8">
                    <c:v>29-Jun</c:v>
                  </c:pt>
                  <c:pt idx="9">
                    <c:v>5-Jul</c:v>
                  </c:pt>
                  <c:pt idx="10">
                    <c:v>12-Jul</c:v>
                  </c:pt>
                  <c:pt idx="11">
                    <c:v>19-Jul</c:v>
                  </c:pt>
                  <c:pt idx="12">
                    <c:v>26-Jul</c:v>
                  </c:pt>
                  <c:pt idx="13">
                    <c:v>1-Aug</c:v>
                  </c:pt>
                  <c:pt idx="14">
                    <c:v>8-Aug</c:v>
                  </c:pt>
                  <c:pt idx="15">
                    <c:v>15-Aug</c:v>
                  </c:pt>
                  <c:pt idx="16">
                    <c:v>23-Aug</c:v>
                  </c:pt>
                </c:lvl>
                <c:lvl>
                  <c:pt idx="0">
                    <c:v>Apr</c:v>
                  </c:pt>
                  <c:pt idx="1">
                    <c:v>May</c:v>
                  </c:pt>
                  <c:pt idx="4">
                    <c:v>Jun</c:v>
                  </c:pt>
                  <c:pt idx="9">
                    <c:v>Jul</c:v>
                  </c:pt>
                  <c:pt idx="13">
                    <c:v>Aug</c:v>
                  </c:pt>
                </c:lvl>
              </c:multiLvlStrCache>
            </c:multiLvlStrRef>
          </c:cat>
          <c:val>
            <c:numRef>
              <c:f>Charts!$D$7:$D$24</c:f>
              <c:numCache>
                <c:formatCode>_-* #,##0_-;\-* #,##0_-;_-* "-"??_-;_-@_-</c:formatCode>
                <c:ptCount val="17"/>
                <c:pt idx="0">
                  <c:v>2415684</c:v>
                </c:pt>
                <c:pt idx="1">
                  <c:v>2004337</c:v>
                </c:pt>
                <c:pt idx="2">
                  <c:v>1871776</c:v>
                </c:pt>
                <c:pt idx="3">
                  <c:v>1813050</c:v>
                </c:pt>
                <c:pt idx="4">
                  <c:v>1749180</c:v>
                </c:pt>
                <c:pt idx="5">
                  <c:v>1727347</c:v>
                </c:pt>
                <c:pt idx="6">
                  <c:v>1730638</c:v>
                </c:pt>
                <c:pt idx="7">
                  <c:v>1733080</c:v>
                </c:pt>
                <c:pt idx="8">
                  <c:v>1744519</c:v>
                </c:pt>
                <c:pt idx="9">
                  <c:v>1671295</c:v>
                </c:pt>
                <c:pt idx="10">
                  <c:v>1590197</c:v>
                </c:pt>
                <c:pt idx="11">
                  <c:v>1481598</c:v>
                </c:pt>
                <c:pt idx="12">
                  <c:v>1393258</c:v>
                </c:pt>
                <c:pt idx="13">
                  <c:v>1291039</c:v>
                </c:pt>
                <c:pt idx="14">
                  <c:v>1163037</c:v>
                </c:pt>
                <c:pt idx="15">
                  <c:v>1048048</c:v>
                </c:pt>
                <c:pt idx="16">
                  <c:v>941292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0E-4B23-81BE-515FD7FF768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7149312"/>
        <c:axId val="187155200"/>
      </c:lineChart>
      <c:catAx>
        <c:axId val="187149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55200"/>
        <c:crosses val="autoZero"/>
        <c:auto val="0"/>
        <c:lblAlgn val="ctr"/>
        <c:lblOffset val="100"/>
        <c:noMultiLvlLbl val="0"/>
      </c:catAx>
      <c:valAx>
        <c:axId val="187155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493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64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[Archival Data Checking.xls]Charts!PivotTable9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Weekly Tread - Projection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rgbClr val="5B9BD5"/>
          </a:solidFill>
          <a:ln w="25400"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7.0547923175938221E-2"/>
          <c:y val="0.18323658670573156"/>
          <c:w val="0.92187023453041117"/>
          <c:h val="0.619424098150521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Charts!$D$27:$D$28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cat>
            <c:multiLvlStrRef>
              <c:f>Charts!$B$29:$C$45</c:f>
              <c:multiLvlStrCache>
                <c:ptCount val="16"/>
                <c:lvl>
                  <c:pt idx="0">
                    <c:v>5-Jul</c:v>
                  </c:pt>
                  <c:pt idx="1">
                    <c:v>12-Jul</c:v>
                  </c:pt>
                  <c:pt idx="2">
                    <c:v>19-Jul</c:v>
                  </c:pt>
                  <c:pt idx="3">
                    <c:v>26-Jul</c:v>
                  </c:pt>
                  <c:pt idx="4">
                    <c:v>1-Aug</c:v>
                  </c:pt>
                  <c:pt idx="5">
                    <c:v>8-Aug</c:v>
                  </c:pt>
                  <c:pt idx="6">
                    <c:v>15-Aug</c:v>
                  </c:pt>
                  <c:pt idx="7">
                    <c:v>23-Aug</c:v>
                  </c:pt>
                  <c:pt idx="8">
                    <c:v>30-Aug</c:v>
                  </c:pt>
                  <c:pt idx="9">
                    <c:v>6-Sep</c:v>
                  </c:pt>
                  <c:pt idx="10">
                    <c:v>13-Sep</c:v>
                  </c:pt>
                  <c:pt idx="11">
                    <c:v>20-Sep</c:v>
                  </c:pt>
                  <c:pt idx="12">
                    <c:v>27-Sep</c:v>
                  </c:pt>
                  <c:pt idx="13">
                    <c:v>4-Oct</c:v>
                  </c:pt>
                  <c:pt idx="14">
                    <c:v>11-Oct</c:v>
                  </c:pt>
                  <c:pt idx="15">
                    <c:v>18-Oct</c:v>
                  </c:pt>
                </c:lvl>
                <c:lvl>
                  <c:pt idx="0">
                    <c:v>Jul</c:v>
                  </c:pt>
                  <c:pt idx="4">
                    <c:v>Aug</c:v>
                  </c:pt>
                  <c:pt idx="9">
                    <c:v>Sep</c:v>
                  </c:pt>
                  <c:pt idx="13">
                    <c:v>Oct</c:v>
                  </c:pt>
                </c:lvl>
              </c:multiLvlStrCache>
            </c:multiLvlStrRef>
          </c:cat>
          <c:val>
            <c:numRef>
              <c:f>Charts!$D$29:$D$45</c:f>
              <c:numCache>
                <c:formatCode>_-* #,##0_-;\-* #,##0_-;_-* "-"??_-;_-@_-</c:formatCode>
                <c:ptCount val="16"/>
                <c:pt idx="0">
                  <c:v>1671295</c:v>
                </c:pt>
                <c:pt idx="1">
                  <c:v>1590197</c:v>
                </c:pt>
                <c:pt idx="2">
                  <c:v>1481598</c:v>
                </c:pt>
                <c:pt idx="3">
                  <c:v>1393258</c:v>
                </c:pt>
                <c:pt idx="4">
                  <c:v>1291039</c:v>
                </c:pt>
                <c:pt idx="5">
                  <c:v>1163037</c:v>
                </c:pt>
                <c:pt idx="6">
                  <c:v>1048048</c:v>
                </c:pt>
                <c:pt idx="7">
                  <c:v>941292</c:v>
                </c:pt>
                <c:pt idx="8">
                  <c:v>826303</c:v>
                </c:pt>
                <c:pt idx="9">
                  <c:v>711314</c:v>
                </c:pt>
                <c:pt idx="10">
                  <c:v>596325</c:v>
                </c:pt>
                <c:pt idx="11">
                  <c:v>481336</c:v>
                </c:pt>
                <c:pt idx="12">
                  <c:v>366347</c:v>
                </c:pt>
                <c:pt idx="13">
                  <c:v>251358</c:v>
                </c:pt>
                <c:pt idx="14">
                  <c:v>136369</c:v>
                </c:pt>
                <c:pt idx="15">
                  <c:v>21380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97-4573-BC95-E1A5EA2EF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7187968"/>
        <c:axId val="187189504"/>
      </c:barChart>
      <c:catAx>
        <c:axId val="18718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9504"/>
        <c:crosses val="autoZero"/>
        <c:auto val="0"/>
        <c:lblAlgn val="ctr"/>
        <c:lblOffset val="100"/>
        <c:noMultiLvlLbl val="0"/>
      </c:catAx>
      <c:valAx>
        <c:axId val="18718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7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Deployment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'[2021-08 Trend.xlsx]Sheet1'!$B$38</c:f>
              <c:strCache>
                <c:ptCount val="1"/>
                <c:pt idx="0">
                  <c:v>Fixes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Trend.xlsx]Sheet1'!$C$38:$K$38</c:f>
              <c:numCache>
                <c:formatCode>General</c:formatCode>
                <c:ptCount val="9"/>
                <c:pt idx="0">
                  <c:v>9</c:v>
                </c:pt>
                <c:pt idx="1">
                  <c:v>17</c:v>
                </c:pt>
                <c:pt idx="2">
                  <c:v>5</c:v>
                </c:pt>
                <c:pt idx="3">
                  <c:v>16</c:v>
                </c:pt>
                <c:pt idx="4">
                  <c:v>21</c:v>
                </c:pt>
                <c:pt idx="5">
                  <c:v>6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4-482E-98F1-E0B6600856BF}"/>
            </c:ext>
          </c:extLst>
        </c:ser>
        <c:ser>
          <c:idx val="1"/>
          <c:order val="1"/>
          <c:tx>
            <c:strRef>
              <c:f>'[2021-08 Trend.xlsx]Sheet1'!$B$39</c:f>
              <c:strCache>
                <c:ptCount val="1"/>
                <c:pt idx="0">
                  <c:v>CR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Trend.xlsx]Sheet1'!$C$39:$K$39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44-482E-98F1-E0B6600856BF}"/>
            </c:ext>
          </c:extLst>
        </c:ser>
        <c:ser>
          <c:idx val="2"/>
          <c:order val="2"/>
          <c:tx>
            <c:strRef>
              <c:f>'[2021-08 Trend.xlsx]Sheet1'!$B$40</c:f>
              <c:strCache>
                <c:ptCount val="1"/>
                <c:pt idx="0">
                  <c:v>SR</c:v>
                </c:pt>
              </c:strCache>
            </c:strRef>
          </c:tx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Trend.xlsx]Sheet1'!$C$40:$K$40</c:f>
              <c:numCache>
                <c:formatCode>General</c:formatCode>
                <c:ptCount val="9"/>
                <c:pt idx="0">
                  <c:v>8</c:v>
                </c:pt>
                <c:pt idx="1">
                  <c:v>3</c:v>
                </c:pt>
                <c:pt idx="2">
                  <c:v>4</c:v>
                </c:pt>
                <c:pt idx="3">
                  <c:v>11</c:v>
                </c:pt>
                <c:pt idx="4">
                  <c:v>8</c:v>
                </c:pt>
                <c:pt idx="5">
                  <c:v>6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44-482E-98F1-E0B660085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618112"/>
        <c:axId val="108619648"/>
      </c:barChart>
      <c:barChart>
        <c:barDir val="col"/>
        <c:grouping val="clustered"/>
        <c:varyColors val="0"/>
        <c:ser>
          <c:idx val="3"/>
          <c:order val="3"/>
          <c:tx>
            <c:strRef>
              <c:f>'[2021-08 Trend.xlsx]Sheet1'!$B$41</c:f>
              <c:strCache>
                <c:ptCount val="1"/>
                <c:pt idx="0">
                  <c:v>Mandays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multiLvlStrRef>
              <c:f>'[2021-08 Trend.xlsx]Sheet1'!$C$34:$K$37</c:f>
              <c:multiLvlStrCache>
                <c:ptCount val="9"/>
                <c:lvl>
                  <c:pt idx="0">
                    <c:v>14A, 1B</c:v>
                  </c:pt>
                  <c:pt idx="1">
                    <c:v>0A, 0B</c:v>
                  </c:pt>
                  <c:pt idx="2">
                    <c:v>0A, 0B</c:v>
                  </c:pt>
                  <c:pt idx="3">
                    <c:v>1A, 0B</c:v>
                  </c:pt>
                  <c:pt idx="4">
                    <c:v>4A, 0B</c:v>
                  </c:pt>
                  <c:pt idx="5">
                    <c:v>0A, 0B</c:v>
                  </c:pt>
                  <c:pt idx="6">
                    <c:v>2A, 0B</c:v>
                  </c:pt>
                  <c:pt idx="7">
                    <c:v>0A, 0B</c:v>
                  </c:pt>
                  <c:pt idx="8">
                    <c:v>0A, 0B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3</c:v>
                  </c:pt>
                  <c:pt idx="1">
                    <c:v>2</c:v>
                  </c:pt>
                  <c:pt idx="2">
                    <c:v>2</c:v>
                  </c:pt>
                  <c:pt idx="3">
                    <c:v>3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2</c:v>
                  </c:pt>
                  <c:pt idx="8">
                    <c:v>1</c:v>
                  </c:pt>
                </c:lvl>
                <c:lvl>
                  <c:pt idx="0">
                    <c:v>Dec'20</c:v>
                  </c:pt>
                  <c:pt idx="1">
                    <c:v>Jan'21</c:v>
                  </c:pt>
                  <c:pt idx="2">
                    <c:v>Feb'21</c:v>
                  </c:pt>
                  <c:pt idx="3">
                    <c:v>Mar'21</c:v>
                  </c:pt>
                  <c:pt idx="4">
                    <c:v>Apr'21</c:v>
                  </c:pt>
                  <c:pt idx="5">
                    <c:v>May'21</c:v>
                  </c:pt>
                  <c:pt idx="6">
                    <c:v>Jun'21</c:v>
                  </c:pt>
                  <c:pt idx="7">
                    <c:v>Jul'21</c:v>
                  </c:pt>
                  <c:pt idx="8">
                    <c:v>Aug'21</c:v>
                  </c:pt>
                </c:lvl>
              </c:multiLvlStrCache>
            </c:multiLvlStrRef>
          </c:cat>
          <c:val>
            <c:numRef>
              <c:f>'[2021-08 Trend.xlsx]Sheet1'!$C$41:$K$41</c:f>
              <c:numCache>
                <c:formatCode>General</c:formatCode>
                <c:ptCount val="9"/>
                <c:pt idx="0">
                  <c:v>373</c:v>
                </c:pt>
                <c:pt idx="1">
                  <c:v>47</c:v>
                </c:pt>
                <c:pt idx="2">
                  <c:v>61</c:v>
                </c:pt>
                <c:pt idx="3">
                  <c:v>206</c:v>
                </c:pt>
                <c:pt idx="4">
                  <c:v>75</c:v>
                </c:pt>
                <c:pt idx="5">
                  <c:v>97</c:v>
                </c:pt>
                <c:pt idx="6">
                  <c:v>59</c:v>
                </c:pt>
                <c:pt idx="7">
                  <c:v>438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44-482E-98F1-E0B660085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751488"/>
        <c:axId val="108748800"/>
      </c:barChart>
      <c:catAx>
        <c:axId val="1086181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08619648"/>
        <c:crosses val="autoZero"/>
        <c:auto val="1"/>
        <c:lblAlgn val="ctr"/>
        <c:lblOffset val="100"/>
        <c:noMultiLvlLbl val="0"/>
      </c:catAx>
      <c:valAx>
        <c:axId val="10861964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# Fixes / CR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8618112"/>
        <c:crosses val="autoZero"/>
        <c:crossBetween val="between"/>
      </c:valAx>
      <c:valAx>
        <c:axId val="10874880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08751488"/>
        <c:crosses val="max"/>
        <c:crossBetween val="between"/>
      </c:valAx>
      <c:catAx>
        <c:axId val="1087514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10874880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572217012840762E-2"/>
          <c:y val="0.1252470106530704"/>
          <c:w val="0.90867683138302924"/>
          <c:h val="0.56971496010387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Valid Incidents created this month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-3.9876283953341573E-17"/>
                  <c:y val="-1.79717622980728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5A2-425E-89CE-5322D7DBBD0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Sheet1!$C$5:$K$5</c:f>
              <c:numCache>
                <c:formatCode>General</c:formatCode>
                <c:ptCount val="9"/>
                <c:pt idx="0">
                  <c:v>6</c:v>
                </c:pt>
                <c:pt idx="1">
                  <c:v>16</c:v>
                </c:pt>
                <c:pt idx="2">
                  <c:v>12</c:v>
                </c:pt>
                <c:pt idx="3">
                  <c:v>23</c:v>
                </c:pt>
                <c:pt idx="4">
                  <c:v>8</c:v>
                </c:pt>
                <c:pt idx="5">
                  <c:v>11</c:v>
                </c:pt>
                <c:pt idx="6">
                  <c:v>10</c:v>
                </c:pt>
                <c:pt idx="7">
                  <c:v>3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BF-47F7-AB4D-5AA4112A7F2B}"/>
            </c:ext>
          </c:extLst>
        </c:ser>
        <c:ser>
          <c:idx val="3"/>
          <c:order val="3"/>
          <c:tx>
            <c:strRef>
              <c:f>Sheet1!$B$11</c:f>
              <c:strCache>
                <c:ptCount val="1"/>
                <c:pt idx="0">
                  <c:v>Valid Problem created this month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Sheet1!$C$11:$K$11</c:f>
              <c:numCache>
                <c:formatCode>General</c:formatCode>
                <c:ptCount val="9"/>
                <c:pt idx="0">
                  <c:v>6</c:v>
                </c:pt>
                <c:pt idx="1">
                  <c:v>16</c:v>
                </c:pt>
                <c:pt idx="2">
                  <c:v>12</c:v>
                </c:pt>
                <c:pt idx="3">
                  <c:v>23</c:v>
                </c:pt>
                <c:pt idx="4">
                  <c:v>8</c:v>
                </c:pt>
                <c:pt idx="5">
                  <c:v>11</c:v>
                </c:pt>
                <c:pt idx="6">
                  <c:v>10</c:v>
                </c:pt>
                <c:pt idx="7">
                  <c:v>3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A2-425E-89CE-5322D7DBB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254080"/>
        <c:axId val="188255616"/>
      </c:barChart>
      <c:lineChart>
        <c:grouping val="standard"/>
        <c:varyColors val="0"/>
        <c:ser>
          <c:idx val="1"/>
          <c:order val="1"/>
          <c:tx>
            <c:strRef>
              <c:f>Sheet1!$B$8</c:f>
              <c:strCache>
                <c:ptCount val="1"/>
                <c:pt idx="0">
                  <c:v>Deployment related issues</c:v>
                </c:pt>
              </c:strCache>
            </c:strRef>
          </c:tx>
          <c:spPr>
            <a:ln>
              <a:solidFill>
                <a:schemeClr val="accent2">
                  <a:lumMod val="40000"/>
                  <a:lumOff val="60000"/>
                </a:schemeClr>
              </a:solidFill>
            </a:ln>
          </c:spPr>
          <c:dLbls>
            <c:dLbl>
              <c:idx val="1"/>
              <c:layout>
                <c:manualLayout>
                  <c:x val="-3.2854898031710149E-2"/>
                  <c:y val="-2.18956307593281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BF-47F7-AB4D-5AA4112A7F2B}"/>
                </c:ext>
              </c:extLst>
            </c:dLbl>
            <c:dLbl>
              <c:idx val="5"/>
              <c:layout>
                <c:manualLayout>
                  <c:x val="-9.8079446799920408E-3"/>
                  <c:y val="-1.945450568678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A2-425E-89CE-5322D7DBBD00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Sheet1!$C$8:$K$8</c:f>
              <c:numCache>
                <c:formatCode>General</c:formatCode>
                <c:ptCount val="9"/>
                <c:pt idx="0">
                  <c:v>15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BF-47F7-AB4D-5AA4112A7F2B}"/>
            </c:ext>
          </c:extLst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Total Incidents of the month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Sheet1!$C$4:$K$4</c:f>
              <c:strCache>
                <c:ptCount val="9"/>
                <c:pt idx="0">
                  <c:v>Dec'20</c:v>
                </c:pt>
                <c:pt idx="1">
                  <c:v>Jan'21</c:v>
                </c:pt>
                <c:pt idx="2">
                  <c:v>Feb'21</c:v>
                </c:pt>
                <c:pt idx="3">
                  <c:v>Mar'21</c:v>
                </c:pt>
                <c:pt idx="4">
                  <c:v>Apr'21</c:v>
                </c:pt>
                <c:pt idx="5">
                  <c:v>May'21</c:v>
                </c:pt>
                <c:pt idx="6">
                  <c:v>Jun'21</c:v>
                </c:pt>
                <c:pt idx="7">
                  <c:v>Jul'21</c:v>
                </c:pt>
                <c:pt idx="8">
                  <c:v>Aug'21</c:v>
                </c:pt>
              </c:strCache>
            </c:strRef>
          </c:cat>
          <c:val>
            <c:numRef>
              <c:f>Sheet1!$C$9:$K$9</c:f>
              <c:numCache>
                <c:formatCode>General</c:formatCode>
                <c:ptCount val="9"/>
                <c:pt idx="0">
                  <c:v>38</c:v>
                </c:pt>
                <c:pt idx="1">
                  <c:v>53</c:v>
                </c:pt>
                <c:pt idx="2">
                  <c:v>43</c:v>
                </c:pt>
                <c:pt idx="3">
                  <c:v>97</c:v>
                </c:pt>
                <c:pt idx="4">
                  <c:v>77</c:v>
                </c:pt>
                <c:pt idx="5">
                  <c:v>52</c:v>
                </c:pt>
                <c:pt idx="6">
                  <c:v>45</c:v>
                </c:pt>
                <c:pt idx="7">
                  <c:v>45</c:v>
                </c:pt>
                <c:pt idx="8">
                  <c:v>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BF-47F7-AB4D-5AA4112A7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254080"/>
        <c:axId val="188255616"/>
      </c:lineChart>
      <c:catAx>
        <c:axId val="188254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8255616"/>
        <c:crosses val="autoZero"/>
        <c:auto val="1"/>
        <c:lblAlgn val="ctr"/>
        <c:lblOffset val="100"/>
        <c:noMultiLvlLbl val="0"/>
      </c:catAx>
      <c:valAx>
        <c:axId val="188255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8254080"/>
        <c:crosses val="autoZero"/>
        <c:crossBetween val="between"/>
        <c:majorUnit val="25"/>
      </c:valAx>
    </c:plotArea>
    <c:legend>
      <c:legendPos val="b"/>
      <c:layout>
        <c:manualLayout>
          <c:xMode val="edge"/>
          <c:yMode val="edge"/>
          <c:x val="8.2809983172984283E-2"/>
          <c:y val="0.74845092101744026"/>
          <c:w val="0.65167204017931701"/>
          <c:h val="0.2361447112984972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400" baseline="0"/>
      </a:pPr>
      <a:endParaRPr lang="en-US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0.15625</cdr:x>
      <cdr:y>0.82262</cdr:y>
    </cdr:from>
    <cdr:to>
      <cdr:x>0.18403</cdr:x>
      <cdr:y>0.8714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2286000" y="2570018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0.24479</cdr:x>
      <cdr:y>0.82705</cdr:y>
    </cdr:from>
    <cdr:to>
      <cdr:x>0.27257</cdr:x>
      <cdr:y>0.87583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3581400" y="2583873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b="1" dirty="0"/>
        </a:p>
      </cdr:txBody>
    </cdr:sp>
  </cdr:relSizeAnchor>
  <cdr:relSizeAnchor xmlns:cdr="http://schemas.openxmlformats.org/drawingml/2006/chartDrawing">
    <cdr:from>
      <cdr:x>0.32813</cdr:x>
      <cdr:y>0.82927</cdr:y>
    </cdr:from>
    <cdr:to>
      <cdr:x>0.3559</cdr:x>
      <cdr:y>0.87805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4800600" y="25908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0.41667</cdr:x>
      <cdr:y>0.82483</cdr:y>
    </cdr:from>
    <cdr:to>
      <cdr:x>0.44444</cdr:x>
      <cdr:y>0.87361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6096000" y="2576945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0.19792</cdr:x>
      <cdr:y>0.87805</cdr:y>
    </cdr:from>
    <cdr:to>
      <cdr:x>0.22569</cdr:x>
      <cdr:y>0.92683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2895600" y="27432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</cdr:x>
      <cdr:y>0.82927</cdr:y>
    </cdr:from>
    <cdr:to>
      <cdr:x>0.52778</cdr:x>
      <cdr:y>0.87805</cdr:y>
    </cdr:to>
    <cdr:sp macro="" textlink="">
      <cdr:nvSpPr>
        <cdr:cNvPr id="7" name="Rectangle 6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7315200" y="25908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0.58854</cdr:x>
      <cdr:y>0.81153</cdr:y>
    </cdr:from>
    <cdr:to>
      <cdr:x>0.61632</cdr:x>
      <cdr:y>0.86031</cdr:y>
    </cdr:to>
    <cdr:sp macro="" textlink="">
      <cdr:nvSpPr>
        <cdr:cNvPr id="8" name="Rectangle 7">
          <a:extLst xmlns:a="http://schemas.openxmlformats.org/drawingml/2006/main">
            <a:ext uri="{FF2B5EF4-FFF2-40B4-BE49-F238E27FC236}">
              <a16:creationId xmlns:a16="http://schemas.microsoft.com/office/drawing/2014/main" id="{9FDF4EB1-DE21-1464-9C1B-5810081869DF}"/>
            </a:ext>
          </a:extLst>
        </cdr:cNvPr>
        <cdr:cNvSpPr/>
      </cdr:nvSpPr>
      <cdr:spPr>
        <a:xfrm xmlns:a="http://schemas.openxmlformats.org/drawingml/2006/main">
          <a:off x="8610600" y="2535382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0.58333</cdr:x>
      <cdr:y>0.90244</cdr:y>
    </cdr:from>
    <cdr:to>
      <cdr:x>0.61111</cdr:x>
      <cdr:y>0.95122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9FDF4EB1-DE21-1464-9C1B-5810081869DF}"/>
            </a:ext>
          </a:extLst>
        </cdr:cNvPr>
        <cdr:cNvSpPr/>
      </cdr:nvSpPr>
      <cdr:spPr>
        <a:xfrm xmlns:a="http://schemas.openxmlformats.org/drawingml/2006/main">
          <a:off x="8534400" y="28194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0.84375</cdr:x>
      <cdr:y>0.81818</cdr:y>
    </cdr:from>
    <cdr:to>
      <cdr:x>0.87153</cdr:x>
      <cdr:y>0.86696</cdr:y>
    </cdr:to>
    <cdr:sp macro="" textlink="">
      <cdr:nvSpPr>
        <cdr:cNvPr id="10" name="Rectangle 9">
          <a:extLst xmlns:a="http://schemas.openxmlformats.org/drawingml/2006/main">
            <a:ext uri="{FF2B5EF4-FFF2-40B4-BE49-F238E27FC236}">
              <a16:creationId xmlns:a16="http://schemas.microsoft.com/office/drawing/2014/main" id="{9FDF4EB1-DE21-1464-9C1B-5810081869DF}"/>
            </a:ext>
          </a:extLst>
        </cdr:cNvPr>
        <cdr:cNvSpPr/>
      </cdr:nvSpPr>
      <cdr:spPr>
        <a:xfrm xmlns:a="http://schemas.openxmlformats.org/drawingml/2006/main">
          <a:off x="12344400" y="2556164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0.67708</cdr:x>
      <cdr:y>0.82927</cdr:y>
    </cdr:from>
    <cdr:to>
      <cdr:x>0.70486</cdr:x>
      <cdr:y>0.87805</cdr:y>
    </cdr:to>
    <cdr:sp macro="" textlink="">
      <cdr:nvSpPr>
        <cdr:cNvPr id="11" name="Rectangle 10">
          <a:extLst xmlns:a="http://schemas.openxmlformats.org/drawingml/2006/main">
            <a:ext uri="{FF2B5EF4-FFF2-40B4-BE49-F238E27FC236}">
              <a16:creationId xmlns:a16="http://schemas.microsoft.com/office/drawing/2014/main" id="{9FDF4EB1-DE21-1464-9C1B-5810081869DF}"/>
            </a:ext>
          </a:extLst>
        </cdr:cNvPr>
        <cdr:cNvSpPr/>
      </cdr:nvSpPr>
      <cdr:spPr>
        <a:xfrm xmlns:a="http://schemas.openxmlformats.org/drawingml/2006/main">
          <a:off x="9906000" y="25908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0.93229</cdr:x>
      <cdr:y>0.82705</cdr:y>
    </cdr:from>
    <cdr:to>
      <cdr:x>0.96007</cdr:x>
      <cdr:y>0.87583</cdr:y>
    </cdr:to>
    <cdr:sp macro="" textlink="">
      <cdr:nvSpPr>
        <cdr:cNvPr id="12" name="Rectangle 11">
          <a:extLst xmlns:a="http://schemas.openxmlformats.org/drawingml/2006/main">
            <a:ext uri="{FF2B5EF4-FFF2-40B4-BE49-F238E27FC236}">
              <a16:creationId xmlns:a16="http://schemas.microsoft.com/office/drawing/2014/main" id="{8FDD81FF-9E54-7058-1A76-1F40D09091E7}"/>
            </a:ext>
          </a:extLst>
        </cdr:cNvPr>
        <cdr:cNvSpPr/>
      </cdr:nvSpPr>
      <cdr:spPr>
        <a:xfrm xmlns:a="http://schemas.openxmlformats.org/drawingml/2006/main">
          <a:off x="13639800" y="2583873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0.89063</cdr:x>
      <cdr:y>0.90244</cdr:y>
    </cdr:from>
    <cdr:to>
      <cdr:x>0.9184</cdr:x>
      <cdr:y>0.95122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8FDD81FF-9E54-7058-1A76-1F40D09091E7}"/>
            </a:ext>
          </a:extLst>
        </cdr:cNvPr>
        <cdr:cNvSpPr/>
      </cdr:nvSpPr>
      <cdr:spPr>
        <a:xfrm xmlns:a="http://schemas.openxmlformats.org/drawingml/2006/main">
          <a:off x="13030200" y="2819400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0.43136</cdr:x>
      <cdr:y>0.9334</cdr:y>
    </cdr:from>
    <cdr:to>
      <cdr:x>0.46169</cdr:x>
      <cdr:y>0.97992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08A0A669-BD15-F503-ACDF-9454CCA73F02}"/>
            </a:ext>
          </a:extLst>
        </cdr:cNvPr>
        <cdr:cNvSpPr/>
      </cdr:nvSpPr>
      <cdr:spPr>
        <a:xfrm xmlns:a="http://schemas.openxmlformats.org/drawingml/2006/main">
          <a:off x="5780437" y="3058391"/>
          <a:ext cx="406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0.10345</cdr:x>
      <cdr:y>0.7</cdr:y>
    </cdr:from>
    <cdr:to>
      <cdr:x>0.14286</cdr:x>
      <cdr:y>0.84211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31A2658E-8E7C-027A-8066-5BA7E4656D11}"/>
            </a:ext>
          </a:extLst>
        </cdr:cNvPr>
        <cdr:cNvSpPr/>
      </cdr:nvSpPr>
      <cdr:spPr>
        <a:xfrm xmlns:a="http://schemas.openxmlformats.org/drawingml/2006/main">
          <a:off x="1600200" y="5067299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0.19704</cdr:x>
      <cdr:y>0.70396</cdr:y>
    </cdr:from>
    <cdr:to>
      <cdr:x>0.23645</cdr:x>
      <cdr:y>0.84607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704AB2E0-6435-172C-429D-1905F1C565FB}"/>
            </a:ext>
          </a:extLst>
        </cdr:cNvPr>
        <cdr:cNvSpPr/>
      </cdr:nvSpPr>
      <cdr:spPr>
        <a:xfrm xmlns:a="http://schemas.openxmlformats.org/drawingml/2006/main">
          <a:off x="3048000" y="5095981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0.29803</cdr:x>
      <cdr:y>0.70195</cdr:y>
    </cdr:from>
    <cdr:to>
      <cdr:x>0.33744</cdr:x>
      <cdr:y>0.84406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704AB2E0-6435-172C-429D-1905F1C565FB}"/>
            </a:ext>
          </a:extLst>
        </cdr:cNvPr>
        <cdr:cNvSpPr/>
      </cdr:nvSpPr>
      <cdr:spPr>
        <a:xfrm xmlns:a="http://schemas.openxmlformats.org/drawingml/2006/main">
          <a:off x="4610100" y="5081426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0.40148</cdr:x>
      <cdr:y>0.69279</cdr:y>
    </cdr:from>
    <cdr:to>
      <cdr:x>0.44089</cdr:x>
      <cdr:y>0.83489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A94AF35D-A0DD-18A7-9CD9-DD8F89EC3829}"/>
            </a:ext>
          </a:extLst>
        </cdr:cNvPr>
        <cdr:cNvSpPr/>
      </cdr:nvSpPr>
      <cdr:spPr>
        <a:xfrm xmlns:a="http://schemas.openxmlformats.org/drawingml/2006/main">
          <a:off x="6210300" y="5015072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0.49507</cdr:x>
      <cdr:y>0.69675</cdr:y>
    </cdr:from>
    <cdr:to>
      <cdr:x>0.53448</cdr:x>
      <cdr:y>0.83885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76DBB3FF-7833-4D54-442B-49B071BF6200}"/>
            </a:ext>
          </a:extLst>
        </cdr:cNvPr>
        <cdr:cNvSpPr/>
      </cdr:nvSpPr>
      <cdr:spPr>
        <a:xfrm xmlns:a="http://schemas.openxmlformats.org/drawingml/2006/main">
          <a:off x="7658100" y="5043754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0.59606</cdr:x>
      <cdr:y>0.69474</cdr:y>
    </cdr:from>
    <cdr:to>
      <cdr:x>0.63547</cdr:x>
      <cdr:y>0.83684</cdr:y>
    </cdr:to>
    <cdr:sp macro="" textlink="">
      <cdr:nvSpPr>
        <cdr:cNvPr id="7" name="Rectangle 6">
          <a:extLst xmlns:a="http://schemas.openxmlformats.org/drawingml/2006/main">
            <a:ext uri="{FF2B5EF4-FFF2-40B4-BE49-F238E27FC236}">
              <a16:creationId xmlns:a16="http://schemas.microsoft.com/office/drawing/2014/main" id="{5E973E1E-2F12-3D09-B9B2-622D074FD351}"/>
            </a:ext>
          </a:extLst>
        </cdr:cNvPr>
        <cdr:cNvSpPr/>
      </cdr:nvSpPr>
      <cdr:spPr>
        <a:xfrm xmlns:a="http://schemas.openxmlformats.org/drawingml/2006/main">
          <a:off x="9220200" y="5029199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0.70197</cdr:x>
      <cdr:y>0.69279</cdr:y>
    </cdr:from>
    <cdr:to>
      <cdr:x>0.74138</cdr:x>
      <cdr:y>0.83489</cdr:y>
    </cdr:to>
    <cdr:sp macro="" textlink="">
      <cdr:nvSpPr>
        <cdr:cNvPr id="8" name="Rectangle 7">
          <a:extLst xmlns:a="http://schemas.openxmlformats.org/drawingml/2006/main">
            <a:ext uri="{FF2B5EF4-FFF2-40B4-BE49-F238E27FC236}">
              <a16:creationId xmlns:a16="http://schemas.microsoft.com/office/drawing/2014/main" id="{A94AF35D-A0DD-18A7-9CD9-DD8F89EC3829}"/>
            </a:ext>
          </a:extLst>
        </cdr:cNvPr>
        <cdr:cNvSpPr/>
      </cdr:nvSpPr>
      <cdr:spPr>
        <a:xfrm xmlns:a="http://schemas.openxmlformats.org/drawingml/2006/main">
          <a:off x="10858500" y="5015072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0.79557</cdr:x>
      <cdr:y>0.69675</cdr:y>
    </cdr:from>
    <cdr:to>
      <cdr:x>0.83498</cdr:x>
      <cdr:y>0.83885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76DBB3FF-7833-4D54-442B-49B071BF6200}"/>
            </a:ext>
          </a:extLst>
        </cdr:cNvPr>
        <cdr:cNvSpPr/>
      </cdr:nvSpPr>
      <cdr:spPr>
        <a:xfrm xmlns:a="http://schemas.openxmlformats.org/drawingml/2006/main">
          <a:off x="12306300" y="5043754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0.89655</cdr:x>
      <cdr:y>0.69474</cdr:y>
    </cdr:from>
    <cdr:to>
      <cdr:x>0.93596</cdr:x>
      <cdr:y>0.83684</cdr:y>
    </cdr:to>
    <cdr:sp macro="" textlink="">
      <cdr:nvSpPr>
        <cdr:cNvPr id="10" name="Rectangle 9">
          <a:extLst xmlns:a="http://schemas.openxmlformats.org/drawingml/2006/main">
            <a:ext uri="{FF2B5EF4-FFF2-40B4-BE49-F238E27FC236}">
              <a16:creationId xmlns:a16="http://schemas.microsoft.com/office/drawing/2014/main" id="{5E973E1E-2F12-3D09-B9B2-622D074FD351}"/>
            </a:ext>
          </a:extLst>
        </cdr:cNvPr>
        <cdr:cNvSpPr/>
      </cdr:nvSpPr>
      <cdr:spPr>
        <a:xfrm xmlns:a="http://schemas.openxmlformats.org/drawingml/2006/main">
          <a:off x="13868400" y="5029199"/>
          <a:ext cx="6096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0.1133</cdr:x>
      <cdr:y>0.85263</cdr:y>
    </cdr:from>
    <cdr:to>
      <cdr:x>0.12972</cdr:x>
      <cdr:y>0.99474</cdr:y>
    </cdr:to>
    <cdr:sp macro="" textlink="">
      <cdr:nvSpPr>
        <cdr:cNvPr id="11" name="Rectangle 10">
          <a:extLst xmlns:a="http://schemas.openxmlformats.org/drawingml/2006/main">
            <a:ext uri="{FF2B5EF4-FFF2-40B4-BE49-F238E27FC236}">
              <a16:creationId xmlns:a16="http://schemas.microsoft.com/office/drawing/2014/main" id="{6D717E5B-E127-7B7F-C56E-6B36DC949079}"/>
            </a:ext>
          </a:extLst>
        </cdr:cNvPr>
        <cdr:cNvSpPr/>
      </cdr:nvSpPr>
      <cdr:spPr>
        <a:xfrm xmlns:a="http://schemas.openxmlformats.org/drawingml/2006/main">
          <a:off x="1752600" y="6172199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0.21182</cdr:x>
      <cdr:y>0.85577</cdr:y>
    </cdr:from>
    <cdr:to>
      <cdr:x>0.22824</cdr:x>
      <cdr:y>0.99787</cdr:y>
    </cdr:to>
    <cdr:sp macro="" textlink="">
      <cdr:nvSpPr>
        <cdr:cNvPr id="12" name="Rectangle 11">
          <a:extLst xmlns:a="http://schemas.openxmlformats.org/drawingml/2006/main">
            <a:ext uri="{FF2B5EF4-FFF2-40B4-BE49-F238E27FC236}">
              <a16:creationId xmlns:a16="http://schemas.microsoft.com/office/drawing/2014/main" id="{F457EF46-9C22-F43F-25DB-6173D1F03E6F}"/>
            </a:ext>
          </a:extLst>
        </cdr:cNvPr>
        <cdr:cNvSpPr/>
      </cdr:nvSpPr>
      <cdr:spPr>
        <a:xfrm xmlns:a="http://schemas.openxmlformats.org/drawingml/2006/main">
          <a:off x="3276600" y="6194889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0.31034</cdr:x>
      <cdr:y>0.85435</cdr:y>
    </cdr:from>
    <cdr:to>
      <cdr:x>0.32677</cdr:x>
      <cdr:y>0.99645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F457EF46-9C22-F43F-25DB-6173D1F03E6F}"/>
            </a:ext>
          </a:extLst>
        </cdr:cNvPr>
        <cdr:cNvSpPr/>
      </cdr:nvSpPr>
      <cdr:spPr>
        <a:xfrm xmlns:a="http://schemas.openxmlformats.org/drawingml/2006/main">
          <a:off x="4800600" y="6184615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0.40887</cdr:x>
      <cdr:y>0.84211</cdr:y>
    </cdr:from>
    <cdr:to>
      <cdr:x>0.43021</cdr:x>
      <cdr:y>0.98421</cdr:y>
    </cdr:to>
    <cdr:sp macro="" textlink="">
      <cdr:nvSpPr>
        <cdr:cNvPr id="14" name="Rectangle 13">
          <a:extLst xmlns:a="http://schemas.openxmlformats.org/drawingml/2006/main">
            <a:ext uri="{FF2B5EF4-FFF2-40B4-BE49-F238E27FC236}">
              <a16:creationId xmlns:a16="http://schemas.microsoft.com/office/drawing/2014/main" id="{FE340F8B-5A8D-3B0B-4640-0D3B18FAF1B3}"/>
            </a:ext>
          </a:extLst>
        </cdr:cNvPr>
        <cdr:cNvSpPr/>
      </cdr:nvSpPr>
      <cdr:spPr>
        <a:xfrm xmlns:a="http://schemas.openxmlformats.org/drawingml/2006/main">
          <a:off x="6324600" y="6095999"/>
          <a:ext cx="3302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0.51232</cdr:x>
      <cdr:y>0.84211</cdr:y>
    </cdr:from>
    <cdr:to>
      <cdr:x>0.52874</cdr:x>
      <cdr:y>0.98421</cdr:y>
    </cdr:to>
    <cdr:sp macro="" textlink="">
      <cdr:nvSpPr>
        <cdr:cNvPr id="15" name="Rectangle 14">
          <a:extLst xmlns:a="http://schemas.openxmlformats.org/drawingml/2006/main">
            <a:ext uri="{FF2B5EF4-FFF2-40B4-BE49-F238E27FC236}">
              <a16:creationId xmlns:a16="http://schemas.microsoft.com/office/drawing/2014/main" id="{76280643-2474-0AFA-44B3-6F49C65438A8}"/>
            </a:ext>
          </a:extLst>
        </cdr:cNvPr>
        <cdr:cNvSpPr/>
      </cdr:nvSpPr>
      <cdr:spPr>
        <a:xfrm xmlns:a="http://schemas.openxmlformats.org/drawingml/2006/main">
          <a:off x="7924800" y="6095999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0.61084</cdr:x>
      <cdr:y>0.84211</cdr:y>
    </cdr:from>
    <cdr:to>
      <cdr:x>0.62726</cdr:x>
      <cdr:y>0.98421</cdr:y>
    </cdr:to>
    <cdr:sp macro="" textlink="">
      <cdr:nvSpPr>
        <cdr:cNvPr id="16" name="Rectangle 15">
          <a:extLst xmlns:a="http://schemas.openxmlformats.org/drawingml/2006/main">
            <a:ext uri="{FF2B5EF4-FFF2-40B4-BE49-F238E27FC236}">
              <a16:creationId xmlns:a16="http://schemas.microsoft.com/office/drawing/2014/main" id="{3DBCD34C-41C9-8290-B67A-0D675BA6C5F2}"/>
            </a:ext>
          </a:extLst>
        </cdr:cNvPr>
        <cdr:cNvSpPr/>
      </cdr:nvSpPr>
      <cdr:spPr>
        <a:xfrm xmlns:a="http://schemas.openxmlformats.org/drawingml/2006/main">
          <a:off x="9448800" y="6095999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0.70936</cdr:x>
      <cdr:y>0.85624</cdr:y>
    </cdr:from>
    <cdr:to>
      <cdr:x>0.72578</cdr:x>
      <cdr:y>0.99834</cdr:y>
    </cdr:to>
    <cdr:sp macro="" textlink="">
      <cdr:nvSpPr>
        <cdr:cNvPr id="17" name="Rectangle 16">
          <a:extLst xmlns:a="http://schemas.openxmlformats.org/drawingml/2006/main">
            <a:ext uri="{FF2B5EF4-FFF2-40B4-BE49-F238E27FC236}">
              <a16:creationId xmlns:a16="http://schemas.microsoft.com/office/drawing/2014/main" id="{9ADA4E0D-0A84-659F-EF61-4F23CC34184D}"/>
            </a:ext>
          </a:extLst>
        </cdr:cNvPr>
        <cdr:cNvSpPr/>
      </cdr:nvSpPr>
      <cdr:spPr>
        <a:xfrm xmlns:a="http://schemas.openxmlformats.org/drawingml/2006/main">
          <a:off x="10972800" y="6198313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0.80788</cdr:x>
      <cdr:y>0.85624</cdr:y>
    </cdr:from>
    <cdr:to>
      <cdr:x>0.8243</cdr:x>
      <cdr:y>0.99834</cdr:y>
    </cdr:to>
    <cdr:sp macro="" textlink="">
      <cdr:nvSpPr>
        <cdr:cNvPr id="18" name="Rectangle 17">
          <a:extLst xmlns:a="http://schemas.openxmlformats.org/drawingml/2006/main">
            <a:ext uri="{FF2B5EF4-FFF2-40B4-BE49-F238E27FC236}">
              <a16:creationId xmlns:a16="http://schemas.microsoft.com/office/drawing/2014/main" id="{E965D0A1-9063-9418-6B53-9ADD48C4FF8D}"/>
            </a:ext>
          </a:extLst>
        </cdr:cNvPr>
        <cdr:cNvSpPr/>
      </cdr:nvSpPr>
      <cdr:spPr>
        <a:xfrm xmlns:a="http://schemas.openxmlformats.org/drawingml/2006/main">
          <a:off x="12496800" y="6198313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0.9064</cdr:x>
      <cdr:y>0.85624</cdr:y>
    </cdr:from>
    <cdr:to>
      <cdr:x>0.92282</cdr:x>
      <cdr:y>0.99834</cdr:y>
    </cdr:to>
    <cdr:sp macro="" textlink="">
      <cdr:nvSpPr>
        <cdr:cNvPr id="19" name="Rectangle 18">
          <a:extLst xmlns:a="http://schemas.openxmlformats.org/drawingml/2006/main">
            <a:ext uri="{FF2B5EF4-FFF2-40B4-BE49-F238E27FC236}">
              <a16:creationId xmlns:a16="http://schemas.microsoft.com/office/drawing/2014/main" id="{EFC7C48D-FFD7-B155-C16E-C0B691FFF9B7}"/>
            </a:ext>
          </a:extLst>
        </cdr:cNvPr>
        <cdr:cNvSpPr/>
      </cdr:nvSpPr>
      <cdr:spPr>
        <a:xfrm xmlns:a="http://schemas.openxmlformats.org/drawingml/2006/main">
          <a:off x="14020800" y="6198313"/>
          <a:ext cx="254000" cy="10287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0.04733</cdr:x>
      <cdr:y>0.06316</cdr:y>
    </cdr:from>
    <cdr:to>
      <cdr:x>0.06375</cdr:x>
      <cdr:y>0.70526</cdr:y>
    </cdr:to>
    <cdr:sp macro="" textlink="">
      <cdr:nvSpPr>
        <cdr:cNvPr id="20" name="Rectangle 19">
          <a:extLst xmlns:a="http://schemas.openxmlformats.org/drawingml/2006/main">
            <a:ext uri="{FF2B5EF4-FFF2-40B4-BE49-F238E27FC236}">
              <a16:creationId xmlns:a16="http://schemas.microsoft.com/office/drawing/2014/main" id="{ABB8EA78-5237-61E0-0510-82BA59318F43}"/>
            </a:ext>
          </a:extLst>
        </cdr:cNvPr>
        <cdr:cNvSpPr/>
      </cdr:nvSpPr>
      <cdr:spPr>
        <a:xfrm xmlns:a="http://schemas.openxmlformats.org/drawingml/2006/main">
          <a:off x="732176" y="457199"/>
          <a:ext cx="254000" cy="46482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0.97701</cdr:x>
      <cdr:y>0.06316</cdr:y>
    </cdr:from>
    <cdr:to>
      <cdr:x>0.99343</cdr:x>
      <cdr:y>0.70526</cdr:y>
    </cdr:to>
    <cdr:sp macro="" textlink="">
      <cdr:nvSpPr>
        <cdr:cNvPr id="21" name="Rectangle 20">
          <a:extLst xmlns:a="http://schemas.openxmlformats.org/drawingml/2006/main">
            <a:ext uri="{FF2B5EF4-FFF2-40B4-BE49-F238E27FC236}">
              <a16:creationId xmlns:a16="http://schemas.microsoft.com/office/drawing/2014/main" id="{D037D30D-A5ED-6DA3-EB7F-FABEC7A049B7}"/>
            </a:ext>
          </a:extLst>
        </cdr:cNvPr>
        <cdr:cNvSpPr/>
      </cdr:nvSpPr>
      <cdr:spPr>
        <a:xfrm xmlns:a="http://schemas.openxmlformats.org/drawingml/2006/main">
          <a:off x="15113000" y="457199"/>
          <a:ext cx="254000" cy="46482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0.01468</cdr:x>
      <cdr:y>0.00638</cdr:y>
    </cdr:from>
    <cdr:to>
      <cdr:x>0.95596</cdr:x>
      <cdr:y>0.09459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5725" y="28571"/>
          <a:ext cx="5495936" cy="3953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US" sz="2300" b="1"/>
            <a:t>Monthwise Incidents Analysis</a:t>
          </a:r>
        </a:p>
      </cdr:txBody>
    </cdr:sp>
  </cdr:relSizeAnchor>
  <cdr:relSizeAnchor xmlns:cdr="http://schemas.openxmlformats.org/drawingml/2006/chartDrawing">
    <cdr:from>
      <cdr:x>0.125</cdr:x>
      <cdr:y>0.71111</cdr:y>
    </cdr:from>
    <cdr:to>
      <cdr:x>0.13462</cdr:x>
      <cdr:y>0.73333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31A2658E-8E7C-027A-8066-5BA7E4656D11}"/>
            </a:ext>
          </a:extLst>
        </cdr:cNvPr>
        <cdr:cNvSpPr/>
      </cdr:nvSpPr>
      <cdr:spPr>
        <a:xfrm xmlns:a="http://schemas.openxmlformats.org/drawingml/2006/main">
          <a:off x="19812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0.22436</cdr:x>
      <cdr:y>0.71852</cdr:y>
    </cdr:from>
    <cdr:to>
      <cdr:x>0.23397</cdr:x>
      <cdr:y>0.74074</cdr:y>
    </cdr:to>
    <cdr:sp macro="" textlink="">
      <cdr:nvSpPr>
        <cdr:cNvPr id="4" name="Rectangle 3">
          <a:extLst xmlns:a="http://schemas.openxmlformats.org/drawingml/2006/main">
            <a:ext uri="{FF2B5EF4-FFF2-40B4-BE49-F238E27FC236}">
              <a16:creationId xmlns:a16="http://schemas.microsoft.com/office/drawing/2014/main" id="{0AB5719F-CB35-90E6-2C0A-A70C72A4CBFE}"/>
            </a:ext>
          </a:extLst>
        </cdr:cNvPr>
        <cdr:cNvSpPr/>
      </cdr:nvSpPr>
      <cdr:spPr>
        <a:xfrm xmlns:a="http://schemas.openxmlformats.org/drawingml/2006/main">
          <a:off x="3556000" y="49276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0.32452</cdr:x>
      <cdr:y>0.71111</cdr:y>
    </cdr:from>
    <cdr:to>
      <cdr:x>0.33413</cdr:x>
      <cdr:y>0.73333</cdr:y>
    </cdr:to>
    <cdr:sp macro="" textlink="">
      <cdr:nvSpPr>
        <cdr:cNvPr id="5" name="Rectangle 4">
          <a:extLst xmlns:a="http://schemas.openxmlformats.org/drawingml/2006/main">
            <a:ext uri="{FF2B5EF4-FFF2-40B4-BE49-F238E27FC236}">
              <a16:creationId xmlns:a16="http://schemas.microsoft.com/office/drawing/2014/main" id="{0AB5719F-CB35-90E6-2C0A-A70C72A4CBFE}"/>
            </a:ext>
          </a:extLst>
        </cdr:cNvPr>
        <cdr:cNvSpPr/>
      </cdr:nvSpPr>
      <cdr:spPr>
        <a:xfrm xmlns:a="http://schemas.openxmlformats.org/drawingml/2006/main">
          <a:off x="51435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0.42788</cdr:x>
      <cdr:y>0.71111</cdr:y>
    </cdr:from>
    <cdr:to>
      <cdr:x>0.4375</cdr:x>
      <cdr:y>0.73333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0AB5719F-CB35-90E6-2C0A-A70C72A4CBFE}"/>
            </a:ext>
          </a:extLst>
        </cdr:cNvPr>
        <cdr:cNvSpPr/>
      </cdr:nvSpPr>
      <cdr:spPr>
        <a:xfrm xmlns:a="http://schemas.openxmlformats.org/drawingml/2006/main">
          <a:off x="67818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0.52885</cdr:x>
      <cdr:y>0.71111</cdr:y>
    </cdr:from>
    <cdr:to>
      <cdr:x>0.53846</cdr:x>
      <cdr:y>0.73333</cdr:y>
    </cdr:to>
    <cdr:sp macro="" textlink="">
      <cdr:nvSpPr>
        <cdr:cNvPr id="7" name="Rectangle 6">
          <a:extLst xmlns:a="http://schemas.openxmlformats.org/drawingml/2006/main">
            <a:ext uri="{FF2B5EF4-FFF2-40B4-BE49-F238E27FC236}">
              <a16:creationId xmlns:a16="http://schemas.microsoft.com/office/drawing/2014/main" id="{61777DA1-AEB6-C77F-395F-CC850152D88A}"/>
            </a:ext>
          </a:extLst>
        </cdr:cNvPr>
        <cdr:cNvSpPr/>
      </cdr:nvSpPr>
      <cdr:spPr>
        <a:xfrm xmlns:a="http://schemas.openxmlformats.org/drawingml/2006/main">
          <a:off x="83820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0.62981</cdr:x>
      <cdr:y>0.71111</cdr:y>
    </cdr:from>
    <cdr:to>
      <cdr:x>0.63942</cdr:x>
      <cdr:y>0.73333</cdr:y>
    </cdr:to>
    <cdr:sp macro="" textlink="">
      <cdr:nvSpPr>
        <cdr:cNvPr id="8" name="Rectangle 7">
          <a:extLst xmlns:a="http://schemas.openxmlformats.org/drawingml/2006/main">
            <a:ext uri="{FF2B5EF4-FFF2-40B4-BE49-F238E27FC236}">
              <a16:creationId xmlns:a16="http://schemas.microsoft.com/office/drawing/2014/main" id="{85342208-0FAE-5B3C-DF91-A2134C3908A3}"/>
            </a:ext>
          </a:extLst>
        </cdr:cNvPr>
        <cdr:cNvSpPr/>
      </cdr:nvSpPr>
      <cdr:spPr>
        <a:xfrm xmlns:a="http://schemas.openxmlformats.org/drawingml/2006/main">
          <a:off x="99822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0.73077</cdr:x>
      <cdr:y>0.71111</cdr:y>
    </cdr:from>
    <cdr:to>
      <cdr:x>0.74038</cdr:x>
      <cdr:y>0.73333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85342208-0FAE-5B3C-DF91-A2134C3908A3}"/>
            </a:ext>
          </a:extLst>
        </cdr:cNvPr>
        <cdr:cNvSpPr/>
      </cdr:nvSpPr>
      <cdr:spPr>
        <a:xfrm xmlns:a="http://schemas.openxmlformats.org/drawingml/2006/main">
          <a:off x="115824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0.82692</cdr:x>
      <cdr:y>0.71111</cdr:y>
    </cdr:from>
    <cdr:to>
      <cdr:x>0.83654</cdr:x>
      <cdr:y>0.73333</cdr:y>
    </cdr:to>
    <cdr:sp macro="" textlink="">
      <cdr:nvSpPr>
        <cdr:cNvPr id="10" name="Rectangle 9">
          <a:extLst xmlns:a="http://schemas.openxmlformats.org/drawingml/2006/main">
            <a:ext uri="{FF2B5EF4-FFF2-40B4-BE49-F238E27FC236}">
              <a16:creationId xmlns:a16="http://schemas.microsoft.com/office/drawing/2014/main" id="{0635BE9F-4DEA-4156-B4E6-22C061A1C061}"/>
            </a:ext>
          </a:extLst>
        </cdr:cNvPr>
        <cdr:cNvSpPr/>
      </cdr:nvSpPr>
      <cdr:spPr>
        <a:xfrm xmlns:a="http://schemas.openxmlformats.org/drawingml/2006/main">
          <a:off x="131064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0.93269</cdr:x>
      <cdr:y>0.71111</cdr:y>
    </cdr:from>
    <cdr:to>
      <cdr:x>0.94231</cdr:x>
      <cdr:y>0.73333</cdr:y>
    </cdr:to>
    <cdr:sp macro="" textlink="">
      <cdr:nvSpPr>
        <cdr:cNvPr id="11" name="Rectangle 10">
          <a:extLst xmlns:a="http://schemas.openxmlformats.org/drawingml/2006/main">
            <a:ext uri="{FF2B5EF4-FFF2-40B4-BE49-F238E27FC236}">
              <a16:creationId xmlns:a16="http://schemas.microsoft.com/office/drawing/2014/main" id="{0635BE9F-4DEA-4156-B4E6-22C061A1C061}"/>
            </a:ext>
          </a:extLst>
        </cdr:cNvPr>
        <cdr:cNvSpPr/>
      </cdr:nvSpPr>
      <cdr:spPr>
        <a:xfrm xmlns:a="http://schemas.openxmlformats.org/drawingml/2006/main">
          <a:off x="14782800" y="4876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0.90385</cdr:x>
      <cdr:y>0.58889</cdr:y>
    </cdr:from>
    <cdr:to>
      <cdr:x>0.95192</cdr:x>
      <cdr:y>0.62222</cdr:y>
    </cdr:to>
    <cdr:sp macro="" textlink="">
      <cdr:nvSpPr>
        <cdr:cNvPr id="12" name="Rectangle 11">
          <a:extLst xmlns:a="http://schemas.openxmlformats.org/drawingml/2006/main">
            <a:ext uri="{FF2B5EF4-FFF2-40B4-BE49-F238E27FC236}">
              <a16:creationId xmlns:a16="http://schemas.microsoft.com/office/drawing/2014/main" id="{E5844D2F-44E9-660D-5E31-5D26852B37D2}"/>
            </a:ext>
          </a:extLst>
        </cdr:cNvPr>
        <cdr:cNvSpPr/>
      </cdr:nvSpPr>
      <cdr:spPr>
        <a:xfrm xmlns:a="http://schemas.openxmlformats.org/drawingml/2006/main">
          <a:off x="14325600" y="40386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0.80288</cdr:x>
      <cdr:y>0.64444</cdr:y>
    </cdr:from>
    <cdr:to>
      <cdr:x>0.85096</cdr:x>
      <cdr:y>0.67778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85DB5F6D-BE9C-46D7-B6E3-B62754A56516}"/>
            </a:ext>
          </a:extLst>
        </cdr:cNvPr>
        <cdr:cNvSpPr/>
      </cdr:nvSpPr>
      <cdr:spPr>
        <a:xfrm xmlns:a="http://schemas.openxmlformats.org/drawingml/2006/main">
          <a:off x="12725400" y="44196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0.70192</cdr:x>
      <cdr:y>0.61111</cdr:y>
    </cdr:from>
    <cdr:to>
      <cdr:x>0.75</cdr:x>
      <cdr:y>0.64444</cdr:y>
    </cdr:to>
    <cdr:sp macro="" textlink="">
      <cdr:nvSpPr>
        <cdr:cNvPr id="14" name="Rectangle 13">
          <a:extLst xmlns:a="http://schemas.openxmlformats.org/drawingml/2006/main">
            <a:ext uri="{FF2B5EF4-FFF2-40B4-BE49-F238E27FC236}">
              <a16:creationId xmlns:a16="http://schemas.microsoft.com/office/drawing/2014/main" id="{F74D744F-48A7-6466-FA90-4D8ECBE1BF36}"/>
            </a:ext>
          </a:extLst>
        </cdr:cNvPr>
        <cdr:cNvSpPr/>
      </cdr:nvSpPr>
      <cdr:spPr>
        <a:xfrm xmlns:a="http://schemas.openxmlformats.org/drawingml/2006/main">
          <a:off x="11125200" y="41910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0.60096</cdr:x>
      <cdr:y>0.6</cdr:y>
    </cdr:from>
    <cdr:to>
      <cdr:x>0.64904</cdr:x>
      <cdr:y>0.63333</cdr:y>
    </cdr:to>
    <cdr:sp macro="" textlink="">
      <cdr:nvSpPr>
        <cdr:cNvPr id="15" name="Rectangle 14">
          <a:extLst xmlns:a="http://schemas.openxmlformats.org/drawingml/2006/main">
            <a:ext uri="{FF2B5EF4-FFF2-40B4-BE49-F238E27FC236}">
              <a16:creationId xmlns:a16="http://schemas.microsoft.com/office/drawing/2014/main" id="{76041957-FDB5-F397-6285-2CF7C9FF51D8}"/>
            </a:ext>
          </a:extLst>
        </cdr:cNvPr>
        <cdr:cNvSpPr/>
      </cdr:nvSpPr>
      <cdr:spPr>
        <a:xfrm xmlns:a="http://schemas.openxmlformats.org/drawingml/2006/main">
          <a:off x="9525000" y="41148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</cdr:x>
      <cdr:y>0.62222</cdr:y>
    </cdr:from>
    <cdr:to>
      <cdr:x>0.54808</cdr:x>
      <cdr:y>0.65556</cdr:y>
    </cdr:to>
    <cdr:sp macro="" textlink="">
      <cdr:nvSpPr>
        <cdr:cNvPr id="16" name="Rectangle 15">
          <a:extLst xmlns:a="http://schemas.openxmlformats.org/drawingml/2006/main">
            <a:ext uri="{FF2B5EF4-FFF2-40B4-BE49-F238E27FC236}">
              <a16:creationId xmlns:a16="http://schemas.microsoft.com/office/drawing/2014/main" id="{09FCA824-C329-6CDA-2030-689791AEB30C}"/>
            </a:ext>
          </a:extLst>
        </cdr:cNvPr>
        <cdr:cNvSpPr/>
      </cdr:nvSpPr>
      <cdr:spPr>
        <a:xfrm xmlns:a="http://schemas.openxmlformats.org/drawingml/2006/main">
          <a:off x="7924800" y="42672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0.39904</cdr:x>
      <cdr:y>0.54444</cdr:y>
    </cdr:from>
    <cdr:to>
      <cdr:x>0.44712</cdr:x>
      <cdr:y>0.57778</cdr:y>
    </cdr:to>
    <cdr:sp macro="" textlink="">
      <cdr:nvSpPr>
        <cdr:cNvPr id="17" name="Rectangle 16">
          <a:extLst xmlns:a="http://schemas.openxmlformats.org/drawingml/2006/main">
            <a:ext uri="{FF2B5EF4-FFF2-40B4-BE49-F238E27FC236}">
              <a16:creationId xmlns:a16="http://schemas.microsoft.com/office/drawing/2014/main" id="{09FCA824-C329-6CDA-2030-689791AEB30C}"/>
            </a:ext>
          </a:extLst>
        </cdr:cNvPr>
        <cdr:cNvSpPr/>
      </cdr:nvSpPr>
      <cdr:spPr>
        <a:xfrm xmlns:a="http://schemas.openxmlformats.org/drawingml/2006/main">
          <a:off x="6324600" y="37338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0.29327</cdr:x>
      <cdr:y>0.58889</cdr:y>
    </cdr:from>
    <cdr:to>
      <cdr:x>0.34135</cdr:x>
      <cdr:y>0.62222</cdr:y>
    </cdr:to>
    <cdr:sp macro="" textlink="">
      <cdr:nvSpPr>
        <cdr:cNvPr id="18" name="Rectangle 17">
          <a:extLst xmlns:a="http://schemas.openxmlformats.org/drawingml/2006/main">
            <a:ext uri="{FF2B5EF4-FFF2-40B4-BE49-F238E27FC236}">
              <a16:creationId xmlns:a16="http://schemas.microsoft.com/office/drawing/2014/main" id="{09FCA824-C329-6CDA-2030-689791AEB30C}"/>
            </a:ext>
          </a:extLst>
        </cdr:cNvPr>
        <cdr:cNvSpPr/>
      </cdr:nvSpPr>
      <cdr:spPr>
        <a:xfrm xmlns:a="http://schemas.openxmlformats.org/drawingml/2006/main">
          <a:off x="4648200" y="40386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0.19712</cdr:x>
      <cdr:y>0.57778</cdr:y>
    </cdr:from>
    <cdr:to>
      <cdr:x>0.24519</cdr:x>
      <cdr:y>0.61111</cdr:y>
    </cdr:to>
    <cdr:sp macro="" textlink="">
      <cdr:nvSpPr>
        <cdr:cNvPr id="19" name="Rectangle 18">
          <a:extLst xmlns:a="http://schemas.openxmlformats.org/drawingml/2006/main">
            <a:ext uri="{FF2B5EF4-FFF2-40B4-BE49-F238E27FC236}">
              <a16:creationId xmlns:a16="http://schemas.microsoft.com/office/drawing/2014/main" id="{D6489872-6CD2-DEB5-434C-3BCA7876572C}"/>
            </a:ext>
          </a:extLst>
        </cdr:cNvPr>
        <cdr:cNvSpPr/>
      </cdr:nvSpPr>
      <cdr:spPr>
        <a:xfrm xmlns:a="http://schemas.openxmlformats.org/drawingml/2006/main">
          <a:off x="3124200" y="39624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0.09615</cdr:x>
      <cdr:y>0.62222</cdr:y>
    </cdr:from>
    <cdr:to>
      <cdr:x>0.14423</cdr:x>
      <cdr:y>0.65556</cdr:y>
    </cdr:to>
    <cdr:sp macro="" textlink="">
      <cdr:nvSpPr>
        <cdr:cNvPr id="20" name="Rectangle 19">
          <a:extLst xmlns:a="http://schemas.openxmlformats.org/drawingml/2006/main">
            <a:ext uri="{FF2B5EF4-FFF2-40B4-BE49-F238E27FC236}">
              <a16:creationId xmlns:a16="http://schemas.microsoft.com/office/drawing/2014/main" id="{D0F1D098-635B-A1CE-13F7-0C15D166C9C7}"/>
            </a:ext>
          </a:extLst>
        </cdr:cNvPr>
        <cdr:cNvSpPr/>
      </cdr:nvSpPr>
      <cdr:spPr>
        <a:xfrm xmlns:a="http://schemas.openxmlformats.org/drawingml/2006/main">
          <a:off x="1524000" y="4267200"/>
          <a:ext cx="7620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0.11538</cdr:x>
      <cdr:y>0.54444</cdr:y>
    </cdr:from>
    <cdr:to>
      <cdr:x>0.125</cdr:x>
      <cdr:y>0.56667</cdr:y>
    </cdr:to>
    <cdr:sp macro="" textlink="">
      <cdr:nvSpPr>
        <cdr:cNvPr id="21" name="Rectangle 20">
          <a:extLst xmlns:a="http://schemas.openxmlformats.org/drawingml/2006/main">
            <a:ext uri="{FF2B5EF4-FFF2-40B4-BE49-F238E27FC236}">
              <a16:creationId xmlns:a16="http://schemas.microsoft.com/office/drawing/2014/main" id="{E3B65D2D-33BB-8321-26B7-9D0325DE442E}"/>
            </a:ext>
          </a:extLst>
        </cdr:cNvPr>
        <cdr:cNvSpPr/>
      </cdr:nvSpPr>
      <cdr:spPr>
        <a:xfrm xmlns:a="http://schemas.openxmlformats.org/drawingml/2006/main">
          <a:off x="1828800" y="37338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0.11538</cdr:x>
      <cdr:y>0.58889</cdr:y>
    </cdr:from>
    <cdr:to>
      <cdr:x>0.125</cdr:x>
      <cdr:y>0.61111</cdr:y>
    </cdr:to>
    <cdr:sp macro="" textlink="">
      <cdr:nvSpPr>
        <cdr:cNvPr id="22" name="Rectangle 21">
          <a:extLst xmlns:a="http://schemas.openxmlformats.org/drawingml/2006/main">
            <a:ext uri="{FF2B5EF4-FFF2-40B4-BE49-F238E27FC236}">
              <a16:creationId xmlns:a16="http://schemas.microsoft.com/office/drawing/2014/main" id="{784C4F0F-B329-20EC-89C7-2D90444302E9}"/>
            </a:ext>
          </a:extLst>
        </cdr:cNvPr>
        <cdr:cNvSpPr/>
      </cdr:nvSpPr>
      <cdr:spPr>
        <a:xfrm xmlns:a="http://schemas.openxmlformats.org/drawingml/2006/main">
          <a:off x="1828800" y="40386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0.21635</cdr:x>
      <cdr:y>0.47778</cdr:y>
    </cdr:from>
    <cdr:to>
      <cdr:x>0.22596</cdr:x>
      <cdr:y>0.5</cdr:y>
    </cdr:to>
    <cdr:sp macro="" textlink="">
      <cdr:nvSpPr>
        <cdr:cNvPr id="23" name="Rectangle 22">
          <a:extLst xmlns:a="http://schemas.openxmlformats.org/drawingml/2006/main">
            <a:ext uri="{FF2B5EF4-FFF2-40B4-BE49-F238E27FC236}">
              <a16:creationId xmlns:a16="http://schemas.microsoft.com/office/drawing/2014/main" id="{352EB4F8-A6DB-13D9-B6C9-D141A604854E}"/>
            </a:ext>
          </a:extLst>
        </cdr:cNvPr>
        <cdr:cNvSpPr/>
      </cdr:nvSpPr>
      <cdr:spPr>
        <a:xfrm xmlns:a="http://schemas.openxmlformats.org/drawingml/2006/main">
          <a:off x="3429000" y="32766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0.31731</cdr:x>
      <cdr:y>0.52222</cdr:y>
    </cdr:from>
    <cdr:to>
      <cdr:x>0.32692</cdr:x>
      <cdr:y>0.54444</cdr:y>
    </cdr:to>
    <cdr:sp macro="" textlink="">
      <cdr:nvSpPr>
        <cdr:cNvPr id="24" name="Rectangle 23">
          <a:extLst xmlns:a="http://schemas.openxmlformats.org/drawingml/2006/main">
            <a:ext uri="{FF2B5EF4-FFF2-40B4-BE49-F238E27FC236}">
              <a16:creationId xmlns:a16="http://schemas.microsoft.com/office/drawing/2014/main" id="{2F16833F-C7B5-F741-04FF-D2C5E055AB63}"/>
            </a:ext>
          </a:extLst>
        </cdr:cNvPr>
        <cdr:cNvSpPr/>
      </cdr:nvSpPr>
      <cdr:spPr>
        <a:xfrm xmlns:a="http://schemas.openxmlformats.org/drawingml/2006/main">
          <a:off x="5029200" y="35814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0.41827</cdr:x>
      <cdr:y>0.26667</cdr:y>
    </cdr:from>
    <cdr:to>
      <cdr:x>0.42788</cdr:x>
      <cdr:y>0.3</cdr:y>
    </cdr:to>
    <cdr:sp macro="" textlink="">
      <cdr:nvSpPr>
        <cdr:cNvPr id="25" name="Rectangle 24">
          <a:extLst xmlns:a="http://schemas.openxmlformats.org/drawingml/2006/main">
            <a:ext uri="{FF2B5EF4-FFF2-40B4-BE49-F238E27FC236}">
              <a16:creationId xmlns:a16="http://schemas.microsoft.com/office/drawing/2014/main" id="{2F16833F-C7B5-F741-04FF-D2C5E055AB63}"/>
            </a:ext>
          </a:extLst>
        </cdr:cNvPr>
        <cdr:cNvSpPr/>
      </cdr:nvSpPr>
      <cdr:spPr>
        <a:xfrm xmlns:a="http://schemas.openxmlformats.org/drawingml/2006/main">
          <a:off x="6629400" y="1828800"/>
          <a:ext cx="152400" cy="22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0.51923</cdr:x>
      <cdr:y>0.36667</cdr:y>
    </cdr:from>
    <cdr:to>
      <cdr:x>0.52885</cdr:x>
      <cdr:y>0.38889</cdr:y>
    </cdr:to>
    <cdr:sp macro="" textlink="">
      <cdr:nvSpPr>
        <cdr:cNvPr id="26" name="Rectangle 25">
          <a:extLst xmlns:a="http://schemas.openxmlformats.org/drawingml/2006/main">
            <a:ext uri="{FF2B5EF4-FFF2-40B4-BE49-F238E27FC236}">
              <a16:creationId xmlns:a16="http://schemas.microsoft.com/office/drawing/2014/main" id="{2F16833F-C7B5-F741-04FF-D2C5E055AB63}"/>
            </a:ext>
          </a:extLst>
        </cdr:cNvPr>
        <cdr:cNvSpPr/>
      </cdr:nvSpPr>
      <cdr:spPr>
        <a:xfrm xmlns:a="http://schemas.openxmlformats.org/drawingml/2006/main">
          <a:off x="8229600" y="25146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0.62019</cdr:x>
      <cdr:y>0.47778</cdr:y>
    </cdr:from>
    <cdr:to>
      <cdr:x>0.62981</cdr:x>
      <cdr:y>0.5</cdr:y>
    </cdr:to>
    <cdr:sp macro="" textlink="">
      <cdr:nvSpPr>
        <cdr:cNvPr id="27" name="Rectangle 26">
          <a:extLst xmlns:a="http://schemas.openxmlformats.org/drawingml/2006/main">
            <a:ext uri="{FF2B5EF4-FFF2-40B4-BE49-F238E27FC236}">
              <a16:creationId xmlns:a16="http://schemas.microsoft.com/office/drawing/2014/main" id="{63DFC73C-2741-068D-CE1E-1B4B491DA478}"/>
            </a:ext>
          </a:extLst>
        </cdr:cNvPr>
        <cdr:cNvSpPr/>
      </cdr:nvSpPr>
      <cdr:spPr>
        <a:xfrm xmlns:a="http://schemas.openxmlformats.org/drawingml/2006/main">
          <a:off x="9829800" y="32766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0.72115</cdr:x>
      <cdr:y>0.51111</cdr:y>
    </cdr:from>
    <cdr:to>
      <cdr:x>0.73077</cdr:x>
      <cdr:y>0.53333</cdr:y>
    </cdr:to>
    <cdr:sp macro="" textlink="">
      <cdr:nvSpPr>
        <cdr:cNvPr id="28" name="Rectangle 27">
          <a:extLst xmlns:a="http://schemas.openxmlformats.org/drawingml/2006/main">
            <a:ext uri="{FF2B5EF4-FFF2-40B4-BE49-F238E27FC236}">
              <a16:creationId xmlns:a16="http://schemas.microsoft.com/office/drawing/2014/main" id="{3AFA4807-BEA1-2765-26F3-85CC22377DB5}"/>
            </a:ext>
          </a:extLst>
        </cdr:cNvPr>
        <cdr:cNvSpPr/>
      </cdr:nvSpPr>
      <cdr:spPr>
        <a:xfrm xmlns:a="http://schemas.openxmlformats.org/drawingml/2006/main">
          <a:off x="11430000" y="35052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0.82212</cdr:x>
      <cdr:y>0.51111</cdr:y>
    </cdr:from>
    <cdr:to>
      <cdr:x>0.83173</cdr:x>
      <cdr:y>0.53333</cdr:y>
    </cdr:to>
    <cdr:sp macro="" textlink="">
      <cdr:nvSpPr>
        <cdr:cNvPr id="29" name="Rectangle 28">
          <a:extLst xmlns:a="http://schemas.openxmlformats.org/drawingml/2006/main">
            <a:ext uri="{FF2B5EF4-FFF2-40B4-BE49-F238E27FC236}">
              <a16:creationId xmlns:a16="http://schemas.microsoft.com/office/drawing/2014/main" id="{8328D6A1-31B3-3B27-FB4F-094ACFEDE5B5}"/>
            </a:ext>
          </a:extLst>
        </cdr:cNvPr>
        <cdr:cNvSpPr/>
      </cdr:nvSpPr>
      <cdr:spPr>
        <a:xfrm xmlns:a="http://schemas.openxmlformats.org/drawingml/2006/main">
          <a:off x="13030200" y="3505200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0.92308</cdr:x>
      <cdr:y>0.44796</cdr:y>
    </cdr:from>
    <cdr:to>
      <cdr:x>0.93269</cdr:x>
      <cdr:y>0.47018</cdr:y>
    </cdr:to>
    <cdr:sp macro="" textlink="">
      <cdr:nvSpPr>
        <cdr:cNvPr id="30" name="Rectangle 29">
          <a:extLst xmlns:a="http://schemas.openxmlformats.org/drawingml/2006/main">
            <a:ext uri="{FF2B5EF4-FFF2-40B4-BE49-F238E27FC236}">
              <a16:creationId xmlns:a16="http://schemas.microsoft.com/office/drawing/2014/main" id="{8328D6A1-31B3-3B27-FB4F-094ACFEDE5B5}"/>
            </a:ext>
          </a:extLst>
        </cdr:cNvPr>
        <cdr:cNvSpPr/>
      </cdr:nvSpPr>
      <cdr:spPr>
        <a:xfrm xmlns:a="http://schemas.openxmlformats.org/drawingml/2006/main">
          <a:off x="14630400" y="3072121"/>
          <a:ext cx="152400" cy="152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0.04327</cdr:x>
      <cdr:y>0.11111</cdr:y>
    </cdr:from>
    <cdr:to>
      <cdr:x>0.05769</cdr:x>
      <cdr:y>0.7</cdr:y>
    </cdr:to>
    <cdr:sp macro="" textlink="">
      <cdr:nvSpPr>
        <cdr:cNvPr id="31" name="Rectangle 30">
          <a:extLst xmlns:a="http://schemas.openxmlformats.org/drawingml/2006/main">
            <a:ext uri="{FF2B5EF4-FFF2-40B4-BE49-F238E27FC236}">
              <a16:creationId xmlns:a16="http://schemas.microsoft.com/office/drawing/2014/main" id="{4A48F58B-565B-63DD-A1CB-ABD75D16D248}"/>
            </a:ext>
          </a:extLst>
        </cdr:cNvPr>
        <cdr:cNvSpPr/>
      </cdr:nvSpPr>
      <cdr:spPr>
        <a:xfrm xmlns:a="http://schemas.openxmlformats.org/drawingml/2006/main">
          <a:off x="685800" y="762000"/>
          <a:ext cx="228600" cy="40386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hemeClr val="accent6"/>
        </a:lnRef>
        <a:fillRef xmlns:a="http://schemas.openxmlformats.org/drawingml/2006/main" idx="3">
          <a:schemeClr val="accent6"/>
        </a:fillRef>
        <a:effectRef xmlns:a="http://schemas.openxmlformats.org/drawingml/2006/main" idx="3">
          <a:schemeClr val="accent6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0B643108-4CFC-4FAB-97CD-CE7634AE86F6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F45247AA-1C7D-4300-9006-F0E7139767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439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D53807A2-B2E0-AA4D-ACE0-B2097FFE7254}" type="datetimeFigureOut">
              <a:rPr lang="en-US" smtClean="0"/>
              <a:t>7/4/24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3013"/>
            <a:ext cx="5967413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0296" tIns="30148" rIns="60296" bIns="3014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60296" tIns="30148" rIns="60296" bIns="3014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2D753CA0-28A1-1E4E-9EF7-EC20CB6FB8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97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20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733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b="0" baseline="0" dirty="0">
              <a:latin typeface="+mn-lt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70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zh-HK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24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zh-HK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84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95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7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532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72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02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8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753CA0-28A1-1E4E-9EF7-EC20CB6FB85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9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4C6A7D-8749-814E-A87E-5D98A6F31C67}"/>
              </a:ext>
            </a:extLst>
          </p:cNvPr>
          <p:cNvSpPr/>
          <p:nvPr userDrawn="1"/>
        </p:nvSpPr>
        <p:spPr>
          <a:xfrm>
            <a:off x="0" y="0"/>
            <a:ext cx="155956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4593B4-CA58-9849-815C-64A09F6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400" y="3623305"/>
            <a:ext cx="6172200" cy="731837"/>
          </a:xfrm>
        </p:spPr>
        <p:txBody>
          <a:bodyPr>
            <a:noAutofit/>
          </a:bodyPr>
          <a:lstStyle>
            <a:lvl1pPr algn="l">
              <a:defRPr sz="60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92A6BE-B25D-844D-9DF4-A9F93291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3484" y="5189839"/>
            <a:ext cx="6078316" cy="51884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36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Sub-heading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4D4D4-ACAB-6427-1B44-5F5004467035}"/>
              </a:ext>
            </a:extLst>
          </p:cNvPr>
          <p:cNvSpPr txBox="1">
            <a:spLocks/>
          </p:cNvSpPr>
          <p:nvPr userDrawn="1"/>
        </p:nvSpPr>
        <p:spPr>
          <a:xfrm>
            <a:off x="9880600" y="629163"/>
            <a:ext cx="61722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224340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FEA5-A18B-4447-8296-C8EBB130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828800"/>
            <a:ext cx="14020800" cy="6172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773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C1C1-7A53-004E-810D-68614B09B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DDD3-4FFD-2D49-BC4A-EF2D58B4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7802" y="1860076"/>
            <a:ext cx="6934200" cy="580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7C46-A0A4-9342-80F4-A452677CB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0602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324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278337FD-4220-D042-B7E0-4060142079F2}"/>
              </a:ext>
            </a:extLst>
          </p:cNvPr>
          <p:cNvSpPr/>
          <p:nvPr userDrawn="1"/>
        </p:nvSpPr>
        <p:spPr>
          <a:xfrm>
            <a:off x="6223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201ADE-5297-E04F-A3FF-BC12B8437165}"/>
              </a:ext>
            </a:extLst>
          </p:cNvPr>
          <p:cNvSpPr txBox="1">
            <a:spLocks/>
          </p:cNvSpPr>
          <p:nvPr userDrawn="1"/>
        </p:nvSpPr>
        <p:spPr>
          <a:xfrm>
            <a:off x="6604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78918F3-44D5-2247-BBEF-D83F377C4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B45E2C00-C0E2-2647-8BCF-826845158AA0}"/>
              </a:ext>
            </a:extLst>
          </p:cNvPr>
          <p:cNvSpPr/>
          <p:nvPr userDrawn="1"/>
        </p:nvSpPr>
        <p:spPr>
          <a:xfrm>
            <a:off x="5727156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C40093-5B11-FD4B-8D5E-4FE32ED8D864}"/>
              </a:ext>
            </a:extLst>
          </p:cNvPr>
          <p:cNvSpPr txBox="1">
            <a:spLocks/>
          </p:cNvSpPr>
          <p:nvPr userDrawn="1"/>
        </p:nvSpPr>
        <p:spPr>
          <a:xfrm>
            <a:off x="5765256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F89F47-A73E-D944-9D31-6D47FC988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2556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F24A34FC-EE04-7C47-9383-3F9252005512}"/>
              </a:ext>
            </a:extLst>
          </p:cNvPr>
          <p:cNvSpPr/>
          <p:nvPr userDrawn="1"/>
        </p:nvSpPr>
        <p:spPr>
          <a:xfrm>
            <a:off x="108331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2C5471-DCEF-4246-B995-AEF09ED8F964}"/>
              </a:ext>
            </a:extLst>
          </p:cNvPr>
          <p:cNvSpPr txBox="1">
            <a:spLocks/>
          </p:cNvSpPr>
          <p:nvPr userDrawn="1"/>
        </p:nvSpPr>
        <p:spPr>
          <a:xfrm>
            <a:off x="108712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2849398-2708-7149-816A-EE9121656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585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898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7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2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2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2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77D03EC3-57B9-E64B-81C8-7758EA28A2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546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4E7A01-9963-CB46-960F-37A21BD9F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2B49BE7-78E7-7C49-B505-6C8A391764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F875404-B195-F94B-9781-8E5DBBDF4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88518A3D-FD51-3A43-AFCF-0F6A4F3F80D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360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09F7C79-C02C-BB4E-8F44-3E706689BC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49DCF53-3D2E-254C-8FEB-F61156FEF4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C3F2507-5704-5F4D-B15C-2E1470B2EB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06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477983A-0FFD-934B-8B03-F37C064161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242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A21512B-ECBE-B24D-9A6E-1B87D94162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17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203DAA3-1568-774D-B328-AD01B6F8B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17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D1DD434-F118-3F45-85C6-29E7BB0762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17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0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30" grpId="0" animBg="1"/>
      <p:bldP spid="34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B27DCA1A-E7A1-4B60-ADB1-A70718AAA2BE}"/>
              </a:ext>
            </a:extLst>
          </p:cNvPr>
          <p:cNvSpPr>
            <a:spLocks noChangeAspect="1"/>
          </p:cNvSpPr>
          <p:nvPr userDrawn="1"/>
        </p:nvSpPr>
        <p:spPr>
          <a:xfrm>
            <a:off x="696099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82B78E4-D8AA-4CD5-8D9F-0FDF06AE63B4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588099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99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22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22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22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DC90DBF-CC02-5A4A-A1D9-6003ADFC9B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08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D676D87D-5E40-0947-B8E5-86324E6CCB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08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5094E6B-9011-6E4D-823D-8D7881108E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08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A56A678-52E4-423E-AABB-0212F46C2B50}"/>
              </a:ext>
            </a:extLst>
          </p:cNvPr>
          <p:cNvSpPr>
            <a:spLocks noChangeAspect="1"/>
          </p:cNvSpPr>
          <p:nvPr userDrawn="1"/>
        </p:nvSpPr>
        <p:spPr>
          <a:xfrm>
            <a:off x="8400402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9E1E117-1423-4F75-9A2E-FD5ED7B3F062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8292402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88A3813-4911-4AA2-A2B1-465E0C96AD1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09002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977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FDA283F4-F85A-7743-ADEF-B5672B93285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83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65415436-2778-3D4A-BD2D-A3ED5276101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33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8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7131A9-4801-C94B-9649-CB4A71C3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1064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C6BE3B-2BA0-DB4E-9D4E-A324ED7239BC}"/>
              </a:ext>
            </a:extLst>
          </p:cNvPr>
          <p:cNvSpPr/>
          <p:nvPr userDrawn="1"/>
        </p:nvSpPr>
        <p:spPr>
          <a:xfrm>
            <a:off x="812800" y="2819400"/>
            <a:ext cx="1447800" cy="1447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D0528-D4DF-1349-84DC-420DC01A278D}"/>
              </a:ext>
            </a:extLst>
          </p:cNvPr>
          <p:cNvSpPr/>
          <p:nvPr userDrawn="1"/>
        </p:nvSpPr>
        <p:spPr>
          <a:xfrm>
            <a:off x="5776630" y="2819400"/>
            <a:ext cx="1447800" cy="1447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947A4-4D97-5345-AEC0-A39860FA186B}"/>
              </a:ext>
            </a:extLst>
          </p:cNvPr>
          <p:cNvSpPr/>
          <p:nvPr userDrawn="1"/>
        </p:nvSpPr>
        <p:spPr>
          <a:xfrm>
            <a:off x="10656910" y="2819400"/>
            <a:ext cx="1447800" cy="14478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DD14DE1-8079-BF43-9041-A4FA760967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30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9B7974-F0D4-F549-A9E2-97B103E445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30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31E050E-CA62-4746-8682-BB4351505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8766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0DAFD4D-838F-3446-ADF0-D5A683A1B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766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52210EB-FA98-0142-964E-CEB8C86DA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28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4B13D95-9485-8B4F-BA97-701870F592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28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56609E-3E3F-6546-B3BA-E840779BB7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52194" y="3336240"/>
            <a:ext cx="842792" cy="478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3149A-8E47-2348-9BA4-03B58CF475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7140" y="3288064"/>
            <a:ext cx="738257" cy="52112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8501B80-DF48-D547-A9CB-6BF0955098C3}"/>
              </a:ext>
            </a:extLst>
          </p:cNvPr>
          <p:cNvGrpSpPr/>
          <p:nvPr userDrawn="1"/>
        </p:nvGrpSpPr>
        <p:grpSpPr>
          <a:xfrm>
            <a:off x="1303584" y="3154397"/>
            <a:ext cx="498115" cy="821728"/>
            <a:chOff x="6531329" y="2691707"/>
            <a:chExt cx="444716" cy="733318"/>
          </a:xfrm>
        </p:grpSpPr>
        <p:sp>
          <p:nvSpPr>
            <p:cNvPr id="23" name="Freeform 95">
              <a:extLst>
                <a:ext uri="{FF2B5EF4-FFF2-40B4-BE49-F238E27FC236}">
                  <a16:creationId xmlns:a16="http://schemas.microsoft.com/office/drawing/2014/main" id="{C25FF615-AFE6-4A49-95BB-85BFEFCA4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7 w 204"/>
                <a:gd name="T1" fmla="*/ 0 h 53"/>
                <a:gd name="T2" fmla="*/ 26 w 204"/>
                <a:gd name="T3" fmla="*/ 0 h 53"/>
                <a:gd name="T4" fmla="*/ 0 w 204"/>
                <a:gd name="T5" fmla="*/ 26 h 53"/>
                <a:gd name="T6" fmla="*/ 26 w 204"/>
                <a:gd name="T7" fmla="*/ 53 h 53"/>
                <a:gd name="T8" fmla="*/ 177 w 204"/>
                <a:gd name="T9" fmla="*/ 53 h 53"/>
                <a:gd name="T10" fmla="*/ 204 w 204"/>
                <a:gd name="T11" fmla="*/ 26 h 53"/>
                <a:gd name="T12" fmla="*/ 177 w 204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4" name="Freeform 96">
              <a:extLst>
                <a:ext uri="{FF2B5EF4-FFF2-40B4-BE49-F238E27FC236}">
                  <a16:creationId xmlns:a16="http://schemas.microsoft.com/office/drawing/2014/main" id="{EA006F3C-E7AC-EA42-88CE-748F406C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5" name="Freeform 97">
              <a:extLst>
                <a:ext uri="{FF2B5EF4-FFF2-40B4-BE49-F238E27FC236}">
                  <a16:creationId xmlns:a16="http://schemas.microsoft.com/office/drawing/2014/main" id="{FC5814E0-20F4-1041-BF47-1B89A0F65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6 w 132"/>
                <a:gd name="T3" fmla="*/ 35 h 35"/>
                <a:gd name="T4" fmla="*/ 132 w 13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6" name="Freeform 98">
              <a:extLst>
                <a:ext uri="{FF2B5EF4-FFF2-40B4-BE49-F238E27FC236}">
                  <a16:creationId xmlns:a16="http://schemas.microsoft.com/office/drawing/2014/main" id="{83E32DA5-FCF5-4B48-985D-6FD9DDDDA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3 w 446"/>
                <a:gd name="T1" fmla="*/ 0 h 540"/>
                <a:gd name="T2" fmla="*/ 0 w 446"/>
                <a:gd name="T3" fmla="*/ 223 h 540"/>
                <a:gd name="T4" fmla="*/ 62 w 446"/>
                <a:gd name="T5" fmla="*/ 379 h 540"/>
                <a:gd name="T6" fmla="*/ 94 w 446"/>
                <a:gd name="T7" fmla="*/ 440 h 540"/>
                <a:gd name="T8" fmla="*/ 94 w 446"/>
                <a:gd name="T9" fmla="*/ 484 h 540"/>
                <a:gd name="T10" fmla="*/ 150 w 446"/>
                <a:gd name="T11" fmla="*/ 540 h 540"/>
                <a:gd name="T12" fmla="*/ 296 w 446"/>
                <a:gd name="T13" fmla="*/ 540 h 540"/>
                <a:gd name="T14" fmla="*/ 352 w 446"/>
                <a:gd name="T15" fmla="*/ 484 h 540"/>
                <a:gd name="T16" fmla="*/ 352 w 446"/>
                <a:gd name="T17" fmla="*/ 440 h 540"/>
                <a:gd name="T18" fmla="*/ 383 w 446"/>
                <a:gd name="T19" fmla="*/ 379 h 540"/>
                <a:gd name="T20" fmla="*/ 446 w 446"/>
                <a:gd name="T21" fmla="*/ 223 h 540"/>
                <a:gd name="T22" fmla="*/ 223 w 446"/>
                <a:gd name="T23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7" name="Freeform 99">
              <a:extLst>
                <a:ext uri="{FF2B5EF4-FFF2-40B4-BE49-F238E27FC236}">
                  <a16:creationId xmlns:a16="http://schemas.microsoft.com/office/drawing/2014/main" id="{8BAD59FE-8B52-A140-8A8A-94581267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</p:grpSp>
    </p:spTree>
    <p:extLst>
      <p:ext uri="{BB962C8B-B14F-4D97-AF65-F5344CB8AC3E}">
        <p14:creationId xmlns:p14="http://schemas.microsoft.com/office/powerpoint/2010/main" val="19928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853E2CC-2C26-F540-8640-FF6D1552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2588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67F97C-A72A-428A-8133-2979F5569C6F}"/>
              </a:ext>
            </a:extLst>
          </p:cNvPr>
          <p:cNvSpPr/>
          <p:nvPr userDrawn="1"/>
        </p:nvSpPr>
        <p:spPr>
          <a:xfrm>
            <a:off x="6727296" y="2843704"/>
            <a:ext cx="2895600" cy="2895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570AD4B-AB63-414A-97BB-661BEAD3C576}"/>
              </a:ext>
            </a:extLst>
          </p:cNvPr>
          <p:cNvSpPr>
            <a:spLocks noChangeAspect="1"/>
          </p:cNvSpPr>
          <p:nvPr userDrawn="1"/>
        </p:nvSpPr>
        <p:spPr>
          <a:xfrm>
            <a:off x="6591096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AC10B4B-FF17-4470-87DF-25A6BE478266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6663096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C615F22-04F5-484B-A0DD-702A5ECB4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0200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58EC2C-D990-4075-AC06-2A2C1EC7FB37}"/>
              </a:ext>
            </a:extLst>
          </p:cNvPr>
          <p:cNvSpPr/>
          <p:nvPr userDrawn="1"/>
        </p:nvSpPr>
        <p:spPr>
          <a:xfrm>
            <a:off x="2601304" y="2843704"/>
            <a:ext cx="2895600" cy="2895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FB9D7BD-01C9-49A0-B9E7-9176D08F65E9}"/>
              </a:ext>
            </a:extLst>
          </p:cNvPr>
          <p:cNvSpPr>
            <a:spLocks noChangeAspect="1"/>
          </p:cNvSpPr>
          <p:nvPr userDrawn="1"/>
        </p:nvSpPr>
        <p:spPr>
          <a:xfrm>
            <a:off x="2465104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95CDE023-0207-4565-8240-3E3E8C318F71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2537104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64EF43-46E5-4593-9DF0-D2905B11E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4208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10E84B-B04E-4A8B-9910-7D156DDE180E}"/>
              </a:ext>
            </a:extLst>
          </p:cNvPr>
          <p:cNvSpPr/>
          <p:nvPr userDrawn="1"/>
        </p:nvSpPr>
        <p:spPr>
          <a:xfrm>
            <a:off x="10870122" y="2843704"/>
            <a:ext cx="2895600" cy="28956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7FB81FB-73A6-46A9-B4DB-7DDB7DF80406}"/>
              </a:ext>
            </a:extLst>
          </p:cNvPr>
          <p:cNvSpPr>
            <a:spLocks noChangeAspect="1"/>
          </p:cNvSpPr>
          <p:nvPr userDrawn="1"/>
        </p:nvSpPr>
        <p:spPr>
          <a:xfrm>
            <a:off x="10733922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4716145-CB6B-4F92-B60C-B82075AB5ABC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10805922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58EFD17-63B5-4907-8BBB-8273142813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3026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</p:spTree>
    <p:extLst>
      <p:ext uri="{BB962C8B-B14F-4D97-AF65-F5344CB8AC3E}">
        <p14:creationId xmlns:p14="http://schemas.microsoft.com/office/powerpoint/2010/main" val="1515111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287B71-4C69-1C46-AAA6-597F94A7769B}"/>
              </a:ext>
            </a:extLst>
          </p:cNvPr>
          <p:cNvSpPr/>
          <p:nvPr userDrawn="1"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FE9A53-89C2-AE46-BE73-2993E7A8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609600"/>
            <a:ext cx="7315200" cy="731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8BA6B30-8888-6448-A04F-408ECD665B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951037"/>
            <a:ext cx="74080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8BC1A59-366D-EE4A-83E8-B7D7141F4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8600" y="808037"/>
            <a:ext cx="67818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895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A470-02E7-F44D-A795-D036827C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1828800"/>
            <a:ext cx="5243512" cy="1427162"/>
          </a:xfrm>
        </p:spPr>
        <p:txBody>
          <a:bodyPr anchor="ctr"/>
          <a:lstStyle>
            <a:lvl1pPr>
              <a:defRPr sz="32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3372-B4B6-E247-AED1-5903A2B5A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0" y="1828800"/>
            <a:ext cx="8229600" cy="64992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653B-64FA-934B-AFE8-BC50A6D3A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0000" y="3255962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D78929-A738-074F-A775-B2146D0F2DC5}"/>
              </a:ext>
            </a:extLst>
          </p:cNvPr>
          <p:cNvSpPr txBox="1">
            <a:spLocks/>
          </p:cNvSpPr>
          <p:nvPr userDrawn="1"/>
        </p:nvSpPr>
        <p:spPr>
          <a:xfrm>
            <a:off x="2184400" y="596901"/>
            <a:ext cx="13182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56A4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15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48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800" y="37338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42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0" y="39624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033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44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4C6A7D-8749-814E-A87E-5D98A6F31C67}"/>
              </a:ext>
            </a:extLst>
          </p:cNvPr>
          <p:cNvSpPr/>
          <p:nvPr userDrawn="1"/>
        </p:nvSpPr>
        <p:spPr>
          <a:xfrm>
            <a:off x="0" y="0"/>
            <a:ext cx="155956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6B366-994A-5945-A7CB-02E2EEAF0DE2}"/>
              </a:ext>
            </a:extLst>
          </p:cNvPr>
          <p:cNvSpPr/>
          <p:nvPr userDrawn="1"/>
        </p:nvSpPr>
        <p:spPr>
          <a:xfrm>
            <a:off x="12141200" y="7153835"/>
            <a:ext cx="4114800" cy="1990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94593B4-CA58-9849-815C-64A09F6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0" y="3925263"/>
            <a:ext cx="6172200" cy="731837"/>
          </a:xfrm>
        </p:spPr>
        <p:txBody>
          <a:bodyPr>
            <a:noAutofit/>
          </a:bodyPr>
          <a:lstStyle>
            <a:lvl1pPr algn="l">
              <a:defRPr sz="60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92A6BE-B25D-844D-9DF4-A9F932911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3484" y="5189839"/>
            <a:ext cx="6078316" cy="51884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lang="en-US" sz="4000" b="1" kern="1200" dirty="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Sub-heading here</a:t>
            </a:r>
          </a:p>
        </p:txBody>
      </p:sp>
    </p:spTree>
    <p:extLst>
      <p:ext uri="{BB962C8B-B14F-4D97-AF65-F5344CB8AC3E}">
        <p14:creationId xmlns:p14="http://schemas.microsoft.com/office/powerpoint/2010/main" val="2466669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248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72-4CF5-574A-A9E3-F0FD1AE7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FEA5-A18B-4447-8296-C8EBB130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828800"/>
            <a:ext cx="14020800" cy="6172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377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C1C1-7A53-004E-810D-68614B09B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DDD3-4FFD-2D49-BC4A-EF2D58B4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7802" y="1860076"/>
            <a:ext cx="6934200" cy="580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7C46-A0A4-9342-80F4-A452677CB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0602" y="1860076"/>
            <a:ext cx="6934200" cy="580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1270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278337FD-4220-D042-B7E0-4060142079F2}"/>
              </a:ext>
            </a:extLst>
          </p:cNvPr>
          <p:cNvSpPr/>
          <p:nvPr userDrawn="1"/>
        </p:nvSpPr>
        <p:spPr>
          <a:xfrm>
            <a:off x="6223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201ADE-5297-E04F-A3FF-BC12B8437165}"/>
              </a:ext>
            </a:extLst>
          </p:cNvPr>
          <p:cNvSpPr txBox="1">
            <a:spLocks/>
          </p:cNvSpPr>
          <p:nvPr userDrawn="1"/>
        </p:nvSpPr>
        <p:spPr>
          <a:xfrm>
            <a:off x="6604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78918F3-44D5-2247-BBEF-D83F377C4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B45E2C00-C0E2-2647-8BCF-826845158AA0}"/>
              </a:ext>
            </a:extLst>
          </p:cNvPr>
          <p:cNvSpPr/>
          <p:nvPr userDrawn="1"/>
        </p:nvSpPr>
        <p:spPr>
          <a:xfrm>
            <a:off x="5727156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C40093-5B11-FD4B-8D5E-4FE32ED8D864}"/>
              </a:ext>
            </a:extLst>
          </p:cNvPr>
          <p:cNvSpPr txBox="1">
            <a:spLocks/>
          </p:cNvSpPr>
          <p:nvPr userDrawn="1"/>
        </p:nvSpPr>
        <p:spPr>
          <a:xfrm>
            <a:off x="5765256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F89F47-A73E-D944-9D31-6D47FC988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2556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F24A34FC-EE04-7C47-9383-3F9252005512}"/>
              </a:ext>
            </a:extLst>
          </p:cNvPr>
          <p:cNvSpPr/>
          <p:nvPr userDrawn="1"/>
        </p:nvSpPr>
        <p:spPr>
          <a:xfrm>
            <a:off x="10833100" y="2133601"/>
            <a:ext cx="4762500" cy="762000"/>
          </a:xfrm>
          <a:prstGeom prst="round1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2C5471-DCEF-4246-B995-AEF09ED8F964}"/>
              </a:ext>
            </a:extLst>
          </p:cNvPr>
          <p:cNvSpPr txBox="1">
            <a:spLocks/>
          </p:cNvSpPr>
          <p:nvPr userDrawn="1"/>
        </p:nvSpPr>
        <p:spPr>
          <a:xfrm>
            <a:off x="10871200" y="2201864"/>
            <a:ext cx="45720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2849398-2708-7149-816A-EE9121656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58500" y="2993841"/>
            <a:ext cx="4737100" cy="3912618"/>
          </a:xfrm>
          <a:prstGeom prst="rect">
            <a:avLst/>
          </a:prstGeom>
        </p:spPr>
        <p:txBody>
          <a:bodyPr wrap="square" lIns="91440" tIns="91440" rIns="91440" bIns="91440">
            <a:noAutofit/>
          </a:bodyPr>
          <a:lstStyle>
            <a:lvl1pPr marL="171450" marR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 lang="en-US" sz="18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2pPr>
            <a:lvl3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3pPr>
            <a:lvl4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4pPr>
            <a:lvl5pPr marL="285750" indent="-274638">
              <a:buFont typeface="Wingdings" panose="05000000000000000000" pitchFamily="2" charset="2"/>
              <a:buChar char="§"/>
              <a:tabLst>
                <a:tab pos="285750" algn="l"/>
              </a:tabLs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  <a:p>
            <a:pPr marL="171450" marR="0" lvl="0" indent="-171450" algn="l" defTabSz="6094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171450" algn="l"/>
              </a:tabLst>
              <a:defRPr/>
            </a:pPr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552505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7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2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2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2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77D03EC3-57B9-E64B-81C8-7758EA28A2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546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E4E7A01-9963-CB46-960F-37A21BD9F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2B49BE7-78E7-7C49-B505-6C8A391764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2F875404-B195-F94B-9781-8E5DBBDF4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88518A3D-FD51-3A43-AFCF-0F6A4F3F80D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360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09F7C79-C02C-BB4E-8F44-3E706689BC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49DCF53-3D2E-254C-8FEB-F61156FEF4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C3F2507-5704-5F4D-B15C-2E1470B2EB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106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B477983A-0FFD-934B-8B03-F37C064161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242800" y="1981200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A21512B-ECBE-B24D-9A6E-1B87D94162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17400" y="47697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6203DAA3-1568-774D-B328-AD01B6F8B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17400" y="53884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D1DD434-F118-3F45-85C6-29E7BB0762D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17400" y="6019800"/>
            <a:ext cx="2819400" cy="2193396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7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30" grpId="0" animBg="1"/>
      <p:bldP spid="34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B27DCA1A-E7A1-4B60-ADB1-A70718AAA2BE}"/>
              </a:ext>
            </a:extLst>
          </p:cNvPr>
          <p:cNvSpPr>
            <a:spLocks noChangeAspect="1"/>
          </p:cNvSpPr>
          <p:nvPr userDrawn="1"/>
        </p:nvSpPr>
        <p:spPr>
          <a:xfrm>
            <a:off x="696099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82B78E4-D8AA-4CD5-8D9F-0FDF06AE63B4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588099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81279-0F69-D446-AB0C-1B87B7F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4199C8A-EC23-4647-BA60-B44C15FDD6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99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59D863D-1370-7C48-ABBE-073E3D9F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22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8209C18-91F1-2B4C-934A-C617725210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22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B116989-A590-BA40-9B7B-F0236AFA0D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322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DC90DBF-CC02-5A4A-A1D9-6003ADFC9B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0800" y="347432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D676D87D-5E40-0947-B8E5-86324E6CCB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0800" y="4093011"/>
            <a:ext cx="2819400" cy="4625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0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sub-title here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5094E6B-9011-6E4D-823D-8D7881108E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0800" y="4724400"/>
            <a:ext cx="4140200" cy="114300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A56A678-52E4-423E-AABB-0212F46C2B50}"/>
              </a:ext>
            </a:extLst>
          </p:cNvPr>
          <p:cNvSpPr>
            <a:spLocks noChangeAspect="1"/>
          </p:cNvSpPr>
          <p:nvPr userDrawn="1"/>
        </p:nvSpPr>
        <p:spPr>
          <a:xfrm>
            <a:off x="8400402" y="3404699"/>
            <a:ext cx="2808000" cy="280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9E1E117-1423-4F75-9A2E-FD5ED7B3F062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8292402" y="3296699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88A3813-4911-4AA2-A2B1-465E0C96AD1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09002" y="3513299"/>
            <a:ext cx="2590800" cy="25908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ctr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80173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710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FDA283F4-F85A-7743-ADEF-B5672B93285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44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4E4E1-1F94-A946-8CAE-DE1E6419772D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C350DB-73A6-7D47-A25F-4DAB649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F602B8C-E381-B94E-82DF-7A5DAB4C4B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65415436-2778-3D4A-BD2D-A3ED5276101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2933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2456329" cy="207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00" y="609600"/>
            <a:ext cx="9083373" cy="731837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1828800"/>
            <a:ext cx="90082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383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7131A9-4801-C94B-9649-CB4A71C3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1064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C6BE3B-2BA0-DB4E-9D4E-A324ED7239BC}"/>
              </a:ext>
            </a:extLst>
          </p:cNvPr>
          <p:cNvSpPr/>
          <p:nvPr userDrawn="1"/>
        </p:nvSpPr>
        <p:spPr>
          <a:xfrm>
            <a:off x="812800" y="2819400"/>
            <a:ext cx="1447800" cy="1447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ED0528-D4DF-1349-84DC-420DC01A278D}"/>
              </a:ext>
            </a:extLst>
          </p:cNvPr>
          <p:cNvSpPr/>
          <p:nvPr userDrawn="1"/>
        </p:nvSpPr>
        <p:spPr>
          <a:xfrm>
            <a:off x="5776630" y="2819400"/>
            <a:ext cx="1447800" cy="14478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5947A4-4D97-5345-AEC0-A39860FA186B}"/>
              </a:ext>
            </a:extLst>
          </p:cNvPr>
          <p:cNvSpPr/>
          <p:nvPr userDrawn="1"/>
        </p:nvSpPr>
        <p:spPr>
          <a:xfrm>
            <a:off x="10656910" y="2819400"/>
            <a:ext cx="1447800" cy="14478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DD14DE1-8079-BF43-9041-A4FA760967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30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9B7974-F0D4-F549-A9E2-97B103E445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30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31E050E-CA62-4746-8682-BB4351505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8766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0DAFD4D-838F-3446-ADF0-D5A683A1B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766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52210EB-FA98-0142-964E-CEB8C86DA8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2800" y="2844800"/>
            <a:ext cx="2819400" cy="5188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40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4B13D95-9485-8B4F-BA97-701870F592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2800" y="3485280"/>
            <a:ext cx="3048000" cy="2991720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56609E-3E3F-6546-B3BA-E840779BB7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52194" y="3336240"/>
            <a:ext cx="842792" cy="478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3149A-8E47-2348-9BA4-03B58CF475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7140" y="3288064"/>
            <a:ext cx="738257" cy="52112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8501B80-DF48-D547-A9CB-6BF0955098C3}"/>
              </a:ext>
            </a:extLst>
          </p:cNvPr>
          <p:cNvGrpSpPr/>
          <p:nvPr userDrawn="1"/>
        </p:nvGrpSpPr>
        <p:grpSpPr>
          <a:xfrm>
            <a:off x="1303584" y="3154397"/>
            <a:ext cx="498115" cy="821728"/>
            <a:chOff x="6531329" y="2691707"/>
            <a:chExt cx="444716" cy="733318"/>
          </a:xfrm>
        </p:grpSpPr>
        <p:sp>
          <p:nvSpPr>
            <p:cNvPr id="23" name="Freeform 95">
              <a:extLst>
                <a:ext uri="{FF2B5EF4-FFF2-40B4-BE49-F238E27FC236}">
                  <a16:creationId xmlns:a16="http://schemas.microsoft.com/office/drawing/2014/main" id="{C25FF615-AFE6-4A49-95BB-85BFEFCA4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7 w 204"/>
                <a:gd name="T1" fmla="*/ 0 h 53"/>
                <a:gd name="T2" fmla="*/ 26 w 204"/>
                <a:gd name="T3" fmla="*/ 0 h 53"/>
                <a:gd name="T4" fmla="*/ 0 w 204"/>
                <a:gd name="T5" fmla="*/ 26 h 53"/>
                <a:gd name="T6" fmla="*/ 26 w 204"/>
                <a:gd name="T7" fmla="*/ 53 h 53"/>
                <a:gd name="T8" fmla="*/ 177 w 204"/>
                <a:gd name="T9" fmla="*/ 53 h 53"/>
                <a:gd name="T10" fmla="*/ 204 w 204"/>
                <a:gd name="T11" fmla="*/ 26 h 53"/>
                <a:gd name="T12" fmla="*/ 177 w 204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4" name="Freeform 96">
              <a:extLst>
                <a:ext uri="{FF2B5EF4-FFF2-40B4-BE49-F238E27FC236}">
                  <a16:creationId xmlns:a16="http://schemas.microsoft.com/office/drawing/2014/main" id="{EA006F3C-E7AC-EA42-88CE-748F406C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5" name="Freeform 97">
              <a:extLst>
                <a:ext uri="{FF2B5EF4-FFF2-40B4-BE49-F238E27FC236}">
                  <a16:creationId xmlns:a16="http://schemas.microsoft.com/office/drawing/2014/main" id="{FC5814E0-20F4-1041-BF47-1B89A0F65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6 w 132"/>
                <a:gd name="T3" fmla="*/ 35 h 35"/>
                <a:gd name="T4" fmla="*/ 132 w 132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6" name="Freeform 98">
              <a:extLst>
                <a:ext uri="{FF2B5EF4-FFF2-40B4-BE49-F238E27FC236}">
                  <a16:creationId xmlns:a16="http://schemas.microsoft.com/office/drawing/2014/main" id="{83E32DA5-FCF5-4B48-985D-6FD9DDDDA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3 w 446"/>
                <a:gd name="T1" fmla="*/ 0 h 540"/>
                <a:gd name="T2" fmla="*/ 0 w 446"/>
                <a:gd name="T3" fmla="*/ 223 h 540"/>
                <a:gd name="T4" fmla="*/ 62 w 446"/>
                <a:gd name="T5" fmla="*/ 379 h 540"/>
                <a:gd name="T6" fmla="*/ 94 w 446"/>
                <a:gd name="T7" fmla="*/ 440 h 540"/>
                <a:gd name="T8" fmla="*/ 94 w 446"/>
                <a:gd name="T9" fmla="*/ 484 h 540"/>
                <a:gd name="T10" fmla="*/ 150 w 446"/>
                <a:gd name="T11" fmla="*/ 540 h 540"/>
                <a:gd name="T12" fmla="*/ 296 w 446"/>
                <a:gd name="T13" fmla="*/ 540 h 540"/>
                <a:gd name="T14" fmla="*/ 352 w 446"/>
                <a:gd name="T15" fmla="*/ 484 h 540"/>
                <a:gd name="T16" fmla="*/ 352 w 446"/>
                <a:gd name="T17" fmla="*/ 440 h 540"/>
                <a:gd name="T18" fmla="*/ 383 w 446"/>
                <a:gd name="T19" fmla="*/ 379 h 540"/>
                <a:gd name="T20" fmla="*/ 446 w 446"/>
                <a:gd name="T21" fmla="*/ 223 h 540"/>
                <a:gd name="T22" fmla="*/ 223 w 446"/>
                <a:gd name="T23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  <p:sp>
          <p:nvSpPr>
            <p:cNvPr id="27" name="Freeform 99">
              <a:extLst>
                <a:ext uri="{FF2B5EF4-FFF2-40B4-BE49-F238E27FC236}">
                  <a16:creationId xmlns:a16="http://schemas.microsoft.com/office/drawing/2014/main" id="{8BAD59FE-8B52-A140-8A8A-94581267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7 w 204"/>
                <a:gd name="T1" fmla="*/ 0 h 54"/>
                <a:gd name="T2" fmla="*/ 26 w 204"/>
                <a:gd name="T3" fmla="*/ 0 h 54"/>
                <a:gd name="T4" fmla="*/ 0 w 204"/>
                <a:gd name="T5" fmla="*/ 27 h 54"/>
                <a:gd name="T6" fmla="*/ 26 w 204"/>
                <a:gd name="T7" fmla="*/ 54 h 54"/>
                <a:gd name="T8" fmla="*/ 177 w 204"/>
                <a:gd name="T9" fmla="*/ 54 h 54"/>
                <a:gd name="T10" fmla="*/ 204 w 204"/>
                <a:gd name="T11" fmla="*/ 27 h 54"/>
                <a:gd name="T12" fmla="*/ 177 w 204"/>
                <a:gd name="T1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133"/>
            </a:p>
          </p:txBody>
        </p:sp>
      </p:grpSp>
    </p:spTree>
    <p:extLst>
      <p:ext uri="{BB962C8B-B14F-4D97-AF65-F5344CB8AC3E}">
        <p14:creationId xmlns:p14="http://schemas.microsoft.com/office/powerpoint/2010/main" val="343653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853E2CC-2C26-F540-8640-FF6D1552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533400"/>
            <a:ext cx="13258800" cy="7318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67F97C-A72A-428A-8133-2979F5569C6F}"/>
              </a:ext>
            </a:extLst>
          </p:cNvPr>
          <p:cNvSpPr/>
          <p:nvPr userDrawn="1"/>
        </p:nvSpPr>
        <p:spPr>
          <a:xfrm>
            <a:off x="6727296" y="2843704"/>
            <a:ext cx="2895600" cy="28956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570AD4B-AB63-414A-97BB-661BEAD3C576}"/>
              </a:ext>
            </a:extLst>
          </p:cNvPr>
          <p:cNvSpPr>
            <a:spLocks noChangeAspect="1"/>
          </p:cNvSpPr>
          <p:nvPr userDrawn="1"/>
        </p:nvSpPr>
        <p:spPr>
          <a:xfrm>
            <a:off x="6591096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AC10B4B-FF17-4470-87DF-25A6BE478266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6663096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C615F22-04F5-484B-A0DD-702A5ECB4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0200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58EC2C-D990-4075-AC06-2A2C1EC7FB37}"/>
              </a:ext>
            </a:extLst>
          </p:cNvPr>
          <p:cNvSpPr/>
          <p:nvPr userDrawn="1"/>
        </p:nvSpPr>
        <p:spPr>
          <a:xfrm>
            <a:off x="2601304" y="2843704"/>
            <a:ext cx="2895600" cy="2895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FB9D7BD-01C9-49A0-B9E7-9176D08F65E9}"/>
              </a:ext>
            </a:extLst>
          </p:cNvPr>
          <p:cNvSpPr>
            <a:spLocks noChangeAspect="1"/>
          </p:cNvSpPr>
          <p:nvPr userDrawn="1"/>
        </p:nvSpPr>
        <p:spPr>
          <a:xfrm>
            <a:off x="2465104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95CDE023-0207-4565-8240-3E3E8C318F71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2537104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64EF43-46E5-4593-9DF0-D2905B11E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4208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10E84B-B04E-4A8B-9910-7D156DDE180E}"/>
              </a:ext>
            </a:extLst>
          </p:cNvPr>
          <p:cNvSpPr/>
          <p:nvPr userDrawn="1"/>
        </p:nvSpPr>
        <p:spPr>
          <a:xfrm>
            <a:off x="10870122" y="2843704"/>
            <a:ext cx="2895600" cy="28956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7FB81FB-73A6-46A9-B4DB-7DDB7DF80406}"/>
              </a:ext>
            </a:extLst>
          </p:cNvPr>
          <p:cNvSpPr>
            <a:spLocks noChangeAspect="1"/>
          </p:cNvSpPr>
          <p:nvPr userDrawn="1"/>
        </p:nvSpPr>
        <p:spPr>
          <a:xfrm>
            <a:off x="10733922" y="2707504"/>
            <a:ext cx="3168000" cy="3168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4716145-CB6B-4F92-B60C-B82075AB5ABC}"/>
              </a:ext>
            </a:extLst>
          </p:cNvPr>
          <p:cNvSpPr>
            <a:spLocks noChangeAspect="1"/>
          </p:cNvSpPr>
          <p:nvPr userDrawn="1"/>
        </p:nvSpPr>
        <p:spPr>
          <a:xfrm rot="11700000">
            <a:off x="10805922" y="2779504"/>
            <a:ext cx="3024000" cy="3024000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58EFD17-63B5-4907-8BBB-8273142813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3026" y="3902085"/>
            <a:ext cx="2895600" cy="73022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Insert heading here</a:t>
            </a:r>
          </a:p>
        </p:txBody>
      </p:sp>
    </p:spTree>
    <p:extLst>
      <p:ext uri="{BB962C8B-B14F-4D97-AF65-F5344CB8AC3E}">
        <p14:creationId xmlns:p14="http://schemas.microsoft.com/office/powerpoint/2010/main" val="31468564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DFE9A53-89C2-AE46-BE73-2993E7A8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609600"/>
            <a:ext cx="7315200" cy="731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8BA6B30-8888-6448-A04F-408ECD665B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000" y="1951037"/>
            <a:ext cx="74080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8BC1A59-366D-EE4A-83E8-B7D7141F4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8600" y="808037"/>
            <a:ext cx="6781800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</a:t>
            </a:r>
            <a:r>
              <a:rPr lang="en-US" dirty="0" err="1"/>
              <a:t>dolors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AD40C997-F355-1F46-893F-3E3DF4345B2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43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A470-02E7-F44D-A795-D036827C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1828800"/>
            <a:ext cx="5243512" cy="1427162"/>
          </a:xfrm>
        </p:spPr>
        <p:txBody>
          <a:bodyPr anchor="ctr"/>
          <a:lstStyle>
            <a:lvl1pPr>
              <a:defRPr sz="32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3372-B4B6-E247-AED1-5903A2B5A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0" y="1828800"/>
            <a:ext cx="8229600" cy="64992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653B-64FA-934B-AFE8-BC50A6D3A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0000" y="3255962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D78929-A738-074F-A775-B2146D0F2DC5}"/>
              </a:ext>
            </a:extLst>
          </p:cNvPr>
          <p:cNvSpPr txBox="1">
            <a:spLocks/>
          </p:cNvSpPr>
          <p:nvPr userDrawn="1"/>
        </p:nvSpPr>
        <p:spPr>
          <a:xfrm>
            <a:off x="2184400" y="596901"/>
            <a:ext cx="13182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0056A4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8525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729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800" y="37338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0291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CAB7C9-1C76-6040-8865-2D2DA39E7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0" y="3962400"/>
            <a:ext cx="6388100" cy="1676400"/>
          </a:xfrm>
        </p:spPr>
        <p:txBody>
          <a:bodyPr>
            <a:noAutofit/>
          </a:bodyPr>
          <a:lstStyle>
            <a:lvl1pPr algn="l">
              <a:defRPr sz="5400">
                <a:solidFill>
                  <a:srgbClr val="0056A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4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15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>
            <a:extLst>
              <a:ext uri="{FF2B5EF4-FFF2-40B4-BE49-F238E27FC236}">
                <a16:creationId xmlns:a16="http://schemas.microsoft.com/office/drawing/2014/main" id="{F7B702B7-AEB1-5847-8F57-3EF6D0C12A02}"/>
              </a:ext>
            </a:extLst>
          </p:cNvPr>
          <p:cNvSpPr txBox="1"/>
          <p:nvPr userDrawn="1"/>
        </p:nvSpPr>
        <p:spPr>
          <a:xfrm>
            <a:off x="431800" y="85655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Trademark for confidential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69F80-15BF-324D-B93B-8A8D8359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781" y="566932"/>
            <a:ext cx="13024323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492-7A69-F946-B7EC-33911498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888" y="1752600"/>
            <a:ext cx="14388111" cy="617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BA1ED55F-BB2C-B54A-901D-27956E441D9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812" r:id="rId2"/>
    <p:sldLayoutId id="2147483797" r:id="rId3"/>
    <p:sldLayoutId id="2147483799" r:id="rId4"/>
    <p:sldLayoutId id="2147483813" r:id="rId5"/>
    <p:sldLayoutId id="2147483815" r:id="rId6"/>
    <p:sldLayoutId id="2147483818" r:id="rId7"/>
    <p:sldLayoutId id="2147483824" r:id="rId8"/>
    <p:sldLayoutId id="2147483821" r:id="rId9"/>
    <p:sldLayoutId id="2147483800" r:id="rId10"/>
    <p:sldLayoutId id="2147483819" r:id="rId11"/>
    <p:sldLayoutId id="2147483816" r:id="rId12"/>
    <p:sldLayoutId id="2147483801" r:id="rId13"/>
    <p:sldLayoutId id="2147483814" r:id="rId14"/>
    <p:sldLayoutId id="2147483822" r:id="rId15"/>
    <p:sldLayoutId id="2147483823" r:id="rId16"/>
    <p:sldLayoutId id="214748382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69F80-15BF-324D-B93B-8A8D8359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781" y="566932"/>
            <a:ext cx="13024323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25492-7A69-F946-B7EC-33911498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888" y="1752600"/>
            <a:ext cx="14388111" cy="617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older 5">
            <a:extLst>
              <a:ext uri="{FF2B5EF4-FFF2-40B4-BE49-F238E27FC236}">
                <a16:creationId xmlns:a16="http://schemas.microsoft.com/office/drawing/2014/main" id="{BA1ED55F-BB2C-B54A-901D-27956E441D96}"/>
              </a:ext>
            </a:extLst>
          </p:cNvPr>
          <p:cNvSpPr txBox="1">
            <a:spLocks/>
          </p:cNvSpPr>
          <p:nvPr userDrawn="1"/>
        </p:nvSpPr>
        <p:spPr>
          <a:xfrm>
            <a:off x="15251355" y="8458200"/>
            <a:ext cx="872538" cy="4572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19">
            <a:extLst>
              <a:ext uri="{FF2B5EF4-FFF2-40B4-BE49-F238E27FC236}">
                <a16:creationId xmlns:a16="http://schemas.microsoft.com/office/drawing/2014/main" id="{FD2195DB-9F16-F803-A074-02DB87026DF0}"/>
              </a:ext>
            </a:extLst>
          </p:cNvPr>
          <p:cNvSpPr txBox="1"/>
          <p:nvPr userDrawn="1"/>
        </p:nvSpPr>
        <p:spPr>
          <a:xfrm>
            <a:off x="584200" y="8717910"/>
            <a:ext cx="40576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Trademark for confidential</a:t>
            </a:r>
            <a:endParaRPr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5079B4-C962-D140-8B43-B14B78B50C89}"/>
              </a:ext>
            </a:extLst>
          </p:cNvPr>
          <p:cNvSpPr txBox="1">
            <a:spLocks/>
          </p:cNvSpPr>
          <p:nvPr/>
        </p:nvSpPr>
        <p:spPr>
          <a:xfrm>
            <a:off x="4546600" y="3733800"/>
            <a:ext cx="7620000" cy="1295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800" dirty="0"/>
              <a:t>Monthly Status Meeting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CF4FA9-0CAB-B0CA-0B10-3378411074F3}"/>
              </a:ext>
            </a:extLst>
          </p:cNvPr>
          <p:cNvSpPr txBox="1"/>
          <p:nvPr/>
        </p:nvSpPr>
        <p:spPr>
          <a:xfrm>
            <a:off x="13346723" y="87923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S" sz="4000" dirty="0">
              <a:solidFill>
                <a:srgbClr val="F68B1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16E43-7FA9-25CC-98EE-3C19029545BB}"/>
              </a:ext>
            </a:extLst>
          </p:cNvPr>
          <p:cNvSpPr txBox="1"/>
          <p:nvPr/>
        </p:nvSpPr>
        <p:spPr>
          <a:xfrm>
            <a:off x="14929338" y="837027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S" sz="4000" dirty="0">
              <a:solidFill>
                <a:srgbClr val="F68B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19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6AF5-FBA7-1B4E-BD99-A4EA6A57E58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260600" y="4038600"/>
            <a:ext cx="6781800" cy="2667000"/>
          </a:xfrm>
        </p:spPr>
        <p:txBody>
          <a:bodyPr/>
          <a:lstStyle/>
          <a:p>
            <a:r>
              <a:rPr lang="en-US" b="0" u="sng" dirty="0"/>
              <a:t>Click here to join the meeting</a:t>
            </a:r>
          </a:p>
          <a:p>
            <a:endParaRPr lang="en-HK" b="0" u="sng" dirty="0"/>
          </a:p>
          <a:p>
            <a:r>
              <a:rPr lang="en-HK" b="0" u="sng" dirty="0"/>
              <a:t>01</a:t>
            </a:r>
            <a:r>
              <a:rPr lang="en-HK" b="0" u="sng" baseline="30000" dirty="0"/>
              <a:t>st</a:t>
            </a:r>
            <a:r>
              <a:rPr lang="en-HK" b="0" u="sng" dirty="0"/>
              <a:t> Jan 00 12:00 -13:00 HKT</a:t>
            </a: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12238424" y="8467"/>
            <a:ext cx="4042976" cy="3799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HK" b="0" u="sng" dirty="0"/>
              <a:t>01</a:t>
            </a:r>
            <a:r>
              <a:rPr lang="en-HK" b="0" u="sng" baseline="30000" dirty="0"/>
              <a:t>st</a:t>
            </a:r>
            <a:r>
              <a:rPr lang="en-HK" b="0" u="sng" dirty="0"/>
              <a:t> Jan 00 12:00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81333-B21B-9534-557A-5166D88601E5}"/>
              </a:ext>
            </a:extLst>
          </p:cNvPr>
          <p:cNvSpPr txBox="1"/>
          <p:nvPr/>
        </p:nvSpPr>
        <p:spPr>
          <a:xfrm>
            <a:off x="15456877" y="844061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S" sz="4000" dirty="0">
              <a:solidFill>
                <a:srgbClr val="F68B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46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79600" y="381000"/>
            <a:ext cx="12743251" cy="606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>
                <a:latin typeface="Arial" charset="0"/>
                <a:cs typeface="Arial" charset="0"/>
              </a:rPr>
              <a:t>Agenda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889000" y="1447800"/>
            <a:ext cx="14173200" cy="647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Projects Summary</a:t>
            </a:r>
          </a:p>
          <a:p>
            <a:r>
              <a:rPr lang="en-US" sz="3200" dirty="0"/>
              <a:t>Project 1 – Status Update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Project 1 Summary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Deployment Status &amp; Change Request progress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Incident Report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Outstanding Incidents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Other Projects – Status Update</a:t>
            </a:r>
          </a:p>
          <a:p>
            <a:r>
              <a:rPr lang="en-US" sz="3200" dirty="0"/>
              <a:t>AOB</a:t>
            </a:r>
          </a:p>
        </p:txBody>
      </p:sp>
    </p:spTree>
    <p:extLst>
      <p:ext uri="{BB962C8B-B14F-4D97-AF65-F5344CB8AC3E}">
        <p14:creationId xmlns:p14="http://schemas.microsoft.com/office/powerpoint/2010/main" val="242950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79600" y="381000"/>
            <a:ext cx="6317747" cy="605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Project Summary</a:t>
            </a:r>
            <a:endParaRPr lang="en-GB" dirty="0"/>
          </a:p>
        </p:txBody>
      </p:sp>
      <p:graphicFrame>
        <p:nvGraphicFramePr>
          <p:cNvPr id="9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318023"/>
              </p:ext>
            </p:extLst>
          </p:nvPr>
        </p:nvGraphicFramePr>
        <p:xfrm>
          <a:off x="203200" y="3226644"/>
          <a:ext cx="15849600" cy="392089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54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919">
                  <a:extLst>
                    <a:ext uri="{9D8B030D-6E8A-4147-A177-3AD203B41FA5}">
                      <a16:colId xmlns:a16="http://schemas.microsoft.com/office/drawing/2014/main" val="3986276368"/>
                    </a:ext>
                  </a:extLst>
                </a:gridCol>
                <a:gridCol w="2500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Previous meeting Action points (15</a:t>
                      </a:r>
                      <a:r>
                        <a:rPr lang="en-US" sz="2400" b="1" kern="1200" baseline="30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24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Jan00</a:t>
                      </a: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Previous Target date</a:t>
                      </a:r>
                      <a:endParaRPr lang="en-HK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Status /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Revised target</a:t>
                      </a:r>
                    </a:p>
                  </a:txBody>
                  <a:tcPr anchor="ctr" horzOverflow="overflow"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93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Incidents discussion</a:t>
                      </a:r>
                    </a:p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Discussion</a:t>
                      </a: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baseline="0" dirty="0">
                          <a:solidFill>
                            <a:srgbClr val="0056A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Ongoing Task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HK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b="1" kern="1200" baseline="0" dirty="0">
                        <a:solidFill>
                          <a:srgbClr val="0056A4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226264"/>
              </p:ext>
            </p:extLst>
          </p:nvPr>
        </p:nvGraphicFramePr>
        <p:xfrm>
          <a:off x="170947" y="1330642"/>
          <a:ext cx="16052800" cy="171735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0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5763">
                <a:tc>
                  <a:txBody>
                    <a:bodyPr/>
                    <a:lstStyle/>
                    <a:p>
                      <a:r>
                        <a:rPr lang="en-US" sz="2400" kern="1200" dirty="0"/>
                        <a:t>Highlights</a:t>
                      </a:r>
                      <a:endParaRPr lang="en-US" sz="2400" b="1" kern="1200" dirty="0">
                        <a:solidFill>
                          <a:schemeClr val="bg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0158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1200"/>
                        </a:spcAft>
                        <a:buFont typeface="Arial" pitchFamily="34" charset="0"/>
                        <a:buChar char="•"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support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activity and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CRs are going on 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 per agreed schedule (Detailed Slide)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Footer Placeholder 23"/>
          <p:cNvSpPr txBox="1">
            <a:spLocks/>
          </p:cNvSpPr>
          <p:nvPr/>
        </p:nvSpPr>
        <p:spPr bwMode="auto">
          <a:xfrm>
            <a:off x="10566400" y="379020"/>
            <a:ext cx="414134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 eaLnBrk="0" hangingPunct="0"/>
            <a:r>
              <a:rPr lang="en-US" sz="2000" b="1" dirty="0">
                <a:solidFill>
                  <a:srgbClr val="0056A4"/>
                </a:solidFill>
                <a:latin typeface="Arial" pitchFamily="34" charset="0"/>
                <a:cs typeface="Arial" pitchFamily="34" charset="0"/>
              </a:rPr>
              <a:t>(Period: 01Jan00 to 30Jan00)</a:t>
            </a:r>
          </a:p>
        </p:txBody>
      </p:sp>
    </p:spTree>
    <p:extLst>
      <p:ext uri="{BB962C8B-B14F-4D97-AF65-F5344CB8AC3E}">
        <p14:creationId xmlns:p14="http://schemas.microsoft.com/office/powerpoint/2010/main" val="45378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9400" y="158128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items – Summary 2000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108667"/>
              </p:ext>
            </p:extLst>
          </p:nvPr>
        </p:nvGraphicFramePr>
        <p:xfrm>
          <a:off x="0" y="993568"/>
          <a:ext cx="16256001" cy="480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80">
                  <a:extLst>
                    <a:ext uri="{9D8B030D-6E8A-4147-A177-3AD203B41FA5}">
                      <a16:colId xmlns:a16="http://schemas.microsoft.com/office/drawing/2014/main" val="3874004505"/>
                    </a:ext>
                  </a:extLst>
                </a:gridCol>
                <a:gridCol w="5386720">
                  <a:extLst>
                    <a:ext uri="{9D8B030D-6E8A-4147-A177-3AD203B41FA5}">
                      <a16:colId xmlns:a16="http://schemas.microsoft.com/office/drawing/2014/main" val="30156065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38104699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45520375"/>
                    </a:ext>
                  </a:extLst>
                </a:gridCol>
                <a:gridCol w="2229263">
                  <a:extLst>
                    <a:ext uri="{9D8B030D-6E8A-4147-A177-3AD203B41FA5}">
                      <a16:colId xmlns:a16="http://schemas.microsoft.com/office/drawing/2014/main" val="974493044"/>
                    </a:ext>
                  </a:extLst>
                </a:gridCol>
                <a:gridCol w="1860138">
                  <a:extLst>
                    <a:ext uri="{9D8B030D-6E8A-4147-A177-3AD203B41FA5}">
                      <a16:colId xmlns:a16="http://schemas.microsoft.com/office/drawing/2014/main" val="4325647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HK" sz="2400" dirty="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Planned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dirty="0"/>
                        <a:t>Revised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2400" dirty="0"/>
                        <a:t>Actual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93539"/>
                  </a:ext>
                </a:extLst>
              </a:tr>
              <a:tr h="1041086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XXXX Health Check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HK" sz="2400" b="1" u="none" strike="noStrike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01Jan00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31Mar00</a:t>
                      </a:r>
                    </a:p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038960"/>
                  </a:ext>
                </a:extLst>
              </a:tr>
              <a:tr h="880157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 Task 1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/>
                        <a:t>In Progress</a:t>
                      </a:r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92466"/>
                  </a:ext>
                </a:extLst>
              </a:tr>
              <a:tr h="880157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 Task 2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/>
                        <a:t>Completed</a:t>
                      </a:r>
                      <a:endParaRPr lang="en-HK" sz="2400" b="1" dirty="0"/>
                    </a:p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888884"/>
                  </a:ext>
                </a:extLst>
              </a:tr>
              <a:tr h="432863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XXXX Health Check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/>
                        <a:t>In Progress</a:t>
                      </a:r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43093"/>
                  </a:ext>
                </a:extLst>
              </a:tr>
              <a:tr h="431290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XXXX Health Check 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2400" b="1" baseline="0" dirty="0"/>
                        <a:t>Completed</a:t>
                      </a:r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228871"/>
                  </a:ext>
                </a:extLst>
              </a:tr>
              <a:tr h="635890">
                <a:tc>
                  <a:txBody>
                    <a:bodyPr/>
                    <a:lstStyle/>
                    <a:p>
                      <a:pPr algn="l" rtl="0" fontAlgn="t"/>
                      <a:r>
                        <a:rPr lang="en-HK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algn="l" defTabSz="609448" rtl="0" eaLnBrk="1" fontAlgn="t" latinLnBrk="0" hangingPunct="1"/>
                      <a:r>
                        <a:rPr lang="en-GB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XXXX Health Check </a:t>
                      </a:r>
                      <a:endParaRPr lang="en-US" sz="2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K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0944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3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79600" y="-54591"/>
            <a:ext cx="111252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items – Summary 000 (Contd.) 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-101600" y="1600200"/>
            <a:ext cx="16357600" cy="55626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171450" indent="-171450">
              <a:buFontTx/>
              <a:buChar char="-"/>
            </a:pPr>
            <a:endParaRPr lang="en-HK" altLang="zh-HK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43302"/>
              </p:ext>
            </p:extLst>
          </p:nvPr>
        </p:nvGraphicFramePr>
        <p:xfrm>
          <a:off x="0" y="533400"/>
          <a:ext cx="1625448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171">
                  <a:extLst>
                    <a:ext uri="{9D8B030D-6E8A-4147-A177-3AD203B41FA5}">
                      <a16:colId xmlns:a16="http://schemas.microsoft.com/office/drawing/2014/main" val="875572944"/>
                    </a:ext>
                  </a:extLst>
                </a:gridCol>
                <a:gridCol w="3487702">
                  <a:extLst>
                    <a:ext uri="{9D8B030D-6E8A-4147-A177-3AD203B41FA5}">
                      <a16:colId xmlns:a16="http://schemas.microsoft.com/office/drawing/2014/main" val="996473203"/>
                    </a:ext>
                  </a:extLst>
                </a:gridCol>
                <a:gridCol w="11786612">
                  <a:extLst>
                    <a:ext uri="{9D8B030D-6E8A-4147-A177-3AD203B41FA5}">
                      <a16:colId xmlns:a16="http://schemas.microsoft.com/office/drawing/2014/main" val="736394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S</a:t>
                      </a:r>
                      <a:r>
                        <a:rPr lang="en-HK" baseline="0" dirty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Action Plan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9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ACTION PLAN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XXXX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6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1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0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99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075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3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2.5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4851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1456340"/>
              </p:ext>
            </p:extLst>
          </p:nvPr>
        </p:nvGraphicFramePr>
        <p:xfrm>
          <a:off x="355600" y="5105400"/>
          <a:ext cx="146304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8A0A669-BD15-F503-ACDF-9454CCA73F02}"/>
              </a:ext>
            </a:extLst>
          </p:cNvPr>
          <p:cNvSpPr/>
          <p:nvPr/>
        </p:nvSpPr>
        <p:spPr>
          <a:xfrm>
            <a:off x="1397000" y="7620000"/>
            <a:ext cx="4064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BB346-FF7E-355F-F089-1B187712AF5B}"/>
              </a:ext>
            </a:extLst>
          </p:cNvPr>
          <p:cNvSpPr/>
          <p:nvPr/>
        </p:nvSpPr>
        <p:spPr>
          <a:xfrm>
            <a:off x="508000" y="5562600"/>
            <a:ext cx="304800" cy="2667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5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79600" y="232559"/>
            <a:ext cx="12420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Maintenance items – Summary 0000</a:t>
            </a:r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023707"/>
              </p:ext>
            </p:extLst>
          </p:nvPr>
        </p:nvGraphicFramePr>
        <p:xfrm>
          <a:off x="1371600" y="1066800"/>
          <a:ext cx="13411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9675945"/>
              </p:ext>
            </p:extLst>
          </p:nvPr>
        </p:nvGraphicFramePr>
        <p:xfrm>
          <a:off x="1382363" y="5181600"/>
          <a:ext cx="13400437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FDD81FF-9E54-7058-1A76-1F40D09091E7}"/>
              </a:ext>
            </a:extLst>
          </p:cNvPr>
          <p:cNvSpPr/>
          <p:nvPr/>
        </p:nvSpPr>
        <p:spPr>
          <a:xfrm>
            <a:off x="2565400" y="7924800"/>
            <a:ext cx="26670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D81FF-9E54-7058-1A76-1F40D09091E7}"/>
              </a:ext>
            </a:extLst>
          </p:cNvPr>
          <p:cNvSpPr/>
          <p:nvPr/>
        </p:nvSpPr>
        <p:spPr>
          <a:xfrm>
            <a:off x="5537200" y="7924800"/>
            <a:ext cx="36576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DD81FF-9E54-7058-1A76-1F40D09091E7}"/>
              </a:ext>
            </a:extLst>
          </p:cNvPr>
          <p:cNvSpPr/>
          <p:nvPr/>
        </p:nvSpPr>
        <p:spPr>
          <a:xfrm>
            <a:off x="9423400" y="7924800"/>
            <a:ext cx="28194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D81FF-9E54-7058-1A76-1F40D09091E7}"/>
              </a:ext>
            </a:extLst>
          </p:cNvPr>
          <p:cNvSpPr/>
          <p:nvPr/>
        </p:nvSpPr>
        <p:spPr>
          <a:xfrm>
            <a:off x="12480636" y="7924800"/>
            <a:ext cx="2048164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D81FF-9E54-7058-1A76-1F40D09091E7}"/>
              </a:ext>
            </a:extLst>
          </p:cNvPr>
          <p:cNvSpPr/>
          <p:nvPr/>
        </p:nvSpPr>
        <p:spPr>
          <a:xfrm>
            <a:off x="2336800" y="4724400"/>
            <a:ext cx="121920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29D53-DD87-7AED-3AAB-8943260EB24A}"/>
              </a:ext>
            </a:extLst>
          </p:cNvPr>
          <p:cNvSpPr/>
          <p:nvPr/>
        </p:nvSpPr>
        <p:spPr>
          <a:xfrm>
            <a:off x="2336800" y="4294909"/>
            <a:ext cx="121920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1A860-9CF2-C008-4930-8D7CA1C989C9}"/>
              </a:ext>
            </a:extLst>
          </p:cNvPr>
          <p:cNvSpPr/>
          <p:nvPr/>
        </p:nvSpPr>
        <p:spPr>
          <a:xfrm>
            <a:off x="3695700" y="8191500"/>
            <a:ext cx="4064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22DBB-1F3C-FF54-7D9F-16F345C3C988}"/>
              </a:ext>
            </a:extLst>
          </p:cNvPr>
          <p:cNvSpPr/>
          <p:nvPr/>
        </p:nvSpPr>
        <p:spPr>
          <a:xfrm>
            <a:off x="10566400" y="8229600"/>
            <a:ext cx="4064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F8C221-53D5-BECA-B42D-94A407E36375}"/>
              </a:ext>
            </a:extLst>
          </p:cNvPr>
          <p:cNvSpPr/>
          <p:nvPr/>
        </p:nvSpPr>
        <p:spPr>
          <a:xfrm>
            <a:off x="13301518" y="8212282"/>
            <a:ext cx="4064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2658E-8E7C-027A-8066-5BA7E4656D11}"/>
              </a:ext>
            </a:extLst>
          </p:cNvPr>
          <p:cNvSpPr/>
          <p:nvPr/>
        </p:nvSpPr>
        <p:spPr>
          <a:xfrm>
            <a:off x="2489200" y="4495800"/>
            <a:ext cx="304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112E6C-4860-C18B-04C9-99166BF6F009}"/>
              </a:ext>
            </a:extLst>
          </p:cNvPr>
          <p:cNvSpPr/>
          <p:nvPr/>
        </p:nvSpPr>
        <p:spPr>
          <a:xfrm>
            <a:off x="3950855" y="4485409"/>
            <a:ext cx="304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D50695-1475-CBA7-8FB7-654E28E0A53D}"/>
              </a:ext>
            </a:extLst>
          </p:cNvPr>
          <p:cNvSpPr/>
          <p:nvPr/>
        </p:nvSpPr>
        <p:spPr>
          <a:xfrm>
            <a:off x="6834910" y="4495800"/>
            <a:ext cx="304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94B0E5-8D5F-D8A2-79ED-AF5E1EE49A7E}"/>
              </a:ext>
            </a:extLst>
          </p:cNvPr>
          <p:cNvSpPr/>
          <p:nvPr/>
        </p:nvSpPr>
        <p:spPr>
          <a:xfrm>
            <a:off x="10109200" y="4495800"/>
            <a:ext cx="304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35AFF-AF12-5AA4-C618-449B3D05925A}"/>
              </a:ext>
            </a:extLst>
          </p:cNvPr>
          <p:cNvSpPr/>
          <p:nvPr/>
        </p:nvSpPr>
        <p:spPr>
          <a:xfrm>
            <a:off x="13035973" y="4478482"/>
            <a:ext cx="304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EEF762-2603-E3AA-823D-EAC5804E0025}"/>
              </a:ext>
            </a:extLst>
          </p:cNvPr>
          <p:cNvSpPr/>
          <p:nvPr/>
        </p:nvSpPr>
        <p:spPr>
          <a:xfrm>
            <a:off x="1574800" y="5715000"/>
            <a:ext cx="635000" cy="2209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750B47-5823-9532-B24C-3366A3B9BAF3}"/>
              </a:ext>
            </a:extLst>
          </p:cNvPr>
          <p:cNvSpPr/>
          <p:nvPr/>
        </p:nvSpPr>
        <p:spPr>
          <a:xfrm>
            <a:off x="1473200" y="1583267"/>
            <a:ext cx="635000" cy="286404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28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717800" y="4267200"/>
            <a:ext cx="8721782" cy="563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7" lvl="1" indent="0" algn="ctr">
              <a:lnSpc>
                <a:spcPct val="110000"/>
              </a:lnSpc>
              <a:buClr>
                <a:srgbClr val="E07000"/>
              </a:buClr>
              <a:buFont typeface="Arial" panose="020B0604020202020204" pitchFamily="34" charset="0"/>
              <a:buNone/>
              <a:tabLst>
                <a:tab pos="1828800" algn="l"/>
              </a:tabLst>
            </a:pPr>
            <a:r>
              <a:rPr lang="en-US" sz="2800" b="1" u="sng" dirty="0"/>
              <a:t>PROJECT 1 Status Update</a:t>
            </a:r>
            <a:endParaRPr lang="en-US" sz="2400" b="1" u="sng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0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79600" y="381000"/>
            <a:ext cx="120396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/>
              <a:t>PROJECT1  - Deployment &amp; Change Request progress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graphicFrame>
        <p:nvGraphicFramePr>
          <p:cNvPr id="9" name="Table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168743"/>
              </p:ext>
            </p:extLst>
          </p:nvPr>
        </p:nvGraphicFramePr>
        <p:xfrm>
          <a:off x="660400" y="2438400"/>
          <a:ext cx="14885957" cy="248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Deployment Update (01Jan00 to 31Jan00)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78">
                <a:tc>
                  <a:txBody>
                    <a:bodyPr/>
                    <a:lstStyle/>
                    <a:p>
                      <a:pPr marL="795338" lvl="1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NUMBER  </a:t>
                      </a:r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Deployments in Application during this period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(X</a:t>
                      </a:r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deployment in 01Jan, 1 deployment in 31jan)</a:t>
                      </a:r>
                      <a:endParaRPr lang="en-US" sz="2000" b="1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92">
                <a:tc>
                  <a:txBody>
                    <a:bodyPr/>
                    <a:lstStyle/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These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included – X  fixes (10JAN00)</a:t>
                      </a:r>
                    </a:p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–X fixes (10JAN00)</a:t>
                      </a:r>
                      <a:endParaRPr lang="en-US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92">
                <a:tc>
                  <a:txBody>
                    <a:bodyPr/>
                    <a:lstStyle/>
                    <a:p>
                      <a:pPr marL="457200" marR="0" lvl="1" indent="58738" algn="l" defTabSz="60944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5" marR="7905" marT="7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07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879600" y="152400"/>
            <a:ext cx="7696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>
                <a:latin typeface="Arial" charset="0"/>
                <a:cs typeface="Arial" charset="0"/>
              </a:rPr>
              <a:t>Monthly Statistics Analysis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61051"/>
              </p:ext>
            </p:extLst>
          </p:nvPr>
        </p:nvGraphicFramePr>
        <p:xfrm>
          <a:off x="508000" y="1066801"/>
          <a:ext cx="15468600" cy="723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6600" y="6172200"/>
            <a:ext cx="723900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3512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51000" y="228600"/>
            <a:ext cx="7696200" cy="685800"/>
          </a:xfrm>
        </p:spPr>
        <p:txBody>
          <a:bodyPr/>
          <a:lstStyle/>
          <a:p>
            <a:pPr algn="l" eaLnBrk="1" hangingPunct="1"/>
            <a:r>
              <a:rPr lang="en-US" altLang="en-US" dirty="0">
                <a:latin typeface="Arial" charset="0"/>
                <a:cs typeface="Arial" charset="0"/>
              </a:rPr>
              <a:t>Month wise Incidents Analysis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477173"/>
              </p:ext>
            </p:extLst>
          </p:nvPr>
        </p:nvGraphicFramePr>
        <p:xfrm>
          <a:off x="279400" y="1524000"/>
          <a:ext cx="158496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56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803400" y="457200"/>
            <a:ext cx="11125200" cy="685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dirty="0">
                <a:latin typeface="Arial" charset="0"/>
                <a:cs typeface="Arial" charset="0"/>
              </a:rPr>
              <a:t>Resolution Statistics JAN’0000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600200"/>
            <a:ext cx="15849599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304B60-80F9-0ABB-96A8-4A33CE44E5E5}"/>
              </a:ext>
            </a:extLst>
          </p:cNvPr>
          <p:cNvSpPr/>
          <p:nvPr/>
        </p:nvSpPr>
        <p:spPr>
          <a:xfrm>
            <a:off x="965200" y="3886200"/>
            <a:ext cx="1066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D74169-A858-D018-7110-8389F5E5E44A}"/>
              </a:ext>
            </a:extLst>
          </p:cNvPr>
          <p:cNvSpPr/>
          <p:nvPr/>
        </p:nvSpPr>
        <p:spPr>
          <a:xfrm>
            <a:off x="2336800" y="3886200"/>
            <a:ext cx="10668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7226C2-24B3-F544-C37C-F89B93348871}"/>
              </a:ext>
            </a:extLst>
          </p:cNvPr>
          <p:cNvSpPr/>
          <p:nvPr/>
        </p:nvSpPr>
        <p:spPr>
          <a:xfrm>
            <a:off x="3708400" y="3886200"/>
            <a:ext cx="1066800" cy="4572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91369-182A-517C-C736-C95CFCDF5537}"/>
              </a:ext>
            </a:extLst>
          </p:cNvPr>
          <p:cNvSpPr/>
          <p:nvPr/>
        </p:nvSpPr>
        <p:spPr>
          <a:xfrm>
            <a:off x="5080000" y="3886200"/>
            <a:ext cx="9906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C8956-DDDD-1D7B-5614-4CDD4E1DA8B3}"/>
              </a:ext>
            </a:extLst>
          </p:cNvPr>
          <p:cNvSpPr/>
          <p:nvPr/>
        </p:nvSpPr>
        <p:spPr>
          <a:xfrm>
            <a:off x="6413500" y="3886200"/>
            <a:ext cx="990600" cy="152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BAB01-1498-240F-D6B8-2B868107E1C8}"/>
              </a:ext>
            </a:extLst>
          </p:cNvPr>
          <p:cNvSpPr/>
          <p:nvPr/>
        </p:nvSpPr>
        <p:spPr>
          <a:xfrm>
            <a:off x="1346200" y="2743200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25F50C-75E5-DB7F-1D86-094902A0C32F}"/>
              </a:ext>
            </a:extLst>
          </p:cNvPr>
          <p:cNvSpPr/>
          <p:nvPr/>
        </p:nvSpPr>
        <p:spPr>
          <a:xfrm>
            <a:off x="2641600" y="3086100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DEB79-6570-33A8-FC66-0CDB0826ED84}"/>
              </a:ext>
            </a:extLst>
          </p:cNvPr>
          <p:cNvSpPr/>
          <p:nvPr/>
        </p:nvSpPr>
        <p:spPr>
          <a:xfrm>
            <a:off x="4089400" y="2458065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36CC1-EDC7-B2EE-15DB-052A69CC2FF3}"/>
              </a:ext>
            </a:extLst>
          </p:cNvPr>
          <p:cNvSpPr/>
          <p:nvPr/>
        </p:nvSpPr>
        <p:spPr>
          <a:xfrm>
            <a:off x="5374148" y="3086100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FC15DD-0858-BF18-A0F8-3D3E518D0616}"/>
              </a:ext>
            </a:extLst>
          </p:cNvPr>
          <p:cNvSpPr/>
          <p:nvPr/>
        </p:nvSpPr>
        <p:spPr>
          <a:xfrm>
            <a:off x="6756400" y="3410565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8AF3E-81A5-84CA-22DD-41E4872676FC}"/>
              </a:ext>
            </a:extLst>
          </p:cNvPr>
          <p:cNvSpPr/>
          <p:nvPr/>
        </p:nvSpPr>
        <p:spPr>
          <a:xfrm>
            <a:off x="431800" y="2343764"/>
            <a:ext cx="152400" cy="146623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5DC64-60D1-46C4-5A3C-9BC7CCEFC1E9}"/>
              </a:ext>
            </a:extLst>
          </p:cNvPr>
          <p:cNvSpPr/>
          <p:nvPr/>
        </p:nvSpPr>
        <p:spPr>
          <a:xfrm>
            <a:off x="8432800" y="2343763"/>
            <a:ext cx="152400" cy="199963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616768-CF4B-F459-E405-B49D80C62C39}"/>
              </a:ext>
            </a:extLst>
          </p:cNvPr>
          <p:cNvSpPr/>
          <p:nvPr/>
        </p:nvSpPr>
        <p:spPr>
          <a:xfrm>
            <a:off x="8966200" y="4343400"/>
            <a:ext cx="64770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ACEDD-1F3C-94D9-6DFD-96880E34E68C}"/>
              </a:ext>
            </a:extLst>
          </p:cNvPr>
          <p:cNvSpPr/>
          <p:nvPr/>
        </p:nvSpPr>
        <p:spPr>
          <a:xfrm>
            <a:off x="11899900" y="4580604"/>
            <a:ext cx="6477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8BA9F9-66C8-0190-E58B-F2F0516B8B9E}"/>
              </a:ext>
            </a:extLst>
          </p:cNvPr>
          <p:cNvSpPr/>
          <p:nvPr/>
        </p:nvSpPr>
        <p:spPr>
          <a:xfrm>
            <a:off x="12148573" y="2580969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598BF-50D7-A928-4C3C-31DDC45F69C0}"/>
              </a:ext>
            </a:extLst>
          </p:cNvPr>
          <p:cNvSpPr/>
          <p:nvPr/>
        </p:nvSpPr>
        <p:spPr>
          <a:xfrm>
            <a:off x="13614400" y="2466669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FBAB52-E658-3B4E-29B1-BDF6FBC53515}"/>
              </a:ext>
            </a:extLst>
          </p:cNvPr>
          <p:cNvSpPr/>
          <p:nvPr/>
        </p:nvSpPr>
        <p:spPr>
          <a:xfrm>
            <a:off x="14986000" y="3905865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BF804-27B1-A559-DA3E-F6CB873B6F8E}"/>
              </a:ext>
            </a:extLst>
          </p:cNvPr>
          <p:cNvSpPr/>
          <p:nvPr/>
        </p:nvSpPr>
        <p:spPr>
          <a:xfrm>
            <a:off x="14528800" y="1828799"/>
            <a:ext cx="304800" cy="51496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9536C3-6FEA-2972-AB1F-8166333D2CBB}"/>
              </a:ext>
            </a:extLst>
          </p:cNvPr>
          <p:cNvSpPr/>
          <p:nvPr/>
        </p:nvSpPr>
        <p:spPr>
          <a:xfrm>
            <a:off x="4622800" y="5257799"/>
            <a:ext cx="1143000" cy="28513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DCE767-6394-7F93-5004-3D5702FE2D04}"/>
              </a:ext>
            </a:extLst>
          </p:cNvPr>
          <p:cNvSpPr/>
          <p:nvPr/>
        </p:nvSpPr>
        <p:spPr>
          <a:xfrm>
            <a:off x="4535948" y="7411064"/>
            <a:ext cx="7325852" cy="28513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1CD55-9B54-E24C-59FB-6DEC3BE839FD}"/>
              </a:ext>
            </a:extLst>
          </p:cNvPr>
          <p:cNvSpPr/>
          <p:nvPr/>
        </p:nvSpPr>
        <p:spPr>
          <a:xfrm>
            <a:off x="3845232" y="5629581"/>
            <a:ext cx="228600" cy="178148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07E1BA-9282-715F-A9C0-2CB58C10D7F5}"/>
              </a:ext>
            </a:extLst>
          </p:cNvPr>
          <p:cNvSpPr/>
          <p:nvPr/>
        </p:nvSpPr>
        <p:spPr>
          <a:xfrm>
            <a:off x="4905067" y="6248399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317CF5-45EC-71F0-B808-3EDCD7B98B12}"/>
              </a:ext>
            </a:extLst>
          </p:cNvPr>
          <p:cNvSpPr/>
          <p:nvPr/>
        </p:nvSpPr>
        <p:spPr>
          <a:xfrm>
            <a:off x="6451600" y="5868935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ED8B8E-729F-8DC8-2EDF-30D590FBBA9A}"/>
              </a:ext>
            </a:extLst>
          </p:cNvPr>
          <p:cNvSpPr/>
          <p:nvPr/>
        </p:nvSpPr>
        <p:spPr>
          <a:xfrm>
            <a:off x="7894074" y="6406022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DF9738-030F-74CD-191E-F77CA4B127FA}"/>
              </a:ext>
            </a:extLst>
          </p:cNvPr>
          <p:cNvSpPr/>
          <p:nvPr/>
        </p:nvSpPr>
        <p:spPr>
          <a:xfrm>
            <a:off x="9602837" y="6807915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F434EB-CC15-6DBF-F2B6-8BAFDD88E6F4}"/>
              </a:ext>
            </a:extLst>
          </p:cNvPr>
          <p:cNvSpPr/>
          <p:nvPr/>
        </p:nvSpPr>
        <p:spPr>
          <a:xfrm>
            <a:off x="11099800" y="6995190"/>
            <a:ext cx="304800" cy="2286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7CBB18-7E3F-83D0-B22B-C70930ADFB05}"/>
              </a:ext>
            </a:extLst>
          </p:cNvPr>
          <p:cNvSpPr/>
          <p:nvPr/>
        </p:nvSpPr>
        <p:spPr>
          <a:xfrm>
            <a:off x="9194800" y="7871645"/>
            <a:ext cx="304800" cy="19910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217B60-6A5D-EC3B-0657-2842B781EC36}"/>
              </a:ext>
            </a:extLst>
          </p:cNvPr>
          <p:cNvSpPr/>
          <p:nvPr/>
        </p:nvSpPr>
        <p:spPr>
          <a:xfrm>
            <a:off x="9602837" y="7871645"/>
            <a:ext cx="304800" cy="19910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5349CB-F8F7-E187-84DB-CEC37E897C90}"/>
              </a:ext>
            </a:extLst>
          </p:cNvPr>
          <p:cNvSpPr/>
          <p:nvPr/>
        </p:nvSpPr>
        <p:spPr>
          <a:xfrm>
            <a:off x="6261100" y="7867190"/>
            <a:ext cx="647700" cy="19910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49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51000" y="76200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HK" dirty="0"/>
              <a:t>KPI (Year 0000)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624820"/>
              </p:ext>
            </p:extLst>
          </p:nvPr>
        </p:nvGraphicFramePr>
        <p:xfrm>
          <a:off x="101599" y="1219200"/>
          <a:ext cx="15722601" cy="523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8800">
                  <a:extLst>
                    <a:ext uri="{9D8B030D-6E8A-4147-A177-3AD203B41FA5}">
                      <a16:colId xmlns:a16="http://schemas.microsoft.com/office/drawing/2014/main" val="644865520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552">
                  <a:extLst>
                    <a:ext uri="{9D8B030D-6E8A-4147-A177-3AD203B41FA5}">
                      <a16:colId xmlns:a16="http://schemas.microsoft.com/office/drawing/2014/main" val="631574920"/>
                    </a:ext>
                  </a:extLst>
                </a:gridCol>
              </a:tblGrid>
              <a:tr h="991742">
                <a:tc>
                  <a:txBody>
                    <a:bodyPr/>
                    <a:lstStyle/>
                    <a:p>
                      <a:pPr algn="l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KPI in 0000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0000</a:t>
                      </a:r>
                    </a:p>
                    <a:p>
                      <a:pPr algn="ctr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HK" sz="2200" b="1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upto</a:t>
                      </a:r>
                      <a:r>
                        <a:rPr lang="en-HK" sz="22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last month)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 Target</a:t>
                      </a: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0000</a:t>
                      </a:r>
                    </a:p>
                    <a:p>
                      <a:pPr algn="ctr" fontAlgn="ctr"/>
                      <a:r>
                        <a:rPr lang="en-HK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Health </a:t>
                      </a:r>
                      <a:endParaRPr lang="en-HK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064180"/>
                  </a:ext>
                </a:extLst>
              </a:tr>
              <a:tr h="413906">
                <a:tc>
                  <a:txBody>
                    <a:bodyPr/>
                    <a:lstStyle/>
                    <a:p>
                      <a:pPr marL="457200" indent="-457200" algn="l" fontAlgn="b">
                        <a:buAutoNum type="arabicPeriod"/>
                      </a:pPr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Number of A cases / number of deployment: x1/y , where: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394978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2. Number of B cases / number of deployment: x2/y, where: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879998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3. No S1 and S2 incidents from CR / Bug fix: x3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u="none" strike="noStrike" dirty="0">
                          <a:effectLst/>
                          <a:latin typeface="+mn-lt"/>
                        </a:rPr>
                        <a:t>G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60454"/>
                  </a:ext>
                </a:extLst>
              </a:tr>
              <a:tr h="334728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4. Timely RCA and Sharing with teams and BAs: within X days (with quarterly review)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424168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- Number of RCA and sharing within X days: x4/z , where z = total number of RCA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06679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dirty="0">
                          <a:effectLst/>
                          <a:latin typeface="+mn-lt"/>
                        </a:rPr>
                        <a:t>5. Average SR/data patch per month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609448" rtl="0" eaLnBrk="1" fontAlgn="ctr" latinLnBrk="0" hangingPunct="1"/>
                      <a:endParaRPr lang="en-HK" sz="2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609448" rtl="0" eaLnBrk="1" fontAlgn="ctr" latinLnBrk="0" hangingPunct="1"/>
                      <a:r>
                        <a:rPr lang="en-HK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94462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US" sz="22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of outstanding Invalid Incidents for discussion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36092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No. of important operations incidents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0930"/>
                  </a:ext>
                </a:extLst>
              </a:tr>
              <a:tr h="398036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No. of "cannot replicate" valid incidents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38137"/>
                  </a:ext>
                </a:extLst>
              </a:tr>
              <a:tr h="267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</a:t>
                      </a:r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No. of outstanding valid side-walk bugs to be fixed</a:t>
                      </a:r>
                    </a:p>
                  </a:txBody>
                  <a:tcPr marL="6350" marR="6350" marT="6350" marB="9525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R</a:t>
                      </a:r>
                      <a:endParaRPr lang="en-HK" sz="2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176631"/>
                  </a:ext>
                </a:extLst>
              </a:tr>
              <a:tr h="2207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  <a:r>
                        <a:rPr lang="en-US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No. of problem and side-walk bugs issues for discussion</a:t>
                      </a:r>
                    </a:p>
                  </a:txBody>
                  <a:tcPr marL="6350" marR="6350" marT="6350" marB="9525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en-HK" sz="2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&lt;XX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HK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L="6350" marR="6350" marT="635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7403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294F7CD-5A16-F944-E1E5-A55D37047638}"/>
              </a:ext>
            </a:extLst>
          </p:cNvPr>
          <p:cNvSpPr/>
          <p:nvPr/>
        </p:nvSpPr>
        <p:spPr>
          <a:xfrm>
            <a:off x="355600" y="2286000"/>
            <a:ext cx="9753600" cy="416904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3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032000" y="461159"/>
            <a:ext cx="8229600" cy="6056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Outstanding Incidents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1018" y="1371600"/>
            <a:ext cx="15925800" cy="58308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Progress 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Summary of discussions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5887" lvl="1" algn="just">
              <a:lnSpc>
                <a:spcPct val="110000"/>
              </a:lnSpc>
              <a:buClr>
                <a:srgbClr val="E07000"/>
              </a:buClr>
              <a:tabLst>
                <a:tab pos="1828800" algn="l"/>
              </a:tabLs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of Outstanding Incidents for discussion: XX</a:t>
            </a: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en-HK" sz="2800" dirty="0">
                <a:latin typeface="Calibri" panose="020F0502020204030204" pitchFamily="34" charset="0"/>
                <a:cs typeface="Calibri" panose="020F0502020204030204" pitchFamily="34" charset="0"/>
              </a:rPr>
              <a:t>The new incident added after last meeting: XX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8787" lvl="1" indent="-342900" algn="just">
              <a:lnSpc>
                <a:spcPct val="110000"/>
              </a:lnSpc>
              <a:buClr>
                <a:srgbClr val="E07000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755756"/>
              </p:ext>
            </p:extLst>
          </p:nvPr>
        </p:nvGraphicFramePr>
        <p:xfrm>
          <a:off x="259118" y="2438400"/>
          <a:ext cx="158496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71">
                  <a:extLst>
                    <a:ext uri="{9D8B030D-6E8A-4147-A177-3AD203B41FA5}">
                      <a16:colId xmlns:a16="http://schemas.microsoft.com/office/drawing/2014/main" val="3102947930"/>
                    </a:ext>
                  </a:extLst>
                </a:gridCol>
                <a:gridCol w="3449004">
                  <a:extLst>
                    <a:ext uri="{9D8B030D-6E8A-4147-A177-3AD203B41FA5}">
                      <a16:colId xmlns:a16="http://schemas.microsoft.com/office/drawing/2014/main" val="3958936546"/>
                    </a:ext>
                  </a:extLst>
                </a:gridCol>
                <a:gridCol w="2330408">
                  <a:extLst>
                    <a:ext uri="{9D8B030D-6E8A-4147-A177-3AD203B41FA5}">
                      <a16:colId xmlns:a16="http://schemas.microsoft.com/office/drawing/2014/main" val="4271953071"/>
                    </a:ext>
                  </a:extLst>
                </a:gridCol>
                <a:gridCol w="1926470">
                  <a:extLst>
                    <a:ext uri="{9D8B030D-6E8A-4147-A177-3AD203B41FA5}">
                      <a16:colId xmlns:a16="http://schemas.microsoft.com/office/drawing/2014/main" val="3439070598"/>
                    </a:ext>
                  </a:extLst>
                </a:gridCol>
                <a:gridCol w="332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2407">
                  <a:extLst>
                    <a:ext uri="{9D8B030D-6E8A-4147-A177-3AD203B41FA5}">
                      <a16:colId xmlns:a16="http://schemas.microsoft.com/office/drawing/2014/main" val="2881583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No of Incidents carry forwarded as per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No of Incidents added 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Incidents 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Incident under further 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2000" dirty="0"/>
                        <a:t>Incidents accepted by</a:t>
                      </a:r>
                      <a:r>
                        <a:rPr lang="en-HK" sz="2000" baseline="0" dirty="0"/>
                        <a:t> vendor for fixing</a:t>
                      </a:r>
                      <a:endParaRPr lang="en-H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02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XXXX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209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44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15CE-A8DE-944D-BAC2-A62489E0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3175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B6E8F2-2268-D6B3-448B-3956F8085F67}"/>
              </a:ext>
            </a:extLst>
          </p:cNvPr>
          <p:cNvSpPr txBox="1"/>
          <p:nvPr/>
        </p:nvSpPr>
        <p:spPr>
          <a:xfrm>
            <a:off x="863597" y="1910077"/>
            <a:ext cx="3200400" cy="685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 sz="4000" dirty="0"/>
              <a:t>Overall Status: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8395D-C00F-35B1-3349-E71B5B2FFF4E}"/>
              </a:ext>
            </a:extLst>
          </p:cNvPr>
          <p:cNvSpPr txBox="1"/>
          <p:nvPr/>
        </p:nvSpPr>
        <p:spPr>
          <a:xfrm>
            <a:off x="4063997" y="1899074"/>
            <a:ext cx="4495800" cy="8382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Red</a:t>
            </a:r>
            <a:r>
              <a:rPr lang="en-US" sz="4000" dirty="0"/>
              <a:t>/</a:t>
            </a:r>
            <a:r>
              <a:rPr lang="en-US" sz="4000" dirty="0">
                <a:solidFill>
                  <a:srgbClr val="F68B1F"/>
                </a:solidFill>
              </a:rPr>
              <a:t>Amber</a:t>
            </a:r>
            <a:r>
              <a:rPr lang="en-US" sz="4000" dirty="0"/>
              <a:t>/</a:t>
            </a: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43CE6-7F01-66D2-70A6-83203A94F63D}"/>
              </a:ext>
            </a:extLst>
          </p:cNvPr>
          <p:cNvSpPr txBox="1"/>
          <p:nvPr/>
        </p:nvSpPr>
        <p:spPr>
          <a:xfrm>
            <a:off x="863600" y="2714410"/>
            <a:ext cx="3200400" cy="685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 sz="4000" dirty="0"/>
              <a:t>Key highlights: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F2CE2-C386-7C14-4B89-53D14AA3C184}"/>
              </a:ext>
            </a:extLst>
          </p:cNvPr>
          <p:cNvSpPr txBox="1"/>
          <p:nvPr/>
        </p:nvSpPr>
        <p:spPr>
          <a:xfrm>
            <a:off x="863600" y="3404446"/>
            <a:ext cx="5791200" cy="1524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Highlight/task1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Highlight/task2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05131-7742-3A26-B9D5-20DF65A4D4EE}"/>
              </a:ext>
            </a:extLst>
          </p:cNvPr>
          <p:cNvSpPr txBox="1"/>
          <p:nvPr/>
        </p:nvSpPr>
        <p:spPr>
          <a:xfrm>
            <a:off x="863599" y="4928446"/>
            <a:ext cx="8322734" cy="685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 sz="4000" dirty="0"/>
              <a:t>Risks &amp; Mitigation/ Dependencies: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46A89-D98E-C18F-76B6-73E585D616B3}"/>
              </a:ext>
            </a:extLst>
          </p:cNvPr>
          <p:cNvSpPr txBox="1"/>
          <p:nvPr/>
        </p:nvSpPr>
        <p:spPr>
          <a:xfrm>
            <a:off x="863598" y="5385646"/>
            <a:ext cx="5791200" cy="1524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Risk1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/>
              <a:t>Risk2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F2C16D-F816-D1B0-DC68-2CF438140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48715"/>
              </p:ext>
            </p:extLst>
          </p:nvPr>
        </p:nvGraphicFramePr>
        <p:xfrm>
          <a:off x="863597" y="7012939"/>
          <a:ext cx="14571136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47303">
                  <a:extLst>
                    <a:ext uri="{9D8B030D-6E8A-4147-A177-3AD203B41FA5}">
                      <a16:colId xmlns:a16="http://schemas.microsoft.com/office/drawing/2014/main" val="6352179"/>
                    </a:ext>
                  </a:extLst>
                </a:gridCol>
                <a:gridCol w="4405493">
                  <a:extLst>
                    <a:ext uri="{9D8B030D-6E8A-4147-A177-3AD203B41FA5}">
                      <a16:colId xmlns:a16="http://schemas.microsoft.com/office/drawing/2014/main" val="2753444399"/>
                    </a:ext>
                  </a:extLst>
                </a:gridCol>
                <a:gridCol w="1434347">
                  <a:extLst>
                    <a:ext uri="{9D8B030D-6E8A-4147-A177-3AD203B41FA5}">
                      <a16:colId xmlns:a16="http://schemas.microsoft.com/office/drawing/2014/main" val="4155039450"/>
                    </a:ext>
                  </a:extLst>
                </a:gridCol>
                <a:gridCol w="1283193">
                  <a:extLst>
                    <a:ext uri="{9D8B030D-6E8A-4147-A177-3AD203B41FA5}">
                      <a16:colId xmlns:a16="http://schemas.microsoft.com/office/drawing/2014/main" val="4747763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050789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9766836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336574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07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75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95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8876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8C4B29-BCC8-4748-3487-BCDFA7DE9197}"/>
              </a:ext>
            </a:extLst>
          </p:cNvPr>
          <p:cNvSpPr txBox="1"/>
          <p:nvPr/>
        </p:nvSpPr>
        <p:spPr>
          <a:xfrm>
            <a:off x="6286497" y="1209462"/>
            <a:ext cx="4495800" cy="685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lang="en-US" sz="40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8D09F3A-D00F-316F-4D52-4AE9A2BF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156"/>
            <a:ext cx="16256000" cy="1676400"/>
          </a:xfrm>
        </p:spPr>
        <p:txBody>
          <a:bodyPr/>
          <a:lstStyle/>
          <a:p>
            <a:pPr algn="ctr"/>
            <a:r>
              <a:rPr lang="en-US" sz="4000" dirty="0"/>
              <a:t>Daily status – for ongoing issues Template for Top management</a:t>
            </a:r>
          </a:p>
        </p:txBody>
      </p:sp>
    </p:spTree>
    <p:extLst>
      <p:ext uri="{BB962C8B-B14F-4D97-AF65-F5344CB8AC3E}">
        <p14:creationId xmlns:p14="http://schemas.microsoft.com/office/powerpoint/2010/main" val="280127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0213B8-ACDC-13D6-7C2C-C01D643DE022}"/>
              </a:ext>
            </a:extLst>
          </p:cNvPr>
          <p:cNvSpPr txBox="1"/>
          <p:nvPr/>
        </p:nvSpPr>
        <p:spPr>
          <a:xfrm>
            <a:off x="234950" y="1676400"/>
            <a:ext cx="154686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HK" sz="4000" u="sng" dirty="0"/>
              <a:t>Stakeholder Engagement</a:t>
            </a:r>
          </a:p>
          <a:p>
            <a:pPr algn="l"/>
            <a:endParaRPr lang="en-HK" sz="4000" dirty="0"/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Functional Requirements Gathering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HK" sz="4000" dirty="0"/>
              <a:t>Client stakeholders provide initial functional requirements.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Requirement Discussion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HK" sz="4000" dirty="0"/>
              <a:t>Project Manager (myself), Business Analyst, and Team Member discuss the requirements with the operations team.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Documentation Creation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HK" sz="4000" dirty="0"/>
              <a:t>Convert requirements into functional and non-functional requirements (NFR) documentation.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285440-B2A0-D13B-4E72-E48B780F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256000" cy="13280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HK" sz="4000" dirty="0"/>
              <a:t>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1509066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0213B8-ACDC-13D6-7C2C-C01D643DE022}"/>
              </a:ext>
            </a:extLst>
          </p:cNvPr>
          <p:cNvSpPr txBox="1"/>
          <p:nvPr/>
        </p:nvSpPr>
        <p:spPr>
          <a:xfrm>
            <a:off x="234950" y="1755844"/>
            <a:ext cx="1546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4000" dirty="0"/>
              <a:t>Estimation and Quoting</a:t>
            </a:r>
          </a:p>
          <a:p>
            <a:pPr algn="l"/>
            <a:endParaRPr lang="en-HK" sz="4000" dirty="0"/>
          </a:p>
          <a:p>
            <a:pPr algn="l" fontAlgn="t">
              <a:buFont typeface="+mj-lt"/>
              <a:buAutoNum type="arabicPeriod" startAt="4"/>
            </a:pPr>
            <a:r>
              <a:rPr lang="en-HK" sz="4000" dirty="0"/>
              <a:t>Effort Estimation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HK" sz="4000" dirty="0"/>
              <a:t>Vendor team estimates the effort required based on the documented requirements.</a:t>
            </a:r>
          </a:p>
          <a:p>
            <a:pPr algn="l" fontAlgn="t">
              <a:buFont typeface="+mj-lt"/>
              <a:buAutoNum type="arabicPeriod" startAt="4"/>
            </a:pPr>
            <a:r>
              <a:rPr lang="en-HK" sz="4000" dirty="0"/>
              <a:t>Quote Submission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HK" sz="4000" dirty="0"/>
              <a:t>Submit the initial quote to the client stakeholders..</a:t>
            </a:r>
          </a:p>
          <a:p>
            <a:pPr algn="l" fontAlgn="t">
              <a:buFont typeface="+mj-lt"/>
              <a:buAutoNum type="arabicPeriod" startAt="4"/>
            </a:pPr>
            <a:r>
              <a:rPr lang="en-HK" sz="4000" dirty="0"/>
              <a:t>Negotiation and Finalization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HK" sz="4000" dirty="0"/>
              <a:t>Finalize the quote after negotiations with the client.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B00D48-0C73-7779-0373-4744D7558B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6256000" cy="1328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HK" sz="4000" dirty="0"/>
              <a:t>Project Workflow - </a:t>
            </a:r>
            <a:r>
              <a:rPr lang="en-HK" sz="4000" dirty="0" err="1"/>
              <a:t>Contd</a:t>
            </a:r>
            <a:endParaRPr lang="en-HK" sz="4000" dirty="0"/>
          </a:p>
        </p:txBody>
      </p:sp>
    </p:spTree>
    <p:extLst>
      <p:ext uri="{BB962C8B-B14F-4D97-AF65-F5344CB8AC3E}">
        <p14:creationId xmlns:p14="http://schemas.microsoft.com/office/powerpoint/2010/main" val="384088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4A51A-5EE5-570F-864A-970139377140}"/>
              </a:ext>
            </a:extLst>
          </p:cNvPr>
          <p:cNvSpPr txBox="1"/>
          <p:nvPr/>
        </p:nvSpPr>
        <p:spPr>
          <a:xfrm>
            <a:off x="355600" y="2362200"/>
            <a:ext cx="15544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4000" u="sng" dirty="0"/>
              <a:t>Project Award and Initiation</a:t>
            </a:r>
          </a:p>
          <a:p>
            <a:pPr algn="l"/>
            <a:endParaRPr lang="en-HK" sz="4000" dirty="0"/>
          </a:p>
          <a:p>
            <a:pPr algn="l" fontAlgn="t">
              <a:buFont typeface="+mj-lt"/>
              <a:buAutoNum type="arabicPeriod" startAt="7"/>
            </a:pPr>
            <a:r>
              <a:rPr lang="en-HK" sz="4000" dirty="0"/>
              <a:t>Project Award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HK" sz="4000" dirty="0"/>
              <a:t>Receive Purchase Order (PO) from the client, officially awarding the project.</a:t>
            </a:r>
          </a:p>
          <a:p>
            <a:pPr algn="l" fontAlgn="t">
              <a:buFont typeface="+mj-lt"/>
              <a:buAutoNum type="arabicPeriod" startAt="7"/>
            </a:pPr>
            <a:r>
              <a:rPr lang="en-HK" sz="4000" dirty="0"/>
              <a:t>Project Kick-off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HK" sz="4000" dirty="0"/>
              <a:t>Initiate the project and begin executing the following workflow steps.</a:t>
            </a:r>
          </a:p>
          <a:p>
            <a:pPr lvl="1" algn="l"/>
            <a:endParaRPr lang="en-US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7BA244-C6BB-02CB-7318-FA750B2C47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6256000" cy="1328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HK" sz="4000" dirty="0"/>
              <a:t>Project Workflow - </a:t>
            </a:r>
            <a:r>
              <a:rPr lang="en-HK" sz="4000" dirty="0" err="1"/>
              <a:t>Contd</a:t>
            </a:r>
            <a:endParaRPr lang="en-HK" sz="4000" dirty="0"/>
          </a:p>
        </p:txBody>
      </p:sp>
    </p:spTree>
    <p:extLst>
      <p:ext uri="{BB962C8B-B14F-4D97-AF65-F5344CB8AC3E}">
        <p14:creationId xmlns:p14="http://schemas.microsoft.com/office/powerpoint/2010/main" val="2254942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74A51A-5EE5-570F-864A-970139377140}"/>
              </a:ext>
            </a:extLst>
          </p:cNvPr>
          <p:cNvSpPr txBox="1"/>
          <p:nvPr/>
        </p:nvSpPr>
        <p:spPr>
          <a:xfrm>
            <a:off x="355600" y="1905000"/>
            <a:ext cx="15544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4000" u="sng" dirty="0"/>
              <a:t>Project Timelines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Final Design Documentation Submission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Development Completion Dates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HK" sz="4000" dirty="0"/>
              <a:t>(Dates for tactical and strategic solutions or phase-wise releases if applicable)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Development Testing 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User Acceptance Testing (UAT) 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System Integration Testing (SIT)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K" sz="4000" dirty="0"/>
              <a:t>Proposed Production Deployment Date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2538E-07AF-F692-D98C-E63AAA82D212}"/>
              </a:ext>
            </a:extLst>
          </p:cNvPr>
          <p:cNvSpPr txBox="1">
            <a:spLocks/>
          </p:cNvSpPr>
          <p:nvPr/>
        </p:nvSpPr>
        <p:spPr>
          <a:xfrm>
            <a:off x="3403600" y="0"/>
            <a:ext cx="9448800" cy="1328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HK" dirty="0"/>
              <a:t>Project Workflow - </a:t>
            </a:r>
            <a:r>
              <a:rPr lang="en-HK" dirty="0" err="1"/>
              <a:t>Contd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712811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E7C36C-AE1F-DC66-5C15-A48157A42C18}"/>
              </a:ext>
            </a:extLst>
          </p:cNvPr>
          <p:cNvSpPr txBox="1"/>
          <p:nvPr/>
        </p:nvSpPr>
        <p:spPr>
          <a:xfrm>
            <a:off x="469900" y="914400"/>
            <a:ext cx="15316200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HK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algn="l"/>
            <a:r>
              <a:rPr lang="en-HK" sz="4000" u="sng" dirty="0" err="1"/>
              <a:t>Delivrables</a:t>
            </a:r>
            <a:r>
              <a:rPr lang="en-HK" sz="4000" u="sng" dirty="0"/>
              <a:t> &amp; Other Activities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Issue Logging and Tracking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HK" sz="4000" dirty="0"/>
              <a:t>Use bug-tracing systems for logging and tracking all issues.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Requirement Traceability Matrix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HK" sz="4000" dirty="0"/>
              <a:t>Maintain a Requirement Traceability Matrix for all changes.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Impact Analysis Documentation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HK" sz="4000" dirty="0"/>
              <a:t>Document the impact analysis for changes.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Known Issues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HK" sz="4000" dirty="0"/>
              <a:t>Track and document all known issues.</a:t>
            </a:r>
          </a:p>
          <a:p>
            <a:pPr algn="l" fontAlgn="t">
              <a:buFont typeface="+mj-lt"/>
              <a:buAutoNum type="arabicPeriod"/>
            </a:pPr>
            <a:r>
              <a:rPr lang="en-HK" sz="4000" dirty="0"/>
              <a:t>Deployment Notes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HK" sz="4000" dirty="0"/>
              <a:t>Include a short description of the new project and details of all production incident closure activities</a:t>
            </a:r>
            <a:endParaRPr lang="en-US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A6B3A0-E169-F335-87FC-DA95E2F0AC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6256000" cy="13280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0056A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HK" sz="4000" dirty="0"/>
              <a:t>Project Workflow - </a:t>
            </a:r>
            <a:r>
              <a:rPr lang="en-HK" sz="4000" dirty="0" err="1"/>
              <a:t>Contd</a:t>
            </a:r>
            <a:endParaRPr lang="en-HK" sz="4000" dirty="0"/>
          </a:p>
        </p:txBody>
      </p:sp>
    </p:spTree>
    <p:extLst>
      <p:ext uri="{BB962C8B-B14F-4D97-AF65-F5344CB8AC3E}">
        <p14:creationId xmlns:p14="http://schemas.microsoft.com/office/powerpoint/2010/main" val="9961292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26655</TotalTime>
  <Words>816</Words>
  <Application>Microsoft Macintosh PowerPoint</Application>
  <PresentationFormat>Custom</PresentationFormat>
  <Paragraphs>234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-apple-system</vt:lpstr>
      <vt:lpstr>Arial</vt:lpstr>
      <vt:lpstr>Calibri</vt:lpstr>
      <vt:lpstr>Courier New</vt:lpstr>
      <vt:lpstr>Wingdings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Maintenance items – Summary 2000 </vt:lpstr>
      <vt:lpstr>Maintenance items – Summary 000 (Contd.) </vt:lpstr>
      <vt:lpstr>Maintenance items – Summary 0000</vt:lpstr>
      <vt:lpstr>PowerPoint Presentation</vt:lpstr>
      <vt:lpstr>PROJECT1  - Deployment &amp; Change Request progress</vt:lpstr>
      <vt:lpstr>PowerPoint Presentation</vt:lpstr>
      <vt:lpstr>Month wise Incidents Analysis</vt:lpstr>
      <vt:lpstr>Resolution Statistics JAN’0000</vt:lpstr>
      <vt:lpstr>KPI (Year 0000)</vt:lpstr>
      <vt:lpstr>Outstanding Incidents</vt:lpstr>
      <vt:lpstr>Thank You</vt:lpstr>
      <vt:lpstr>Daily status – for ongoing issues Template for Top management</vt:lpstr>
      <vt:lpstr>Project Workflow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TEST</dc:title>
  <dc:creator>Bhupendra Singh - Cs</dc:creator>
  <cp:lastModifiedBy>Chugh, Mayank</cp:lastModifiedBy>
  <cp:revision>1582</cp:revision>
  <cp:lastPrinted>2024-07-04T03:53:15Z</cp:lastPrinted>
  <dcterms:created xsi:type="dcterms:W3CDTF">2018-06-04T11:08:06Z</dcterms:created>
  <dcterms:modified xsi:type="dcterms:W3CDTF">2024-07-04T05:11:31Z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2018-06-04T00:00:00Z</vt:filetime>
  </property>
  <property fmtid="{D5CDD505-2E9C-101B-9397-08002B2CF9AE}" pid="3" name="Creator">
    <vt:lpwstr>Adobe Illustrator CC 22.1 (Macintosh)</vt:lpwstr>
  </property>
  <property fmtid="{D5CDD505-2E9C-101B-9397-08002B2CF9AE}" pid="4" name="LastSaved">
    <vt:filetime>2018-06-04T00:00:00Z</vt:filetime>
  </property>
</Properties>
</file>