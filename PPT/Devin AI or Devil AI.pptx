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512"/>
  </p:normalViewPr>
  <p:slideViewPr>
    <p:cSldViewPr snapToGrid="0">
      <p:cViewPr varScale="1">
        <p:scale>
          <a:sx n="128" d="100"/>
          <a:sy n="128" d="100"/>
        </p:scale>
        <p:origin x="1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BE5C-0A8E-74EF-0E5B-E1B0E2A36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00C47-5807-82A1-F1E9-D86C7416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0595D-FD98-3D84-7549-BC78AF6B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33E01-CAE1-3624-3725-DC8DFCD0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95691-1B25-02CC-FDEA-2B0073AE1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7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5E52-556C-4F63-08C8-EE5C2369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A2BA-B950-72B4-D134-BB6DE3EED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6C38E-BCA0-7EEF-A423-2297671D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4D146-FA44-A279-DFC8-723FB1B6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7437-925E-00D9-C38D-63DCE719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62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AD428-6C6B-B20A-2A15-7987701F1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3FD35-7EDD-D2A0-149D-9E746FA6E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52B63-8766-D5FA-E783-FF86B9FE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BA03A-11A4-64F5-8C41-F48E03F5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571A4-CA3E-4858-C4B0-E570CDCB9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5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D1F4-2174-4703-F6EB-1E43D6799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C9BD-E1E5-A8A8-E1CA-DFE758D38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34FC1-76D7-DD86-F6A2-BE4B2A0F4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89819-9787-A9F8-A25A-02A5F1FB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8D8F6-A67D-2394-72A6-2E3C67C3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A0AAF-4935-86A1-C2DF-87075482B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9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E604-345A-9EB2-7F80-7E39EA52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3C520-7B73-B797-2101-F87DF5D14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D6023-B837-8EA4-C909-C1DBFF5F3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CF9354-82BD-2B84-D558-D0D87B275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C23D4-F8F4-68B0-3A6B-83D159253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94D27-06E5-DE9C-5908-067DEFEF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E1670-38D3-127E-0179-81E8D581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C3E9C3-F89E-EE14-717D-57C7DFF6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73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9EFA-DD8C-66E1-69A1-7998B122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C065AF-B6CC-029C-A7F1-B9F2EAA9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E6156-0F5E-1625-0F11-A12F8830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5200F-9216-9C18-49A6-8B1A2F173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0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EB9D3-93E2-3C67-34E8-1B7D178E1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ACF4F-FC88-4BF7-C300-AEADFC79D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89E2D-E36C-216C-C3F2-8C991B1F9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2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F9B1-9B86-3DC5-BF2D-73FAC35E3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51BD-167B-9BCC-7415-D1AB5F4B8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1AFC3-6F61-A442-AFF6-E69CA8159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DF12F-9224-53AF-10E2-DF632FD75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196E9-1709-6777-BB06-B03C831C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B7F87-80E9-C2C2-D49D-D87D8C48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2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FD96-40E7-5B91-F913-968A1D71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2D3BE-C022-1185-C099-E2C4DC7A5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038EB-3221-5EB0-E980-01BE9E089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C3AB7-BBDD-05BF-CB28-804A46C3F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4375-A02E-10C9-A94C-CCBA8F28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F716B-5DF9-8808-3F2C-AAC5A8BC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8B66-C493-7C39-9B23-2F925DF6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07FFF-A77C-9423-13DD-EB475E3E5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A2147-C92E-DA3D-F0D1-93546542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E1F1F-1D7A-DE41-6372-6FE4122D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0E486-A67D-A2A3-A73A-6C0B4A7D5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4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1FBC8-7774-085F-EC3A-CFB3ED3CD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33C4C-72A7-1E35-FBD1-E20223CB9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45B1-42A2-61E7-294A-2BE14AFD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EE52A-A81E-DCBE-8D6D-0945B5927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A65B2-4F41-D1A1-8A0C-49E4DE7F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46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D0B67-6F24-92F0-22F9-F8DAB87C2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6F7EB-5250-BA5B-1487-885A75F9F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D7487-1E18-CCB0-9AFC-02E259147D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C9DCE-134A-C645-A2C0-54C615E8C160}" type="datetimeFigureOut">
              <a:rPr lang="en-US" smtClean="0"/>
              <a:t>3/14/24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E242D-1984-D5D1-C166-5DF5DECFA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710C0-908E-1360-95EE-7A73728E8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5360A-DABF-5F4E-9894-5A24179B5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3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3BE0-2659-469E-2EAD-5F2E3012E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7818"/>
            <a:ext cx="121920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Devin AI </a:t>
            </a:r>
            <a:r>
              <a:rPr lang="en-US" dirty="0"/>
              <a:t>or </a:t>
            </a:r>
            <a:r>
              <a:rPr lang="en-US" b="1" dirty="0">
                <a:solidFill>
                  <a:srgbClr val="FF0000"/>
                </a:solidFill>
              </a:rPr>
              <a:t>DEVIL AI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0028E8-2204-7B00-B0D1-84DBBE6EBFB5}"/>
              </a:ext>
            </a:extLst>
          </p:cNvPr>
          <p:cNvGrpSpPr/>
          <p:nvPr/>
        </p:nvGrpSpPr>
        <p:grpSpPr>
          <a:xfrm>
            <a:off x="5354011" y="1363381"/>
            <a:ext cx="1782152" cy="1158398"/>
            <a:chOff x="3352932" y="1237"/>
            <a:chExt cx="1782152" cy="1158398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68E794CD-E941-8319-5451-0BE286F3B612}"/>
                </a:ext>
              </a:extLst>
            </p:cNvPr>
            <p:cNvSpPr/>
            <p:nvPr/>
          </p:nvSpPr>
          <p:spPr>
            <a:xfrm>
              <a:off x="3352932" y="1237"/>
              <a:ext cx="1782152" cy="115839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A3970122-2E2A-179E-6B62-B54034112411}"/>
                </a:ext>
              </a:extLst>
            </p:cNvPr>
            <p:cNvSpPr txBox="1"/>
            <p:nvPr/>
          </p:nvSpPr>
          <p:spPr>
            <a:xfrm>
              <a:off x="3409480" y="57785"/>
              <a:ext cx="1669056" cy="10453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What is Devin AI?</a:t>
              </a:r>
              <a:endParaRPr lang="en-HK" sz="1600" kern="1200"/>
            </a:p>
          </p:txBody>
        </p:sp>
      </p:grpSp>
      <p:sp>
        <p:nvSpPr>
          <p:cNvPr id="5" name="Straight Connector 5">
            <a:extLst>
              <a:ext uri="{FF2B5EF4-FFF2-40B4-BE49-F238E27FC236}">
                <a16:creationId xmlns:a16="http://schemas.microsoft.com/office/drawing/2014/main" id="{B316C578-AB15-3C27-CE8B-8293B2D6DBBC}"/>
              </a:ext>
            </a:extLst>
          </p:cNvPr>
          <p:cNvSpPr/>
          <p:nvPr/>
        </p:nvSpPr>
        <p:spPr>
          <a:xfrm>
            <a:off x="3931507" y="1942580"/>
            <a:ext cx="4627160" cy="462716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3443214" y="294526"/>
                </a:moveTo>
                <a:arcTo wR="2313580" hR="2313580" stAng="17953587" swAng="1211298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09645D-F99A-775A-239A-58B73E077B28}"/>
              </a:ext>
            </a:extLst>
          </p:cNvPr>
          <p:cNvGrpSpPr/>
          <p:nvPr/>
        </p:nvGrpSpPr>
        <p:grpSpPr>
          <a:xfrm>
            <a:off x="7554357" y="2962026"/>
            <a:ext cx="1782152" cy="1158398"/>
            <a:chOff x="5553278" y="1599882"/>
            <a:chExt cx="1782152" cy="1158398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3BC286C-B1D2-C3A9-1B43-092DDD0E4830}"/>
                </a:ext>
              </a:extLst>
            </p:cNvPr>
            <p:cNvSpPr/>
            <p:nvPr/>
          </p:nvSpPr>
          <p:spPr>
            <a:xfrm>
              <a:off x="5553278" y="1599882"/>
              <a:ext cx="1782152" cy="115839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ounded Rectangle 7">
              <a:extLst>
                <a:ext uri="{FF2B5EF4-FFF2-40B4-BE49-F238E27FC236}">
                  <a16:creationId xmlns:a16="http://schemas.microsoft.com/office/drawing/2014/main" id="{C97466DE-0991-F881-E539-7D55129229A1}"/>
                </a:ext>
              </a:extLst>
            </p:cNvPr>
            <p:cNvSpPr txBox="1"/>
            <p:nvPr/>
          </p:nvSpPr>
          <p:spPr>
            <a:xfrm>
              <a:off x="5609826" y="1656430"/>
              <a:ext cx="1669056" cy="10453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How does It work? Understanding from the video.</a:t>
              </a:r>
              <a:endParaRPr lang="en-HK" sz="1600" kern="1200"/>
            </a:p>
          </p:txBody>
        </p:sp>
      </p:grpSp>
      <p:sp>
        <p:nvSpPr>
          <p:cNvPr id="7" name="Straight Connector 8">
            <a:extLst>
              <a:ext uri="{FF2B5EF4-FFF2-40B4-BE49-F238E27FC236}">
                <a16:creationId xmlns:a16="http://schemas.microsoft.com/office/drawing/2014/main" id="{462D7EF9-07DF-DE1D-8FBD-BA00C21AECE4}"/>
              </a:ext>
            </a:extLst>
          </p:cNvPr>
          <p:cNvSpPr/>
          <p:nvPr/>
        </p:nvSpPr>
        <p:spPr>
          <a:xfrm>
            <a:off x="3931507" y="1942580"/>
            <a:ext cx="4627160" cy="462716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4621607" y="2473786"/>
                </a:moveTo>
                <a:arcTo wR="2313580" hR="2313580" stAng="21838241" swAng="1359540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A6AE5E-8A09-9B57-A071-352948973813}"/>
              </a:ext>
            </a:extLst>
          </p:cNvPr>
          <p:cNvGrpSpPr/>
          <p:nvPr/>
        </p:nvGrpSpPr>
        <p:grpSpPr>
          <a:xfrm>
            <a:off x="6713899" y="5548687"/>
            <a:ext cx="1782152" cy="1158398"/>
            <a:chOff x="4712820" y="4186543"/>
            <a:chExt cx="1782152" cy="1158398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184FC80-0A74-627F-6061-0FA22E3BBA4A}"/>
                </a:ext>
              </a:extLst>
            </p:cNvPr>
            <p:cNvSpPr/>
            <p:nvPr/>
          </p:nvSpPr>
          <p:spPr>
            <a:xfrm>
              <a:off x="4712820" y="4186543"/>
              <a:ext cx="1782152" cy="115839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ounded Rectangle 10">
              <a:extLst>
                <a:ext uri="{FF2B5EF4-FFF2-40B4-BE49-F238E27FC236}">
                  <a16:creationId xmlns:a16="http://schemas.microsoft.com/office/drawing/2014/main" id="{C7D57C7A-93E0-F606-529C-66A26F179F20}"/>
                </a:ext>
              </a:extLst>
            </p:cNvPr>
            <p:cNvSpPr txBox="1"/>
            <p:nvPr/>
          </p:nvSpPr>
          <p:spPr>
            <a:xfrm>
              <a:off x="4769368" y="4243091"/>
              <a:ext cx="1669056" cy="10453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Pros </a:t>
              </a:r>
              <a:endParaRPr lang="en-HK" sz="1600" kern="1200"/>
            </a:p>
          </p:txBody>
        </p:sp>
      </p:grpSp>
      <p:sp>
        <p:nvSpPr>
          <p:cNvPr id="9" name="Straight Connector 11">
            <a:extLst>
              <a:ext uri="{FF2B5EF4-FFF2-40B4-BE49-F238E27FC236}">
                <a16:creationId xmlns:a16="http://schemas.microsoft.com/office/drawing/2014/main" id="{FFF6E099-E6FE-EF49-7EF6-616B71DA957F}"/>
              </a:ext>
            </a:extLst>
          </p:cNvPr>
          <p:cNvSpPr/>
          <p:nvPr/>
        </p:nvSpPr>
        <p:spPr>
          <a:xfrm>
            <a:off x="3931507" y="1942580"/>
            <a:ext cx="4627160" cy="462716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597419" y="4609683"/>
                </a:moveTo>
                <a:arcTo wR="2313580" hR="2313580" stAng="4977178" swAng="845644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864916-4B30-B71D-FEB7-84EA22BF44F9}"/>
              </a:ext>
            </a:extLst>
          </p:cNvPr>
          <p:cNvGrpSpPr/>
          <p:nvPr/>
        </p:nvGrpSpPr>
        <p:grpSpPr>
          <a:xfrm>
            <a:off x="3994123" y="5548687"/>
            <a:ext cx="1782152" cy="1158398"/>
            <a:chOff x="1993044" y="4186543"/>
            <a:chExt cx="1782152" cy="1158398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D2F62B8-19A8-CF1D-13BA-376DB1739DB6}"/>
                </a:ext>
              </a:extLst>
            </p:cNvPr>
            <p:cNvSpPr/>
            <p:nvPr/>
          </p:nvSpPr>
          <p:spPr>
            <a:xfrm>
              <a:off x="1993044" y="4186543"/>
              <a:ext cx="1782152" cy="115839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ounded Rectangle 13">
              <a:extLst>
                <a:ext uri="{FF2B5EF4-FFF2-40B4-BE49-F238E27FC236}">
                  <a16:creationId xmlns:a16="http://schemas.microsoft.com/office/drawing/2014/main" id="{9FB44E20-FC07-5F0E-4B18-8C5F494DCEF7}"/>
                </a:ext>
              </a:extLst>
            </p:cNvPr>
            <p:cNvSpPr txBox="1"/>
            <p:nvPr/>
          </p:nvSpPr>
          <p:spPr>
            <a:xfrm>
              <a:off x="2049592" y="4243091"/>
              <a:ext cx="1669056" cy="10453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/>
                <a:t>Cons</a:t>
              </a:r>
              <a:endParaRPr lang="en-HK" sz="1600" kern="1200"/>
            </a:p>
          </p:txBody>
        </p:sp>
      </p:grpSp>
      <p:sp>
        <p:nvSpPr>
          <p:cNvPr id="11" name="Straight Connector 14">
            <a:extLst>
              <a:ext uri="{FF2B5EF4-FFF2-40B4-BE49-F238E27FC236}">
                <a16:creationId xmlns:a16="http://schemas.microsoft.com/office/drawing/2014/main" id="{44C0DC27-28B9-D301-4AFA-FF921BFA90C8}"/>
              </a:ext>
            </a:extLst>
          </p:cNvPr>
          <p:cNvSpPr/>
          <p:nvPr/>
        </p:nvSpPr>
        <p:spPr>
          <a:xfrm>
            <a:off x="3931507" y="1942580"/>
            <a:ext cx="4627160" cy="462716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245419" y="3350578"/>
                </a:moveTo>
                <a:arcTo wR="2313580" hR="2313580" stAng="9202218" swAng="1359540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D0718-71B1-DF26-9519-996504697A30}"/>
              </a:ext>
            </a:extLst>
          </p:cNvPr>
          <p:cNvGrpSpPr/>
          <p:nvPr/>
        </p:nvGrpSpPr>
        <p:grpSpPr>
          <a:xfrm>
            <a:off x="3153665" y="2962026"/>
            <a:ext cx="1782152" cy="1158398"/>
            <a:chOff x="1152586" y="1599882"/>
            <a:chExt cx="1782152" cy="115839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CD5C162-4483-0B31-67F5-6E541B5891A1}"/>
                </a:ext>
              </a:extLst>
            </p:cNvPr>
            <p:cNvSpPr/>
            <p:nvPr/>
          </p:nvSpPr>
          <p:spPr>
            <a:xfrm>
              <a:off x="1152586" y="1599882"/>
              <a:ext cx="1782152" cy="115839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ounded Rectangle 16">
              <a:extLst>
                <a:ext uri="{FF2B5EF4-FFF2-40B4-BE49-F238E27FC236}">
                  <a16:creationId xmlns:a16="http://schemas.microsoft.com/office/drawing/2014/main" id="{BE005C12-3C3A-BFCE-B718-09E21AD98C5A}"/>
                </a:ext>
              </a:extLst>
            </p:cNvPr>
            <p:cNvSpPr txBox="1"/>
            <p:nvPr/>
          </p:nvSpPr>
          <p:spPr>
            <a:xfrm>
              <a:off x="1209134" y="1656430"/>
              <a:ext cx="1669056" cy="10453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Impact on Software Engineering</a:t>
              </a:r>
              <a:endParaRPr lang="en-HK" sz="1600" kern="1200" dirty="0"/>
            </a:p>
          </p:txBody>
        </p:sp>
      </p:grpSp>
      <p:sp>
        <p:nvSpPr>
          <p:cNvPr id="13" name="Straight Connector 17">
            <a:extLst>
              <a:ext uri="{FF2B5EF4-FFF2-40B4-BE49-F238E27FC236}">
                <a16:creationId xmlns:a16="http://schemas.microsoft.com/office/drawing/2014/main" id="{B5282318-42B2-6405-5058-19FB2409B9C6}"/>
              </a:ext>
            </a:extLst>
          </p:cNvPr>
          <p:cNvSpPr/>
          <p:nvPr/>
        </p:nvSpPr>
        <p:spPr>
          <a:xfrm>
            <a:off x="3931507" y="1942580"/>
            <a:ext cx="4627160" cy="462716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556557" y="808414"/>
                </a:moveTo>
                <a:arcTo wR="2313580" hR="2313580" stAng="13235115" swAng="1211298"/>
              </a:path>
            </a:pathLst>
          </a:custGeom>
          <a:noFill/>
          <a:ln>
            <a:tailEnd type="arrow"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5" name="Picture 24" descr="A person in a suit and glasses&#10;&#10;Description automatically generated">
            <a:extLst>
              <a:ext uri="{FF2B5EF4-FFF2-40B4-BE49-F238E27FC236}">
                <a16:creationId xmlns:a16="http://schemas.microsoft.com/office/drawing/2014/main" id="{6555FF9D-0BBB-FA00-492D-928B24BF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6941" y="5200104"/>
            <a:ext cx="1215059" cy="1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45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Devin AI or DEVIL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Devin AI or DEVIL AI</dc:title>
  <dc:creator>Chugh, Mayank</dc:creator>
  <cp:lastModifiedBy>Chugh, Mayank</cp:lastModifiedBy>
  <cp:revision>1</cp:revision>
  <dcterms:created xsi:type="dcterms:W3CDTF">2024-03-14T07:23:20Z</dcterms:created>
  <dcterms:modified xsi:type="dcterms:W3CDTF">2024-03-14T07:51:08Z</dcterms:modified>
</cp:coreProperties>
</file>