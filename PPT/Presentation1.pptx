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7"/>
    <p:restoredTop sz="96512"/>
  </p:normalViewPr>
  <p:slideViewPr>
    <p:cSldViewPr snapToGrid="0">
      <p:cViewPr>
        <p:scale>
          <a:sx n="145" d="100"/>
          <a:sy n="145" d="100"/>
        </p:scale>
        <p:origin x="152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3E70A-BF98-6A4C-9C80-A3D4D111F0DC}" type="datetimeFigureOut">
              <a:rPr lang="en-US" smtClean="0"/>
              <a:t>2/17/24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6EE00-2EAA-3542-8704-1F9C3D13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98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CFE53-6B9B-B43D-45C9-509B645BE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2F0A6-02ED-A4A4-E0B4-FBD87AC29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9424A-E34D-5CFD-057C-E4F55C835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C66FB-E512-8109-7E08-055FF7B72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14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D6989-B51D-8CCF-9F76-0845859F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1282B-E921-3B13-01D0-B7C703779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1C2F3-E1D5-A5F7-F330-F1C7B8A10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52652-6D0F-3C78-70AE-863359C91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3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C3923-2EC6-9BFC-2956-81FEB12B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0A7AA-55BA-D2D4-60E2-22D3A2B54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27550-C3C2-48C3-3CBE-303AF822F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7A350-D4A9-6B77-ECFF-295DD57C1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21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477C-5CDC-9309-28A0-34C7BA23F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0B4C8-03A3-5325-3129-CBCF79D33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B9B78-6C76-0205-8DCF-849B47034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C0D98-EDBE-F451-6E86-6B3333810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83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F47B-0D5F-3A56-30A4-F3FC63BD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422E6-1462-1695-B5B3-7B239559D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55073-5C94-793E-D148-1905A6C45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6AFF0-845E-E27B-42A5-2E805F131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82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9428F-2745-5B31-8C86-BB7232CE6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6A7CB-7DDA-E39E-668C-2461C4AD6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4A480-23D3-7ED5-BE30-A4A28B994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81743-D481-9712-6D53-F527227FD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58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B6172-758D-27BF-82DE-35881081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E7B90-891E-0246-DF34-A6939A276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91448-9B05-85C9-A34E-8FD778C39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87845-D169-56F6-8DE3-9A76DD59A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63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0DC0-90E8-7770-5390-F6707279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24704-94F3-19C5-B9F3-EF138305D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FD935-2428-89D7-F2D1-19068054C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6A604-D5B1-36E2-FE67-AE3B4159B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90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11994-1FFF-49F6-3174-0E59F345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133B7-552C-D7D1-E159-4E4A6FB67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273E8-BE3C-6CE1-BE5B-5782D207B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C3950-EF14-DFBF-45C7-9D67E65F5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55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30A2B-DF8A-A7ED-FF48-18310F7F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6528A-D47F-619B-1D71-EDC83FEE5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4EFD6-27F6-F0CC-4985-645846BF1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FBCEA-36D0-4068-5E67-EB4265EB2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6EE00-2EAA-3542-8704-1F9C3D13D4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3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777A-7691-9BEA-09F7-DF6C236D7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C02F1-C4E2-B70B-730D-240764384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20F68-8AA5-51C7-8813-7A3033BF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45C3F-3D46-1A83-2687-B82B47E5F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2B6EF-5E9C-F7FC-1821-A285430D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17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6105-8541-24AA-7340-50775BF3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C0382-7455-A55A-14F5-8F11BED36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F93CA-4424-E3F5-21EA-5010A5AD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3A0B7-1FB5-0AAE-806B-401C46B4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25CCB-1DEF-A716-9DD5-E56C0881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44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AC11-88CA-8320-1FFE-B9160C25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CDFEE-C222-47BF-4F59-F1B4F7F9C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A7246-CAEA-F7A9-EE0A-E50955F3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480AD-6CFB-5B9D-547A-E2334E11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0EA2-CD60-4CC7-F1B0-8458A019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23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5491-06BF-57D6-8410-E7D936CA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CA0E6-BE2A-4F51-9854-5523B39AE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3D593-5CBD-8DF4-F02E-10C02FAF4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3C41F-00E6-9EB5-04E1-CCDE53049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8DFD1-57B6-27BE-3325-2CDBC6CA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C317F-6581-0786-8C3C-65475FB9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02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FF3A-6C8E-4E62-D5EA-6053E2C2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955D8-0277-F20A-700E-364BDF7F4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B7B81-294C-86D6-A718-EA884CF68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88E161-7ADD-9F0C-A930-70C5B741F9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296D4-86F2-AB47-7B9E-C539E5586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52A13-D4CC-EFFA-593B-04478629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FAC67-5D56-66AA-AEFE-F2186C4A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522EC5-A752-F8EB-CBF2-8B038C6E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21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FDAF-D7AF-EF01-20E5-F081430C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6C16B-D4B6-A619-3A89-1E7A144C3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20417-C201-70B4-0100-1DA615D9B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36695-BE51-9EE1-E7CF-262E6B95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59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5B25A-0A45-8532-D7AC-63136EBC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53F7A-1E63-23E3-3E18-4FA0DB7B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26DFE-C707-422D-EC64-7FED7F31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41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4DBA-3ADF-F4B8-24FB-A9C630437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BE84-F52C-7EF4-61EC-46B276544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87D75-FB97-9CD6-49CE-ADDF182E8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5AABC-C04A-54FF-7DCC-C41E17044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FDEF3-56B5-DF75-0D1A-DBDD8FAB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77DF0-6790-1FCB-88D9-FA4A5603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51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E634-C5CC-0FAC-3A5E-81315BB8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85181-92EC-86F9-D637-D995394CD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890FC-CFBC-8030-1A73-08641D3F3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0DB62-492F-9D0C-22C6-7D1913CC4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FCA78-942C-8AB7-988F-C55F2D54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D1A81-74D7-B068-DE8C-3863EB2C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79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B85A-310E-083D-71F4-5ED7CD5A6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E0FFD-7CCE-8C9A-8A26-D3C77DB7E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2D803-1E27-0EB2-5C03-E832C308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51A7F-1AB7-AB24-BD4C-B32DE6E1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C33C2-CCEA-CFCA-A7EB-2B2F9A80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40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83FCC-A5BB-B110-29C0-54D6AA426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7E207-CA67-126A-99E6-17F3D0637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E04DF-09E7-5567-0C14-47C5BD67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E95A5-A729-423E-BF63-303F30B4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ECC06-B07D-8AA6-974A-6643056F3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55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DA8C2E-826E-646B-7521-148B7F47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A4C99-D6EF-E44E-D3EF-61852096D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87B9-7812-80A9-26EB-927E63A48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49D36-D955-5E41-A790-81EC2A99334B}" type="datetimeFigureOut">
              <a:rPr lang="en-US" smtClean="0"/>
              <a:t>2/17/24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398FA-3C17-DFBB-9697-F9D92ACEA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84DBB-E6E5-3832-4BF9-941E67E9A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D8249-9EF6-2648-BC30-14E076449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7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A367485-6C21-EB04-BFE9-948F612A3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7CC4FDD-D964-BDAC-C378-1BDF728EFDA2}"/>
              </a:ext>
            </a:extLst>
          </p:cNvPr>
          <p:cNvSpPr/>
          <p:nvPr/>
        </p:nvSpPr>
        <p:spPr>
          <a:xfrm flipH="1">
            <a:off x="2488348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70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70ABC-BDC7-8D6B-3735-F0E4728F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4FC5652-8999-76B0-F58D-C02112DBD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224FDB9-0672-7384-74F4-435B451F86A7}"/>
              </a:ext>
            </a:extLst>
          </p:cNvPr>
          <p:cNvSpPr/>
          <p:nvPr/>
        </p:nvSpPr>
        <p:spPr>
          <a:xfrm flipH="1">
            <a:off x="2787426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7294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BBF12-ADE7-15C5-7D65-55FA9E00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CCE548E0-0971-EBD3-CBCE-3AD39C4C8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0C9ABBE-9945-1994-CF36-34F96A6826FA}"/>
              </a:ext>
            </a:extLst>
          </p:cNvPr>
          <p:cNvSpPr/>
          <p:nvPr/>
        </p:nvSpPr>
        <p:spPr>
          <a:xfrm flipH="1">
            <a:off x="3336640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6759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5DF4A-8708-EAA3-7994-4F5EE6A64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FDB9E25-1AFD-89D9-306E-5E48F567B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79777F5-9A8F-8B0D-7EA9-D3FBB2D1D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C58B491-CD63-E5B6-9F30-BBA01F4AA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D515F851-7E8E-4EA7-177C-8E8B9C529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CC6C7ADE-466F-0F94-0188-30A5399E4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60C324B-72EC-E76A-1B98-DF78F075EE15}"/>
              </a:ext>
            </a:extLst>
          </p:cNvPr>
          <p:cNvSpPr/>
          <p:nvPr/>
        </p:nvSpPr>
        <p:spPr>
          <a:xfrm flipH="1">
            <a:off x="3336640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F3DFE10-76A9-5F90-6F3C-B7D15CA6E8EB}"/>
              </a:ext>
            </a:extLst>
          </p:cNvPr>
          <p:cNvSpPr/>
          <p:nvPr/>
        </p:nvSpPr>
        <p:spPr>
          <a:xfrm flipH="1">
            <a:off x="5678326" y="241219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3047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66546-CE20-E6A5-85F4-1C1078F6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9283A98-686B-0949-E8CE-CE338B28F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9648B7D-B910-CF77-3C4A-0BA16EE7F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DC4221C-CABF-35BA-51CE-9221FACE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2B9C91E-2D47-67C8-3B9F-88F78377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75A88AC3-60B9-9E6B-1450-D3DDDAA04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369521E-6561-33AC-9915-9899306F3A2E}"/>
              </a:ext>
            </a:extLst>
          </p:cNvPr>
          <p:cNvSpPr/>
          <p:nvPr/>
        </p:nvSpPr>
        <p:spPr>
          <a:xfrm flipH="1">
            <a:off x="3336640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9A6C8CF-0B63-D58E-9DDC-97FCE0D347F0}"/>
              </a:ext>
            </a:extLst>
          </p:cNvPr>
          <p:cNvSpPr/>
          <p:nvPr/>
        </p:nvSpPr>
        <p:spPr>
          <a:xfrm flipH="1">
            <a:off x="6311373" y="241219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356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029A3-06B6-9BB0-3297-C7569F309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E7B06434-1FA1-79DB-2753-881932DB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56971E5-F051-F4BE-540E-BBF31919E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998A8BA-9AC1-885C-ABB3-32F57B9E9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2106E748-B497-1E6A-7331-B59FFEE10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5162DDC6-338B-8B3D-76C5-D74A6B5BA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79C1052-55BF-5FBE-4FF5-C8084EF06175}"/>
              </a:ext>
            </a:extLst>
          </p:cNvPr>
          <p:cNvSpPr/>
          <p:nvPr/>
        </p:nvSpPr>
        <p:spPr>
          <a:xfrm flipH="1">
            <a:off x="3336640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0961336-B98C-103B-FE4E-1438BA5D2DB1}"/>
              </a:ext>
            </a:extLst>
          </p:cNvPr>
          <p:cNvSpPr/>
          <p:nvPr/>
        </p:nvSpPr>
        <p:spPr>
          <a:xfrm flipH="1">
            <a:off x="6311373" y="241219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12511D2-6103-CFA7-F882-21E92EDF892C}"/>
              </a:ext>
            </a:extLst>
          </p:cNvPr>
          <p:cNvSpPr/>
          <p:nvPr/>
        </p:nvSpPr>
        <p:spPr>
          <a:xfrm flipH="1">
            <a:off x="8477213" y="2415134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6459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E4C48-6B1A-DBBC-0EBC-08C31DB0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544F469E-E52E-396D-C2CD-6EDFB8401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D1969BF-A571-7DEF-9F85-BE5D611BD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A1EC013-756E-EC64-5D1C-E7818ABDC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81A1EDC8-2A0A-C259-F580-5AC63A6E4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43D2DE72-0C61-3A53-C9F2-D0227F313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8773BEC-558A-FA02-84FC-EDE1B71D3556}"/>
              </a:ext>
            </a:extLst>
          </p:cNvPr>
          <p:cNvSpPr/>
          <p:nvPr/>
        </p:nvSpPr>
        <p:spPr>
          <a:xfrm flipH="1">
            <a:off x="3336640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A0A645B-9848-006A-36E8-A905626DE71C}"/>
              </a:ext>
            </a:extLst>
          </p:cNvPr>
          <p:cNvSpPr/>
          <p:nvPr/>
        </p:nvSpPr>
        <p:spPr>
          <a:xfrm flipH="1">
            <a:off x="6311373" y="241219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59BC9EB-16EE-A862-5D37-2C34554580F7}"/>
              </a:ext>
            </a:extLst>
          </p:cNvPr>
          <p:cNvSpPr/>
          <p:nvPr/>
        </p:nvSpPr>
        <p:spPr>
          <a:xfrm flipH="1">
            <a:off x="9039920" y="2415134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6018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CF4E1-1BBF-35D0-4BC1-6D89C9DAD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499E3088-5AD9-C606-6EC2-463E0752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F6FAA088-D198-47A3-5F62-A0B2AEA53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41A208E-55F1-9AB5-6D0A-C50871609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44CFEBB-B8E6-3FB8-EC3E-BA021ECC2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F0DDF3FF-B854-3C6B-71B4-7252DF4B1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0D7084D-61F8-9F60-682C-97F3CEFC0BD1}"/>
              </a:ext>
            </a:extLst>
          </p:cNvPr>
          <p:cNvSpPr/>
          <p:nvPr/>
        </p:nvSpPr>
        <p:spPr>
          <a:xfrm flipH="1">
            <a:off x="3336640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D2CE98C-2556-6980-5734-A6600F6AFF38}"/>
              </a:ext>
            </a:extLst>
          </p:cNvPr>
          <p:cNvSpPr/>
          <p:nvPr/>
        </p:nvSpPr>
        <p:spPr>
          <a:xfrm flipH="1">
            <a:off x="6311373" y="241219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7D8CCB-2FE9-D35A-65E7-7206A6CB9BC2}"/>
              </a:ext>
            </a:extLst>
          </p:cNvPr>
          <p:cNvSpPr/>
          <p:nvPr/>
        </p:nvSpPr>
        <p:spPr>
          <a:xfrm flipH="1">
            <a:off x="9039920" y="2415134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8E9D2E-2E91-D030-005E-6F6105253280}"/>
              </a:ext>
            </a:extLst>
          </p:cNvPr>
          <p:cNvSpPr/>
          <p:nvPr/>
        </p:nvSpPr>
        <p:spPr>
          <a:xfrm flipH="1">
            <a:off x="10089135" y="2796126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6100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2BC85-5199-F236-0A2A-6C8E6BB8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E88B79B1-A205-E029-229A-CCFC001CF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9490171-F049-E2EC-9E5F-9F3FCD67C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481E2A3-22F4-0DE3-AC6F-E36BECF18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DA93973-6FE5-E698-F3DF-A7A1E48F2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C5EC63BA-7D9F-05D3-6DC3-322C5AE24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B7BECC4-BBF8-C5CD-6550-C4C5B3346A21}"/>
              </a:ext>
            </a:extLst>
          </p:cNvPr>
          <p:cNvSpPr/>
          <p:nvPr/>
        </p:nvSpPr>
        <p:spPr>
          <a:xfrm flipH="1">
            <a:off x="3336640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9D577AA-C550-3D9F-3854-0E6551920A03}"/>
              </a:ext>
            </a:extLst>
          </p:cNvPr>
          <p:cNvSpPr/>
          <p:nvPr/>
        </p:nvSpPr>
        <p:spPr>
          <a:xfrm flipH="1">
            <a:off x="6311373" y="241219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DAA217C-6298-1564-B95A-E435D1873BFA}"/>
              </a:ext>
            </a:extLst>
          </p:cNvPr>
          <p:cNvSpPr/>
          <p:nvPr/>
        </p:nvSpPr>
        <p:spPr>
          <a:xfrm flipH="1">
            <a:off x="9039920" y="2415134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CFF765-AEFA-A330-BF40-FC5C162225C4}"/>
              </a:ext>
            </a:extLst>
          </p:cNvPr>
          <p:cNvSpPr/>
          <p:nvPr/>
        </p:nvSpPr>
        <p:spPr>
          <a:xfrm flipH="1">
            <a:off x="9561596" y="298075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1802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A26EB-4FF6-463A-4082-7C068E7D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DA73BE08-7A0C-8787-01E5-76B6C9C0C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F3C1494C-D3BA-CF75-1B5B-C2B8BF720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4FC3EBE-5997-A638-0A43-108B0AE8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54E96FAC-7AF5-1DEB-50BA-A483D5E43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A2C5DAB4-8FF8-6350-BC70-41CC93A1F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2C92DBE-953E-C662-A103-3F450E8F1C48}"/>
              </a:ext>
            </a:extLst>
          </p:cNvPr>
          <p:cNvSpPr/>
          <p:nvPr/>
        </p:nvSpPr>
        <p:spPr>
          <a:xfrm flipH="1">
            <a:off x="3336640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D31AD03-86AB-D3F0-2BFF-4F47B22F7DE8}"/>
              </a:ext>
            </a:extLst>
          </p:cNvPr>
          <p:cNvSpPr/>
          <p:nvPr/>
        </p:nvSpPr>
        <p:spPr>
          <a:xfrm flipH="1">
            <a:off x="6311373" y="241219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2E4F028-A4CA-8EE3-A850-AEA9C9E491B7}"/>
              </a:ext>
            </a:extLst>
          </p:cNvPr>
          <p:cNvSpPr/>
          <p:nvPr/>
        </p:nvSpPr>
        <p:spPr>
          <a:xfrm flipH="1">
            <a:off x="9039920" y="2415134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4FB039E-D480-0365-1EED-90A1B2591BD2}"/>
              </a:ext>
            </a:extLst>
          </p:cNvPr>
          <p:cNvSpPr/>
          <p:nvPr/>
        </p:nvSpPr>
        <p:spPr>
          <a:xfrm flipH="1">
            <a:off x="8365842" y="298075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3249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E83D1-55D7-5A65-7E36-70B1E021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5DDF1C5-9240-1D9D-623B-E0A5F1024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DBD15C5-0AD5-8EC5-0046-306D71659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22A896D-606E-7833-4A08-43785EDED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887D408B-6A3E-9CBF-0161-315E3C2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8118BEB7-F223-93AE-AA6C-F4F1F586C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881"/>
            <a:ext cx="11277600" cy="37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F86AD1E-2F14-A2D9-A14F-6210E0069366}"/>
              </a:ext>
            </a:extLst>
          </p:cNvPr>
          <p:cNvSpPr/>
          <p:nvPr/>
        </p:nvSpPr>
        <p:spPr>
          <a:xfrm flipH="1">
            <a:off x="3336640" y="2418061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41DF78D-6504-3035-E293-D7E5E7545749}"/>
              </a:ext>
            </a:extLst>
          </p:cNvPr>
          <p:cNvSpPr/>
          <p:nvPr/>
        </p:nvSpPr>
        <p:spPr>
          <a:xfrm flipH="1">
            <a:off x="6311373" y="241219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F7769F4-DF4A-5FAF-30C1-654E3722DF4E}"/>
              </a:ext>
            </a:extLst>
          </p:cNvPr>
          <p:cNvSpPr/>
          <p:nvPr/>
        </p:nvSpPr>
        <p:spPr>
          <a:xfrm flipH="1">
            <a:off x="9039920" y="2415134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8DA28B-02BB-FA25-060B-A59A1C8A92BE}"/>
              </a:ext>
            </a:extLst>
          </p:cNvPr>
          <p:cNvSpPr/>
          <p:nvPr/>
        </p:nvSpPr>
        <p:spPr>
          <a:xfrm flipH="1">
            <a:off x="8365842" y="2980759"/>
            <a:ext cx="42413" cy="4241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665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 animBg="1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11</Words>
  <Application>Microsoft Macintosh PowerPoint</Application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Chugh, Mayank</dc:creator>
  <cp:lastModifiedBy>Chugh, Mayank</cp:lastModifiedBy>
  <cp:revision>4</cp:revision>
  <dcterms:created xsi:type="dcterms:W3CDTF">2024-02-17T15:52:05Z</dcterms:created>
  <dcterms:modified xsi:type="dcterms:W3CDTF">2024-02-17T17:17:00Z</dcterms:modified>
</cp:coreProperties>
</file>