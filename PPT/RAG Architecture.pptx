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6"/>
  </p:notesMasterIdLst>
  <p:sldIdLst>
    <p:sldId id="257" r:id="rId2"/>
    <p:sldId id="256" r:id="rId3"/>
    <p:sldId id="258" r:id="rId4"/>
    <p:sldId id="259" r:id="rId5"/>
  </p:sldIdLst>
  <p:sldSz cx="44999275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20"/>
    <p:restoredTop sz="94703"/>
  </p:normalViewPr>
  <p:slideViewPr>
    <p:cSldViewPr snapToGrid="0">
      <p:cViewPr>
        <p:scale>
          <a:sx n="19" d="100"/>
          <a:sy n="19" d="100"/>
        </p:scale>
        <p:origin x="1080" y="170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54BA2C-0F30-E448-AF2F-3AFF74F9D830}" type="datetimeFigureOut">
              <a:rPr lang="en-US" smtClean="0"/>
              <a:t>6/17/24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3" y="1143000"/>
            <a:ext cx="6429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2F276-B2B8-4143-A696-577286106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6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2F276-B2B8-4143-A696-5772861069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3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24910" y="3534924"/>
            <a:ext cx="33749456" cy="7519835"/>
          </a:xfrm>
        </p:spPr>
        <p:txBody>
          <a:bodyPr anchor="b"/>
          <a:lstStyle>
            <a:lvl1pPr algn="ctr">
              <a:defRPr sz="1889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4910" y="11344752"/>
            <a:ext cx="33749456" cy="5214884"/>
          </a:xfrm>
        </p:spPr>
        <p:txBody>
          <a:bodyPr/>
          <a:lstStyle>
            <a:lvl1pPr marL="0" indent="0" algn="ctr">
              <a:buNone/>
              <a:defRPr sz="7559"/>
            </a:lvl1pPr>
            <a:lvl2pPr marL="1439951" indent="0" algn="ctr">
              <a:buNone/>
              <a:defRPr sz="6299"/>
            </a:lvl2pPr>
            <a:lvl3pPr marL="2879903" indent="0" algn="ctr">
              <a:buNone/>
              <a:defRPr sz="5669"/>
            </a:lvl3pPr>
            <a:lvl4pPr marL="4319854" indent="0" algn="ctr">
              <a:buNone/>
              <a:defRPr sz="5039"/>
            </a:lvl4pPr>
            <a:lvl5pPr marL="5759806" indent="0" algn="ctr">
              <a:buNone/>
              <a:defRPr sz="5039"/>
            </a:lvl5pPr>
            <a:lvl6pPr marL="7199757" indent="0" algn="ctr">
              <a:buNone/>
              <a:defRPr sz="5039"/>
            </a:lvl6pPr>
            <a:lvl7pPr marL="8639708" indent="0" algn="ctr">
              <a:buNone/>
              <a:defRPr sz="5039"/>
            </a:lvl7pPr>
            <a:lvl8pPr marL="10079660" indent="0" algn="ctr">
              <a:buNone/>
              <a:defRPr sz="5039"/>
            </a:lvl8pPr>
            <a:lvl9pPr marL="11519611" indent="0" algn="ctr">
              <a:buNone/>
              <a:defRPr sz="5039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91DC-D5D8-5342-BC57-7C52B19F6866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F83-D6DC-0248-B27C-DC5BBE6D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87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91DC-D5D8-5342-BC57-7C52B19F6866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F83-D6DC-0248-B27C-DC5BBE6D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2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0263" y="5384885"/>
            <a:ext cx="38811875" cy="8984801"/>
          </a:xfrm>
        </p:spPr>
        <p:txBody>
          <a:bodyPr anchor="b"/>
          <a:lstStyle>
            <a:lvl1pPr>
              <a:defRPr sz="1889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0263" y="14454685"/>
            <a:ext cx="38811875" cy="4724895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>
                    <a:tint val="82000"/>
                  </a:schemeClr>
                </a:solidFill>
              </a:defRPr>
            </a:lvl1pPr>
            <a:lvl2pPr marL="1439951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2pPr>
            <a:lvl3pPr marL="2879903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3pPr>
            <a:lvl4pPr marL="4319854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4pPr>
            <a:lvl5pPr marL="5759806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5pPr>
            <a:lvl6pPr marL="7199757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6pPr>
            <a:lvl7pPr marL="8639708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7pPr>
            <a:lvl8pPr marL="10079660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8pPr>
            <a:lvl9pPr marL="11519611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91DC-D5D8-5342-BC57-7C52B19F6866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F83-D6DC-0248-B27C-DC5BBE6D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83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93700" y="5749874"/>
            <a:ext cx="19124692" cy="137047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780883" y="5749874"/>
            <a:ext cx="19124692" cy="137047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91DC-D5D8-5342-BC57-7C52B19F6866}" type="datetimeFigureOut">
              <a:rPr lang="en-US" smtClean="0"/>
              <a:t>6/17/24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F83-D6DC-0248-B27C-DC5BBE6D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03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9561" y="1149976"/>
            <a:ext cx="38811875" cy="417491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9563" y="5294885"/>
            <a:ext cx="19036801" cy="2594941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39951" indent="0">
              <a:buNone/>
              <a:defRPr sz="6299" b="1"/>
            </a:lvl2pPr>
            <a:lvl3pPr marL="2879903" indent="0">
              <a:buNone/>
              <a:defRPr sz="5669" b="1"/>
            </a:lvl3pPr>
            <a:lvl4pPr marL="4319854" indent="0">
              <a:buNone/>
              <a:defRPr sz="5039" b="1"/>
            </a:lvl4pPr>
            <a:lvl5pPr marL="5759806" indent="0">
              <a:buNone/>
              <a:defRPr sz="5039" b="1"/>
            </a:lvl5pPr>
            <a:lvl6pPr marL="7199757" indent="0">
              <a:buNone/>
              <a:defRPr sz="5039" b="1"/>
            </a:lvl6pPr>
            <a:lvl7pPr marL="8639708" indent="0">
              <a:buNone/>
              <a:defRPr sz="5039" b="1"/>
            </a:lvl7pPr>
            <a:lvl8pPr marL="10079660" indent="0">
              <a:buNone/>
              <a:defRPr sz="5039" b="1"/>
            </a:lvl8pPr>
            <a:lvl9pPr marL="11519611" indent="0">
              <a:buNone/>
              <a:defRPr sz="503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9563" y="7889827"/>
            <a:ext cx="19036801" cy="116047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780883" y="5294885"/>
            <a:ext cx="19130553" cy="2594941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39951" indent="0">
              <a:buNone/>
              <a:defRPr sz="6299" b="1"/>
            </a:lvl2pPr>
            <a:lvl3pPr marL="2879903" indent="0">
              <a:buNone/>
              <a:defRPr sz="5669" b="1"/>
            </a:lvl3pPr>
            <a:lvl4pPr marL="4319854" indent="0">
              <a:buNone/>
              <a:defRPr sz="5039" b="1"/>
            </a:lvl4pPr>
            <a:lvl5pPr marL="5759806" indent="0">
              <a:buNone/>
              <a:defRPr sz="5039" b="1"/>
            </a:lvl5pPr>
            <a:lvl6pPr marL="7199757" indent="0">
              <a:buNone/>
              <a:defRPr sz="5039" b="1"/>
            </a:lvl6pPr>
            <a:lvl7pPr marL="8639708" indent="0">
              <a:buNone/>
              <a:defRPr sz="5039" b="1"/>
            </a:lvl7pPr>
            <a:lvl8pPr marL="10079660" indent="0">
              <a:buNone/>
              <a:defRPr sz="5039" b="1"/>
            </a:lvl8pPr>
            <a:lvl9pPr marL="11519611" indent="0">
              <a:buNone/>
              <a:defRPr sz="503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780883" y="7889827"/>
            <a:ext cx="19130553" cy="116047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91DC-D5D8-5342-BC57-7C52B19F6866}" type="datetimeFigureOut">
              <a:rPr lang="en-US" smtClean="0"/>
              <a:t>6/17/24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F83-D6DC-0248-B27C-DC5BBE6D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80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91DC-D5D8-5342-BC57-7C52B19F6866}" type="datetimeFigureOut">
              <a:rPr lang="en-US" smtClean="0"/>
              <a:t>6/17/24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F83-D6DC-0248-B27C-DC5BBE6D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30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91DC-D5D8-5342-BC57-7C52B19F6866}" type="datetimeFigureOut">
              <a:rPr lang="en-US" smtClean="0"/>
              <a:t>6/17/24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F83-D6DC-0248-B27C-DC5BBE6D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66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9563" y="1439968"/>
            <a:ext cx="14513436" cy="5039889"/>
          </a:xfrm>
        </p:spPr>
        <p:txBody>
          <a:bodyPr anchor="b"/>
          <a:lstStyle>
            <a:lvl1pPr>
              <a:defRPr sz="1007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0553" y="3109933"/>
            <a:ext cx="22780883" cy="15349662"/>
          </a:xfrm>
        </p:spPr>
        <p:txBody>
          <a:bodyPr/>
          <a:lstStyle>
            <a:lvl1pPr>
              <a:defRPr sz="10078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99563" y="6479857"/>
            <a:ext cx="14513436" cy="12004738"/>
          </a:xfrm>
        </p:spPr>
        <p:txBody>
          <a:bodyPr/>
          <a:lstStyle>
            <a:lvl1pPr marL="0" indent="0">
              <a:buNone/>
              <a:defRPr sz="5039"/>
            </a:lvl1pPr>
            <a:lvl2pPr marL="1439951" indent="0">
              <a:buNone/>
              <a:defRPr sz="4409"/>
            </a:lvl2pPr>
            <a:lvl3pPr marL="2879903" indent="0">
              <a:buNone/>
              <a:defRPr sz="3779"/>
            </a:lvl3pPr>
            <a:lvl4pPr marL="4319854" indent="0">
              <a:buNone/>
              <a:defRPr sz="3150"/>
            </a:lvl4pPr>
            <a:lvl5pPr marL="5759806" indent="0">
              <a:buNone/>
              <a:defRPr sz="3150"/>
            </a:lvl5pPr>
            <a:lvl6pPr marL="7199757" indent="0">
              <a:buNone/>
              <a:defRPr sz="3150"/>
            </a:lvl6pPr>
            <a:lvl7pPr marL="8639708" indent="0">
              <a:buNone/>
              <a:defRPr sz="3150"/>
            </a:lvl7pPr>
            <a:lvl8pPr marL="10079660" indent="0">
              <a:buNone/>
              <a:defRPr sz="3150"/>
            </a:lvl8pPr>
            <a:lvl9pPr marL="11519611" indent="0">
              <a:buNone/>
              <a:defRPr sz="31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91DC-D5D8-5342-BC57-7C52B19F6866}" type="datetimeFigureOut">
              <a:rPr lang="en-US" smtClean="0"/>
              <a:t>6/17/24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F83-D6DC-0248-B27C-DC5BBE6D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22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9563" y="1439968"/>
            <a:ext cx="14513436" cy="5039889"/>
          </a:xfrm>
        </p:spPr>
        <p:txBody>
          <a:bodyPr anchor="b"/>
          <a:lstStyle>
            <a:lvl1pPr>
              <a:defRPr sz="1007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130553" y="3109933"/>
            <a:ext cx="22780883" cy="15349662"/>
          </a:xfrm>
        </p:spPr>
        <p:txBody>
          <a:bodyPr anchor="t"/>
          <a:lstStyle>
            <a:lvl1pPr marL="0" indent="0">
              <a:buNone/>
              <a:defRPr sz="10078"/>
            </a:lvl1pPr>
            <a:lvl2pPr marL="1439951" indent="0">
              <a:buNone/>
              <a:defRPr sz="8819"/>
            </a:lvl2pPr>
            <a:lvl3pPr marL="2879903" indent="0">
              <a:buNone/>
              <a:defRPr sz="7559"/>
            </a:lvl3pPr>
            <a:lvl4pPr marL="4319854" indent="0">
              <a:buNone/>
              <a:defRPr sz="6299"/>
            </a:lvl4pPr>
            <a:lvl5pPr marL="5759806" indent="0">
              <a:buNone/>
              <a:defRPr sz="6299"/>
            </a:lvl5pPr>
            <a:lvl6pPr marL="7199757" indent="0">
              <a:buNone/>
              <a:defRPr sz="6299"/>
            </a:lvl6pPr>
            <a:lvl7pPr marL="8639708" indent="0">
              <a:buNone/>
              <a:defRPr sz="6299"/>
            </a:lvl7pPr>
            <a:lvl8pPr marL="10079660" indent="0">
              <a:buNone/>
              <a:defRPr sz="6299"/>
            </a:lvl8pPr>
            <a:lvl9pPr marL="11519611" indent="0">
              <a:buNone/>
              <a:defRPr sz="629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99563" y="6479857"/>
            <a:ext cx="14513436" cy="12004738"/>
          </a:xfrm>
        </p:spPr>
        <p:txBody>
          <a:bodyPr/>
          <a:lstStyle>
            <a:lvl1pPr marL="0" indent="0">
              <a:buNone/>
              <a:defRPr sz="5039"/>
            </a:lvl1pPr>
            <a:lvl2pPr marL="1439951" indent="0">
              <a:buNone/>
              <a:defRPr sz="4409"/>
            </a:lvl2pPr>
            <a:lvl3pPr marL="2879903" indent="0">
              <a:buNone/>
              <a:defRPr sz="3779"/>
            </a:lvl3pPr>
            <a:lvl4pPr marL="4319854" indent="0">
              <a:buNone/>
              <a:defRPr sz="3150"/>
            </a:lvl4pPr>
            <a:lvl5pPr marL="5759806" indent="0">
              <a:buNone/>
              <a:defRPr sz="3150"/>
            </a:lvl5pPr>
            <a:lvl6pPr marL="7199757" indent="0">
              <a:buNone/>
              <a:defRPr sz="3150"/>
            </a:lvl6pPr>
            <a:lvl7pPr marL="8639708" indent="0">
              <a:buNone/>
              <a:defRPr sz="3150"/>
            </a:lvl7pPr>
            <a:lvl8pPr marL="10079660" indent="0">
              <a:buNone/>
              <a:defRPr sz="3150"/>
            </a:lvl8pPr>
            <a:lvl9pPr marL="11519611" indent="0">
              <a:buNone/>
              <a:defRPr sz="31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91DC-D5D8-5342-BC57-7C52B19F6866}" type="datetimeFigureOut">
              <a:rPr lang="en-US" smtClean="0"/>
              <a:t>6/17/24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F83-D6DC-0248-B27C-DC5BBE6D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8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91DC-D5D8-5342-BC57-7C52B19F6866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F83-D6DC-0248-B27C-DC5BBE6D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9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202606" y="1149975"/>
            <a:ext cx="9702969" cy="1830459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93700" y="1149975"/>
            <a:ext cx="28546415" cy="18304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91DC-D5D8-5342-BC57-7C52B19F6866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F83-D6DC-0248-B27C-DC5BBE6D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0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93700" y="1149976"/>
            <a:ext cx="38811875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3700" y="5749874"/>
            <a:ext cx="38811875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93700" y="20019561"/>
            <a:ext cx="10124837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7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F91DC-D5D8-5342-BC57-7C52B19F6866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06010" y="20019561"/>
            <a:ext cx="15187255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7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780738" y="20019561"/>
            <a:ext cx="10124837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7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AAFF83-D6DC-0248-B27C-DC5BBE6D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4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879903" rtl="0" eaLnBrk="1" latinLnBrk="0" hangingPunct="1">
        <a:lnSpc>
          <a:spcPct val="90000"/>
        </a:lnSpc>
        <a:spcBef>
          <a:spcPct val="0"/>
        </a:spcBef>
        <a:buNone/>
        <a:defRPr sz="138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9976" indent="-719976" algn="l" defTabSz="2879903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59927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599879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39830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79781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19733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59684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799636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39587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39951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79903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19854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59806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199757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39708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79660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19611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2.jpeg"/><Relationship Id="rId5" Type="http://schemas.openxmlformats.org/officeDocument/2006/relationships/image" Target="../media/image9.jpeg"/><Relationship Id="rId10" Type="http://schemas.openxmlformats.org/officeDocument/2006/relationships/image" Target="../media/image11.jpe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73836D-51A7-77AD-8275-C0934B8D39A4}"/>
              </a:ext>
            </a:extLst>
          </p:cNvPr>
          <p:cNvSpPr/>
          <p:nvPr/>
        </p:nvSpPr>
        <p:spPr>
          <a:xfrm>
            <a:off x="2088203" y="10581758"/>
            <a:ext cx="3527738" cy="918462"/>
          </a:xfrm>
          <a:prstGeom prst="roundRect">
            <a:avLst/>
          </a:prstGeom>
          <a:gradFill>
            <a:gsLst>
              <a:gs pos="14000">
                <a:srgbClr val="00B050"/>
              </a:gs>
              <a:gs pos="54000">
                <a:schemeClr val="tx2">
                  <a:lumMod val="50000"/>
                  <a:lumOff val="50000"/>
                </a:schemeClr>
              </a:gs>
              <a:gs pos="83000">
                <a:schemeClr val="accent6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PDF/txt</a:t>
            </a:r>
            <a:r>
              <a:rPr lang="en-US" sz="2400" b="1">
                <a:solidFill>
                  <a:schemeClr val="bg1"/>
                </a:solidFill>
              </a:rPr>
              <a:t>/Docs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2C510C-FB20-7B23-C299-855B92F2A98A}"/>
              </a:ext>
            </a:extLst>
          </p:cNvPr>
          <p:cNvSpPr/>
          <p:nvPr/>
        </p:nvSpPr>
        <p:spPr>
          <a:xfrm>
            <a:off x="7474055" y="10581758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Extract Data Content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3EC0603-F273-B2A7-451D-FC5D6521151A}"/>
              </a:ext>
            </a:extLst>
          </p:cNvPr>
          <p:cNvSpPr/>
          <p:nvPr/>
        </p:nvSpPr>
        <p:spPr>
          <a:xfrm>
            <a:off x="12859907" y="6466568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b="1">
                <a:solidFill>
                  <a:schemeClr val="bg1"/>
                </a:solidFill>
              </a:rPr>
              <a:t>text chunk1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9CEA9C8-F78E-9405-4B69-8282A8F6BD74}"/>
              </a:ext>
            </a:extLst>
          </p:cNvPr>
          <p:cNvSpPr/>
          <p:nvPr/>
        </p:nvSpPr>
        <p:spPr>
          <a:xfrm>
            <a:off x="12859907" y="9422069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b="1" dirty="0">
                <a:solidFill>
                  <a:schemeClr val="bg1"/>
                </a:solidFill>
              </a:rPr>
              <a:t>text chunk2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8278AD7-3815-7170-A1BB-D16A25626642}"/>
              </a:ext>
            </a:extLst>
          </p:cNvPr>
          <p:cNvSpPr/>
          <p:nvPr/>
        </p:nvSpPr>
        <p:spPr>
          <a:xfrm>
            <a:off x="12859907" y="12179251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b="1">
                <a:solidFill>
                  <a:schemeClr val="bg1"/>
                </a:solidFill>
              </a:rPr>
              <a:t>text chunk3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78702AD-A22A-75BE-503A-687EFC4238A9}"/>
              </a:ext>
            </a:extLst>
          </p:cNvPr>
          <p:cNvSpPr/>
          <p:nvPr/>
        </p:nvSpPr>
        <p:spPr>
          <a:xfrm>
            <a:off x="12859907" y="14936433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b="1">
                <a:solidFill>
                  <a:schemeClr val="bg1"/>
                </a:solidFill>
              </a:rPr>
              <a:t>text chunk4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A60C2DF-9CA4-F4BF-63C4-A9721EDDF6E9}"/>
              </a:ext>
            </a:extLst>
          </p:cNvPr>
          <p:cNvSpPr/>
          <p:nvPr/>
        </p:nvSpPr>
        <p:spPr>
          <a:xfrm>
            <a:off x="18242528" y="6466568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b="1">
                <a:solidFill>
                  <a:schemeClr val="bg1"/>
                </a:solidFill>
              </a:rPr>
              <a:t>Embedding-1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A7AE5A0-DE9F-766A-FE12-74915EE62F1A}"/>
              </a:ext>
            </a:extLst>
          </p:cNvPr>
          <p:cNvSpPr/>
          <p:nvPr/>
        </p:nvSpPr>
        <p:spPr>
          <a:xfrm>
            <a:off x="18228043" y="9422069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b="1">
                <a:solidFill>
                  <a:schemeClr val="bg1"/>
                </a:solidFill>
              </a:rPr>
              <a:t>Embedding-2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74A1625-CBFC-4E27-C266-4DC407D660F3}"/>
              </a:ext>
            </a:extLst>
          </p:cNvPr>
          <p:cNvSpPr/>
          <p:nvPr/>
        </p:nvSpPr>
        <p:spPr>
          <a:xfrm>
            <a:off x="18242528" y="12179251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b="1" dirty="0">
                <a:solidFill>
                  <a:schemeClr val="bg1"/>
                </a:solidFill>
              </a:rPr>
              <a:t>Embedding-3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F9F6735-D634-6F0A-9B8A-9B762352C3FA}"/>
              </a:ext>
            </a:extLst>
          </p:cNvPr>
          <p:cNvSpPr/>
          <p:nvPr/>
        </p:nvSpPr>
        <p:spPr>
          <a:xfrm>
            <a:off x="18350447" y="14927433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b="1">
                <a:solidFill>
                  <a:schemeClr val="bg1"/>
                </a:solidFill>
              </a:rPr>
              <a:t>Embedding-4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3F2B4D-EB9D-9045-E8C5-2E759DEE7D9E}"/>
              </a:ext>
            </a:extLst>
          </p:cNvPr>
          <p:cNvSpPr txBox="1"/>
          <p:nvPr/>
        </p:nvSpPr>
        <p:spPr>
          <a:xfrm>
            <a:off x="18662431" y="5683765"/>
            <a:ext cx="2658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10,1 0.3 0.33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201C5B7-4CF0-9EA3-282E-58CA709B457B}"/>
              </a:ext>
            </a:extLst>
          </p:cNvPr>
          <p:cNvSpPr/>
          <p:nvPr/>
        </p:nvSpPr>
        <p:spPr>
          <a:xfrm>
            <a:off x="23715907" y="10799762"/>
            <a:ext cx="3527738" cy="918462"/>
          </a:xfrm>
          <a:prstGeom prst="roundRect">
            <a:avLst/>
          </a:prstGeom>
          <a:gradFill>
            <a:gsLst>
              <a:gs pos="14000">
                <a:schemeClr val="accent6">
                  <a:lumMod val="40000"/>
                  <a:lumOff val="60000"/>
                </a:schemeClr>
              </a:gs>
              <a:gs pos="54000">
                <a:schemeClr val="accent6">
                  <a:lumMod val="50000"/>
                </a:schemeClr>
              </a:gs>
              <a:gs pos="83000">
                <a:schemeClr val="accent6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b="1" dirty="0">
                <a:solidFill>
                  <a:schemeClr val="bg1"/>
                </a:solidFill>
              </a:rPr>
              <a:t>Build </a:t>
            </a:r>
            <a:r>
              <a:rPr lang="en-HK" sz="2400" b="1">
                <a:solidFill>
                  <a:schemeClr val="bg1"/>
                </a:solidFill>
              </a:rPr>
              <a:t>Semantic Index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9" name="Magnetic Disk 38">
            <a:extLst>
              <a:ext uri="{FF2B5EF4-FFF2-40B4-BE49-F238E27FC236}">
                <a16:creationId xmlns:a16="http://schemas.microsoft.com/office/drawing/2014/main" id="{A849033F-9602-5579-DEB1-979DF0737C2C}"/>
              </a:ext>
            </a:extLst>
          </p:cNvPr>
          <p:cNvSpPr/>
          <p:nvPr/>
        </p:nvSpPr>
        <p:spPr>
          <a:xfrm>
            <a:off x="24351667" y="15528538"/>
            <a:ext cx="2189163" cy="1637535"/>
          </a:xfrm>
          <a:prstGeom prst="flowChartMagneticDisk">
            <a:avLst/>
          </a:prstGeom>
          <a:gradFill>
            <a:gsLst>
              <a:gs pos="14000">
                <a:schemeClr val="tx2">
                  <a:lumMod val="25000"/>
                  <a:lumOff val="75000"/>
                </a:schemeClr>
              </a:gs>
              <a:gs pos="54000">
                <a:schemeClr val="accent4">
                  <a:lumMod val="50000"/>
                </a:schemeClr>
              </a:gs>
              <a:gs pos="84000">
                <a:schemeClr val="tx2">
                  <a:lumMod val="25000"/>
                  <a:lumOff val="75000"/>
                </a:schemeClr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Knowledge Base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964833-90DF-A912-082E-E480AB0E0934}"/>
              </a:ext>
            </a:extLst>
          </p:cNvPr>
          <p:cNvSpPr txBox="1"/>
          <p:nvPr/>
        </p:nvSpPr>
        <p:spPr>
          <a:xfrm>
            <a:off x="26505610" y="12728381"/>
            <a:ext cx="18991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0.3 0.3 0.33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899938-1F1B-388D-97F2-9E02CA04AC36}"/>
              </a:ext>
            </a:extLst>
          </p:cNvPr>
          <p:cNvSpPr txBox="1"/>
          <p:nvPr/>
        </p:nvSpPr>
        <p:spPr>
          <a:xfrm>
            <a:off x="26505610" y="13255720"/>
            <a:ext cx="18991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10.5 0.4 0.6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AA288C-498C-163E-578D-24D284895D03}"/>
              </a:ext>
            </a:extLst>
          </p:cNvPr>
          <p:cNvSpPr txBox="1"/>
          <p:nvPr/>
        </p:nvSpPr>
        <p:spPr>
          <a:xfrm>
            <a:off x="26505610" y="13870718"/>
            <a:ext cx="18991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10.5 0.4 0.6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01135BA-0F6D-9D83-DB34-8CD2E367AE70}"/>
              </a:ext>
            </a:extLst>
          </p:cNvPr>
          <p:cNvCxnSpPr/>
          <p:nvPr/>
        </p:nvCxnSpPr>
        <p:spPr>
          <a:xfrm>
            <a:off x="26505610" y="13870718"/>
            <a:ext cx="1899138" cy="0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4C297AB-9C7B-E54A-6CD1-7D59E3A433AD}"/>
              </a:ext>
            </a:extLst>
          </p:cNvPr>
          <p:cNvSpPr txBox="1"/>
          <p:nvPr/>
        </p:nvSpPr>
        <p:spPr>
          <a:xfrm>
            <a:off x="23715907" y="17252297"/>
            <a:ext cx="3331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Vector Store/ Database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294A4350-CE64-95A0-88DD-9768942119AE}"/>
              </a:ext>
            </a:extLst>
          </p:cNvPr>
          <p:cNvSpPr/>
          <p:nvPr/>
        </p:nvSpPr>
        <p:spPr>
          <a:xfrm>
            <a:off x="29101759" y="7583349"/>
            <a:ext cx="3527738" cy="918462"/>
          </a:xfrm>
          <a:prstGeom prst="roundRect">
            <a:avLst/>
          </a:prstGeom>
          <a:gradFill>
            <a:gsLst>
              <a:gs pos="14000">
                <a:schemeClr val="bg2"/>
              </a:gs>
              <a:gs pos="54000">
                <a:schemeClr val="accent5">
                  <a:lumMod val="97000"/>
                  <a:lumOff val="3000"/>
                </a:schemeClr>
              </a:gs>
              <a:gs pos="84000">
                <a:schemeClr val="bg2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b="1" dirty="0">
                <a:solidFill>
                  <a:schemeClr val="bg1"/>
                </a:solidFill>
              </a:rPr>
              <a:t>Question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59F5082-AAC4-8F95-918B-CE6F4A10AAFE}"/>
              </a:ext>
            </a:extLst>
          </p:cNvPr>
          <p:cNvSpPr/>
          <p:nvPr/>
        </p:nvSpPr>
        <p:spPr>
          <a:xfrm>
            <a:off x="29101759" y="10340531"/>
            <a:ext cx="3527738" cy="918462"/>
          </a:xfrm>
          <a:prstGeom prst="roundRect">
            <a:avLst/>
          </a:prstGeom>
          <a:gradFill>
            <a:gsLst>
              <a:gs pos="14000">
                <a:schemeClr val="bg2"/>
              </a:gs>
              <a:gs pos="54000">
                <a:schemeClr val="accent5">
                  <a:lumMod val="97000"/>
                  <a:lumOff val="3000"/>
                </a:schemeClr>
              </a:gs>
              <a:gs pos="84000">
                <a:schemeClr val="bg2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b="1" dirty="0">
                <a:solidFill>
                  <a:schemeClr val="bg1"/>
                </a:solidFill>
              </a:rPr>
              <a:t>Query Embeddings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0161B9ED-7408-F91B-F7A3-AE1C4639089A}"/>
              </a:ext>
            </a:extLst>
          </p:cNvPr>
          <p:cNvSpPr/>
          <p:nvPr/>
        </p:nvSpPr>
        <p:spPr>
          <a:xfrm>
            <a:off x="29101759" y="13097713"/>
            <a:ext cx="3527738" cy="918462"/>
          </a:xfrm>
          <a:prstGeom prst="roundRect">
            <a:avLst/>
          </a:prstGeom>
          <a:gradFill>
            <a:gsLst>
              <a:gs pos="14000">
                <a:schemeClr val="bg2"/>
              </a:gs>
              <a:gs pos="54000">
                <a:schemeClr val="accent5">
                  <a:lumMod val="97000"/>
                  <a:lumOff val="3000"/>
                </a:schemeClr>
              </a:gs>
              <a:gs pos="84000">
                <a:schemeClr val="bg2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b="1">
                <a:solidFill>
                  <a:schemeClr val="bg1"/>
                </a:solidFill>
              </a:rPr>
              <a:t>Semantic Search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8E291CF2-7A16-EA99-8A37-F503E9B40CC2}"/>
              </a:ext>
            </a:extLst>
          </p:cNvPr>
          <p:cNvSpPr/>
          <p:nvPr/>
        </p:nvSpPr>
        <p:spPr>
          <a:xfrm>
            <a:off x="33399172" y="15845082"/>
            <a:ext cx="3527738" cy="918462"/>
          </a:xfrm>
          <a:prstGeom prst="roundRect">
            <a:avLst/>
          </a:prstGeom>
          <a:gradFill>
            <a:gsLst>
              <a:gs pos="11000">
                <a:srgbClr val="00B050"/>
              </a:gs>
              <a:gs pos="54000">
                <a:schemeClr val="bg1"/>
              </a:gs>
              <a:gs pos="84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b="1">
                <a:solidFill>
                  <a:schemeClr val="tx1"/>
                </a:solidFill>
              </a:rPr>
              <a:t>Ranked Results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D5DA624-5D8A-F583-17CC-45B5063DE85A}"/>
              </a:ext>
            </a:extLst>
          </p:cNvPr>
          <p:cNvSpPr/>
          <p:nvPr/>
        </p:nvSpPr>
        <p:spPr>
          <a:xfrm>
            <a:off x="38522713" y="13097713"/>
            <a:ext cx="3527738" cy="918462"/>
          </a:xfrm>
          <a:prstGeom prst="roundRect">
            <a:avLst/>
          </a:prstGeom>
          <a:gradFill>
            <a:gsLst>
              <a:gs pos="13000">
                <a:schemeClr val="accent2">
                  <a:lumMod val="20000"/>
                  <a:lumOff val="80000"/>
                </a:schemeClr>
              </a:gs>
              <a:gs pos="54000">
                <a:schemeClr val="accent3">
                  <a:lumMod val="40000"/>
                  <a:lumOff val="60000"/>
                </a:schemeClr>
              </a:gs>
              <a:gs pos="84000">
                <a:schemeClr val="tx2">
                  <a:lumMod val="25000"/>
                  <a:lumOff val="75000"/>
                </a:schemeClr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b="1" dirty="0">
                <a:solidFill>
                  <a:schemeClr val="tx1"/>
                </a:solidFill>
              </a:rPr>
              <a:t>LLM Generative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59" name="Graphic 58" descr="User with solid fill">
            <a:extLst>
              <a:ext uri="{FF2B5EF4-FFF2-40B4-BE49-F238E27FC236}">
                <a16:creationId xmlns:a16="http://schemas.microsoft.com/office/drawing/2014/main" id="{2493A189-FFAC-3606-1123-64B80C009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57767" y="2700704"/>
            <a:ext cx="2901306" cy="2901306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A7BA5DA3-A8CD-6499-EC75-C372BB835942}"/>
              </a:ext>
            </a:extLst>
          </p:cNvPr>
          <p:cNvSpPr txBox="1"/>
          <p:nvPr/>
        </p:nvSpPr>
        <p:spPr>
          <a:xfrm>
            <a:off x="35958851" y="5140345"/>
            <a:ext cx="18991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pPr algn="ctr"/>
            <a:r>
              <a:rPr lang="en-US" dirty="0"/>
              <a:t>USER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F1FC44-1603-76D1-6F62-6423AF54BB0D}"/>
              </a:ext>
            </a:extLst>
          </p:cNvPr>
          <p:cNvSpPr txBox="1"/>
          <p:nvPr/>
        </p:nvSpPr>
        <p:spPr>
          <a:xfrm>
            <a:off x="31679928" y="11981185"/>
            <a:ext cx="18991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(0.3 0.3 0.33)</a:t>
            </a:r>
          </a:p>
        </p:txBody>
      </p:sp>
      <p:cxnSp>
        <p:nvCxnSpPr>
          <p:cNvPr id="1025" name="Curved Connector 1024">
            <a:extLst>
              <a:ext uri="{FF2B5EF4-FFF2-40B4-BE49-F238E27FC236}">
                <a16:creationId xmlns:a16="http://schemas.microsoft.com/office/drawing/2014/main" id="{FA0E2EBE-9D39-8E0B-5E12-5BFFD5316BA4}"/>
              </a:ext>
            </a:extLst>
          </p:cNvPr>
          <p:cNvCxnSpPr>
            <a:stCxn id="4" idx="3"/>
            <a:endCxn id="26" idx="1"/>
          </p:cNvCxnSpPr>
          <p:nvPr/>
        </p:nvCxnSpPr>
        <p:spPr>
          <a:xfrm flipV="1">
            <a:off x="11001793" y="6925799"/>
            <a:ext cx="1858114" cy="4115190"/>
          </a:xfrm>
          <a:prstGeom prst="curvedConnector3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urved Connector 1025">
            <a:extLst>
              <a:ext uri="{FF2B5EF4-FFF2-40B4-BE49-F238E27FC236}">
                <a16:creationId xmlns:a16="http://schemas.microsoft.com/office/drawing/2014/main" id="{5F107351-BE32-5614-A8BE-AE9C11D032AB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1001793" y="9902754"/>
            <a:ext cx="1945641" cy="1138235"/>
          </a:xfrm>
          <a:prstGeom prst="curvedConnector3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urved Connector 1031">
            <a:extLst>
              <a:ext uri="{FF2B5EF4-FFF2-40B4-BE49-F238E27FC236}">
                <a16:creationId xmlns:a16="http://schemas.microsoft.com/office/drawing/2014/main" id="{A67F6D36-D6A0-1F6E-A4C6-12F158DBBC85}"/>
              </a:ext>
            </a:extLst>
          </p:cNvPr>
          <p:cNvCxnSpPr>
            <a:cxnSpLocks/>
            <a:stCxn id="4" idx="3"/>
            <a:endCxn id="28" idx="1"/>
          </p:cNvCxnSpPr>
          <p:nvPr/>
        </p:nvCxnSpPr>
        <p:spPr>
          <a:xfrm>
            <a:off x="11001793" y="11040989"/>
            <a:ext cx="1858114" cy="1597493"/>
          </a:xfrm>
          <a:prstGeom prst="curvedConnector3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urved Connector 1038">
            <a:extLst>
              <a:ext uri="{FF2B5EF4-FFF2-40B4-BE49-F238E27FC236}">
                <a16:creationId xmlns:a16="http://schemas.microsoft.com/office/drawing/2014/main" id="{BB1328B4-E715-DF4A-7681-09D988AD3747}"/>
              </a:ext>
            </a:extLst>
          </p:cNvPr>
          <p:cNvCxnSpPr>
            <a:cxnSpLocks/>
            <a:stCxn id="4" idx="3"/>
            <a:endCxn id="30" idx="1"/>
          </p:cNvCxnSpPr>
          <p:nvPr/>
        </p:nvCxnSpPr>
        <p:spPr>
          <a:xfrm>
            <a:off x="11001793" y="11040989"/>
            <a:ext cx="1858114" cy="4354675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urved Connector 1045">
            <a:extLst>
              <a:ext uri="{FF2B5EF4-FFF2-40B4-BE49-F238E27FC236}">
                <a16:creationId xmlns:a16="http://schemas.microsoft.com/office/drawing/2014/main" id="{B91C3C39-00A1-5824-2092-631A35089474}"/>
              </a:ext>
            </a:extLst>
          </p:cNvPr>
          <p:cNvCxnSpPr>
            <a:cxnSpLocks/>
            <a:stCxn id="26" idx="3"/>
            <a:endCxn id="31" idx="1"/>
          </p:cNvCxnSpPr>
          <p:nvPr/>
        </p:nvCxnSpPr>
        <p:spPr>
          <a:xfrm>
            <a:off x="16387645" y="6925799"/>
            <a:ext cx="1854883" cy="12700"/>
          </a:xfrm>
          <a:prstGeom prst="curvedConnector3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urved Connector 1050">
            <a:extLst>
              <a:ext uri="{FF2B5EF4-FFF2-40B4-BE49-F238E27FC236}">
                <a16:creationId xmlns:a16="http://schemas.microsoft.com/office/drawing/2014/main" id="{308EF2BE-3125-A9CA-B571-F4E1AE54CB50}"/>
              </a:ext>
            </a:extLst>
          </p:cNvPr>
          <p:cNvCxnSpPr>
            <a:cxnSpLocks/>
            <a:stCxn id="27" idx="3"/>
            <a:endCxn id="33" idx="1"/>
          </p:cNvCxnSpPr>
          <p:nvPr/>
        </p:nvCxnSpPr>
        <p:spPr>
          <a:xfrm>
            <a:off x="16387645" y="9881300"/>
            <a:ext cx="1840398" cy="12700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urved Connector 1053">
            <a:extLst>
              <a:ext uri="{FF2B5EF4-FFF2-40B4-BE49-F238E27FC236}">
                <a16:creationId xmlns:a16="http://schemas.microsoft.com/office/drawing/2014/main" id="{FF42FBAE-AF03-BB2A-F423-6724F9958A85}"/>
              </a:ext>
            </a:extLst>
          </p:cNvPr>
          <p:cNvCxnSpPr>
            <a:cxnSpLocks/>
            <a:stCxn id="28" idx="3"/>
            <a:endCxn id="34" idx="1"/>
          </p:cNvCxnSpPr>
          <p:nvPr/>
        </p:nvCxnSpPr>
        <p:spPr>
          <a:xfrm>
            <a:off x="16387645" y="12638482"/>
            <a:ext cx="1854883" cy="12700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urved Connector 1062">
            <a:extLst>
              <a:ext uri="{FF2B5EF4-FFF2-40B4-BE49-F238E27FC236}">
                <a16:creationId xmlns:a16="http://schemas.microsoft.com/office/drawing/2014/main" id="{7B077A29-698E-163E-E804-3E840AD50727}"/>
              </a:ext>
            </a:extLst>
          </p:cNvPr>
          <p:cNvCxnSpPr>
            <a:cxnSpLocks/>
            <a:stCxn id="30" idx="3"/>
            <a:endCxn id="35" idx="1"/>
          </p:cNvCxnSpPr>
          <p:nvPr/>
        </p:nvCxnSpPr>
        <p:spPr>
          <a:xfrm flipV="1">
            <a:off x="16387645" y="15386664"/>
            <a:ext cx="1962802" cy="9000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Curved Connector 1069">
            <a:extLst>
              <a:ext uri="{FF2B5EF4-FFF2-40B4-BE49-F238E27FC236}">
                <a16:creationId xmlns:a16="http://schemas.microsoft.com/office/drawing/2014/main" id="{D6D19FCB-091B-D2D6-9889-88F192277522}"/>
              </a:ext>
            </a:extLst>
          </p:cNvPr>
          <p:cNvCxnSpPr>
            <a:cxnSpLocks/>
            <a:stCxn id="31" idx="3"/>
            <a:endCxn id="38" idx="1"/>
          </p:cNvCxnSpPr>
          <p:nvPr/>
        </p:nvCxnSpPr>
        <p:spPr>
          <a:xfrm>
            <a:off x="21770266" y="6925799"/>
            <a:ext cx="1945641" cy="4333194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Curved Connector 1070">
            <a:extLst>
              <a:ext uri="{FF2B5EF4-FFF2-40B4-BE49-F238E27FC236}">
                <a16:creationId xmlns:a16="http://schemas.microsoft.com/office/drawing/2014/main" id="{9C670912-A270-EC21-8AAC-D1228A2DB3A2}"/>
              </a:ext>
            </a:extLst>
          </p:cNvPr>
          <p:cNvCxnSpPr>
            <a:cxnSpLocks/>
            <a:stCxn id="33" idx="3"/>
            <a:endCxn id="38" idx="1"/>
          </p:cNvCxnSpPr>
          <p:nvPr/>
        </p:nvCxnSpPr>
        <p:spPr>
          <a:xfrm>
            <a:off x="21755781" y="9881300"/>
            <a:ext cx="1960126" cy="1377693"/>
          </a:xfrm>
          <a:prstGeom prst="curvedConnector3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Curved Connector 1071">
            <a:extLst>
              <a:ext uri="{FF2B5EF4-FFF2-40B4-BE49-F238E27FC236}">
                <a16:creationId xmlns:a16="http://schemas.microsoft.com/office/drawing/2014/main" id="{80EC8DA0-1CC0-C357-604A-5C7DAAEC03C3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 flipV="1">
            <a:off x="21770266" y="11258993"/>
            <a:ext cx="1945641" cy="1379489"/>
          </a:xfrm>
          <a:prstGeom prst="curvedConnector3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urved Connector 1072">
            <a:extLst>
              <a:ext uri="{FF2B5EF4-FFF2-40B4-BE49-F238E27FC236}">
                <a16:creationId xmlns:a16="http://schemas.microsoft.com/office/drawing/2014/main" id="{355F2AAF-BD4B-5651-3167-45BB8903ED7C}"/>
              </a:ext>
            </a:extLst>
          </p:cNvPr>
          <p:cNvCxnSpPr>
            <a:cxnSpLocks/>
            <a:stCxn id="35" idx="3"/>
            <a:endCxn id="38" idx="1"/>
          </p:cNvCxnSpPr>
          <p:nvPr/>
        </p:nvCxnSpPr>
        <p:spPr>
          <a:xfrm flipV="1">
            <a:off x="21878185" y="11258993"/>
            <a:ext cx="1837722" cy="4127671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urved Connector 1096">
            <a:extLst>
              <a:ext uri="{FF2B5EF4-FFF2-40B4-BE49-F238E27FC236}">
                <a16:creationId xmlns:a16="http://schemas.microsoft.com/office/drawing/2014/main" id="{82363F0E-5BF0-4441-E560-2A960CECC51C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5615941" y="11040989"/>
            <a:ext cx="185811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prstDash val="solid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Curved Connector 1108">
            <a:extLst>
              <a:ext uri="{FF2B5EF4-FFF2-40B4-BE49-F238E27FC236}">
                <a16:creationId xmlns:a16="http://schemas.microsoft.com/office/drawing/2014/main" id="{EBAFADC4-E6CB-7227-5533-BB15618F8C01}"/>
              </a:ext>
            </a:extLst>
          </p:cNvPr>
          <p:cNvCxnSpPr>
            <a:cxnSpLocks/>
            <a:stCxn id="38" idx="2"/>
            <a:endCxn id="39" idx="1"/>
          </p:cNvCxnSpPr>
          <p:nvPr/>
        </p:nvCxnSpPr>
        <p:spPr>
          <a:xfrm rot="5400000">
            <a:off x="23557856" y="13606618"/>
            <a:ext cx="3810314" cy="33527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4" name="Curved Connector 1113">
            <a:extLst>
              <a:ext uri="{FF2B5EF4-FFF2-40B4-BE49-F238E27FC236}">
                <a16:creationId xmlns:a16="http://schemas.microsoft.com/office/drawing/2014/main" id="{75D17D5B-46AF-3F5F-0407-AE132D7B56B5}"/>
              </a:ext>
            </a:extLst>
          </p:cNvPr>
          <p:cNvCxnSpPr>
            <a:cxnSpLocks/>
            <a:endCxn id="49" idx="0"/>
          </p:cNvCxnSpPr>
          <p:nvPr/>
        </p:nvCxnSpPr>
        <p:spPr>
          <a:xfrm rot="10800000" flipV="1">
            <a:off x="30865629" y="5493151"/>
            <a:ext cx="6042795" cy="2090197"/>
          </a:xfrm>
          <a:prstGeom prst="curvedConnector2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5" name="Curved Connector 1124">
            <a:extLst>
              <a:ext uri="{FF2B5EF4-FFF2-40B4-BE49-F238E27FC236}">
                <a16:creationId xmlns:a16="http://schemas.microsoft.com/office/drawing/2014/main" id="{98BEF332-4666-9C4D-692E-E18F1256ABDF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 rot="5400000">
            <a:off x="29946268" y="9421171"/>
            <a:ext cx="1838720" cy="12700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urved Connector 1127">
            <a:extLst>
              <a:ext uri="{FF2B5EF4-FFF2-40B4-BE49-F238E27FC236}">
                <a16:creationId xmlns:a16="http://schemas.microsoft.com/office/drawing/2014/main" id="{220EDE28-102D-A9CB-0CF4-0D6EF4046497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>
          <a:xfrm rot="5400000">
            <a:off x="29946268" y="12178353"/>
            <a:ext cx="1838720" cy="12700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Curved Connector 1130">
            <a:extLst>
              <a:ext uri="{FF2B5EF4-FFF2-40B4-BE49-F238E27FC236}">
                <a16:creationId xmlns:a16="http://schemas.microsoft.com/office/drawing/2014/main" id="{4492356C-2D01-3C9C-3C3C-2BE2B653FFF7}"/>
              </a:ext>
            </a:extLst>
          </p:cNvPr>
          <p:cNvCxnSpPr>
            <a:cxnSpLocks/>
            <a:stCxn id="51" idx="2"/>
            <a:endCxn id="39" idx="4"/>
          </p:cNvCxnSpPr>
          <p:nvPr/>
        </p:nvCxnSpPr>
        <p:spPr>
          <a:xfrm rot="5400000">
            <a:off x="27537664" y="13019341"/>
            <a:ext cx="2331131" cy="4324798"/>
          </a:xfrm>
          <a:prstGeom prst="curved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4" name="Curved Connector 1133">
            <a:extLst>
              <a:ext uri="{FF2B5EF4-FFF2-40B4-BE49-F238E27FC236}">
                <a16:creationId xmlns:a16="http://schemas.microsoft.com/office/drawing/2014/main" id="{EDCED036-C676-27BF-2373-720BC6A2E0BB}"/>
              </a:ext>
            </a:extLst>
          </p:cNvPr>
          <p:cNvCxnSpPr>
            <a:cxnSpLocks/>
            <a:stCxn id="39" idx="4"/>
            <a:endCxn id="53" idx="1"/>
          </p:cNvCxnSpPr>
          <p:nvPr/>
        </p:nvCxnSpPr>
        <p:spPr>
          <a:xfrm flipV="1">
            <a:off x="26540830" y="16304313"/>
            <a:ext cx="6858342" cy="42993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Curved Connector 1137">
            <a:extLst>
              <a:ext uri="{FF2B5EF4-FFF2-40B4-BE49-F238E27FC236}">
                <a16:creationId xmlns:a16="http://schemas.microsoft.com/office/drawing/2014/main" id="{C835CBA9-C7F2-3B5A-9F6D-AFCBB55E08F2}"/>
              </a:ext>
            </a:extLst>
          </p:cNvPr>
          <p:cNvCxnSpPr>
            <a:cxnSpLocks/>
            <a:stCxn id="53" idx="3"/>
            <a:endCxn id="54" idx="2"/>
          </p:cNvCxnSpPr>
          <p:nvPr/>
        </p:nvCxnSpPr>
        <p:spPr>
          <a:xfrm flipV="1">
            <a:off x="36926910" y="14016175"/>
            <a:ext cx="3359672" cy="2288138"/>
          </a:xfrm>
          <a:prstGeom prst="curvedConnector2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9" name="Straight Arrow Connector 1148">
            <a:extLst>
              <a:ext uri="{FF2B5EF4-FFF2-40B4-BE49-F238E27FC236}">
                <a16:creationId xmlns:a16="http://schemas.microsoft.com/office/drawing/2014/main" id="{6B469A4A-A8DF-7E99-A7D3-CF8473FE1FE8}"/>
              </a:ext>
            </a:extLst>
          </p:cNvPr>
          <p:cNvCxnSpPr>
            <a:cxnSpLocks/>
          </p:cNvCxnSpPr>
          <p:nvPr/>
        </p:nvCxnSpPr>
        <p:spPr>
          <a:xfrm>
            <a:off x="37221636" y="5602008"/>
            <a:ext cx="3064946" cy="7588038"/>
          </a:xfrm>
          <a:prstGeom prst="straightConnector1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2" name="Straight Arrow Connector 1151">
            <a:extLst>
              <a:ext uri="{FF2B5EF4-FFF2-40B4-BE49-F238E27FC236}">
                <a16:creationId xmlns:a16="http://schemas.microsoft.com/office/drawing/2014/main" id="{B4AF37A1-59F5-4ADB-DEA4-236E2C78CBF2}"/>
              </a:ext>
            </a:extLst>
          </p:cNvPr>
          <p:cNvCxnSpPr>
            <a:cxnSpLocks/>
          </p:cNvCxnSpPr>
          <p:nvPr/>
        </p:nvCxnSpPr>
        <p:spPr>
          <a:xfrm flipH="1" flipV="1">
            <a:off x="37543652" y="5371177"/>
            <a:ext cx="3269821" cy="7812798"/>
          </a:xfrm>
          <a:prstGeom prst="straightConnector1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6" name="Sun 1155">
            <a:extLst>
              <a:ext uri="{FF2B5EF4-FFF2-40B4-BE49-F238E27FC236}">
                <a16:creationId xmlns:a16="http://schemas.microsoft.com/office/drawing/2014/main" id="{C93C9571-3CC5-CFCE-3843-8ABA33BB7B1F}"/>
              </a:ext>
            </a:extLst>
          </p:cNvPr>
          <p:cNvSpPr/>
          <p:nvPr/>
        </p:nvSpPr>
        <p:spPr>
          <a:xfrm>
            <a:off x="5367647" y="10898483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" name="Sun 1156">
            <a:extLst>
              <a:ext uri="{FF2B5EF4-FFF2-40B4-BE49-F238E27FC236}">
                <a16:creationId xmlns:a16="http://schemas.microsoft.com/office/drawing/2014/main" id="{87BCF736-7DDB-672A-2408-B62187F95EF4}"/>
              </a:ext>
            </a:extLst>
          </p:cNvPr>
          <p:cNvSpPr/>
          <p:nvPr/>
        </p:nvSpPr>
        <p:spPr>
          <a:xfrm>
            <a:off x="11066605" y="10745428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8" name="Sun 1157">
            <a:extLst>
              <a:ext uri="{FF2B5EF4-FFF2-40B4-BE49-F238E27FC236}">
                <a16:creationId xmlns:a16="http://schemas.microsoft.com/office/drawing/2014/main" id="{6A151C5B-E250-4B9F-803E-F54147788F00}"/>
              </a:ext>
            </a:extLst>
          </p:cNvPr>
          <p:cNvSpPr/>
          <p:nvPr/>
        </p:nvSpPr>
        <p:spPr>
          <a:xfrm>
            <a:off x="16083382" y="6781208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9" name="Sun 1158">
            <a:extLst>
              <a:ext uri="{FF2B5EF4-FFF2-40B4-BE49-F238E27FC236}">
                <a16:creationId xmlns:a16="http://schemas.microsoft.com/office/drawing/2014/main" id="{7C0A8921-C787-DEDD-F4EE-9C1DAF53551F}"/>
              </a:ext>
            </a:extLst>
          </p:cNvPr>
          <p:cNvSpPr/>
          <p:nvPr/>
        </p:nvSpPr>
        <p:spPr>
          <a:xfrm>
            <a:off x="16070302" y="9736709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n 2">
            <a:extLst>
              <a:ext uri="{FF2B5EF4-FFF2-40B4-BE49-F238E27FC236}">
                <a16:creationId xmlns:a16="http://schemas.microsoft.com/office/drawing/2014/main" id="{A543FC8E-57AE-4528-56A7-D477AD5CF215}"/>
              </a:ext>
            </a:extLst>
          </p:cNvPr>
          <p:cNvSpPr/>
          <p:nvPr/>
        </p:nvSpPr>
        <p:spPr>
          <a:xfrm>
            <a:off x="16083702" y="12491359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n 4">
            <a:extLst>
              <a:ext uri="{FF2B5EF4-FFF2-40B4-BE49-F238E27FC236}">
                <a16:creationId xmlns:a16="http://schemas.microsoft.com/office/drawing/2014/main" id="{7244B4E4-8D25-4E0C-D5A2-8690108643B5}"/>
              </a:ext>
            </a:extLst>
          </p:cNvPr>
          <p:cNvSpPr/>
          <p:nvPr/>
        </p:nvSpPr>
        <p:spPr>
          <a:xfrm>
            <a:off x="16083382" y="15233309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n 6">
            <a:extLst>
              <a:ext uri="{FF2B5EF4-FFF2-40B4-BE49-F238E27FC236}">
                <a16:creationId xmlns:a16="http://schemas.microsoft.com/office/drawing/2014/main" id="{2D6E4BD7-65F3-8E97-894E-48CA343094F9}"/>
              </a:ext>
            </a:extLst>
          </p:cNvPr>
          <p:cNvSpPr/>
          <p:nvPr/>
        </p:nvSpPr>
        <p:spPr>
          <a:xfrm>
            <a:off x="21461717" y="6783740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un 7">
            <a:extLst>
              <a:ext uri="{FF2B5EF4-FFF2-40B4-BE49-F238E27FC236}">
                <a16:creationId xmlns:a16="http://schemas.microsoft.com/office/drawing/2014/main" id="{F599E321-53C4-F03F-711D-226FCD10C626}"/>
              </a:ext>
            </a:extLst>
          </p:cNvPr>
          <p:cNvSpPr/>
          <p:nvPr/>
        </p:nvSpPr>
        <p:spPr>
          <a:xfrm>
            <a:off x="21448637" y="9739241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n 8">
            <a:extLst>
              <a:ext uri="{FF2B5EF4-FFF2-40B4-BE49-F238E27FC236}">
                <a16:creationId xmlns:a16="http://schemas.microsoft.com/office/drawing/2014/main" id="{D79560CA-6431-93F7-C4F1-371C2A52ADD5}"/>
              </a:ext>
            </a:extLst>
          </p:cNvPr>
          <p:cNvSpPr/>
          <p:nvPr/>
        </p:nvSpPr>
        <p:spPr>
          <a:xfrm>
            <a:off x="21462037" y="12493891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un 9">
            <a:extLst>
              <a:ext uri="{FF2B5EF4-FFF2-40B4-BE49-F238E27FC236}">
                <a16:creationId xmlns:a16="http://schemas.microsoft.com/office/drawing/2014/main" id="{39494613-3223-1A18-0F05-0C03B3012E47}"/>
              </a:ext>
            </a:extLst>
          </p:cNvPr>
          <p:cNvSpPr/>
          <p:nvPr/>
        </p:nvSpPr>
        <p:spPr>
          <a:xfrm>
            <a:off x="21544842" y="15235841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un 10">
            <a:extLst>
              <a:ext uri="{FF2B5EF4-FFF2-40B4-BE49-F238E27FC236}">
                <a16:creationId xmlns:a16="http://schemas.microsoft.com/office/drawing/2014/main" id="{A4A8A78E-D1F6-14FA-2301-3615FB8B0440}"/>
              </a:ext>
            </a:extLst>
          </p:cNvPr>
          <p:cNvSpPr/>
          <p:nvPr/>
        </p:nvSpPr>
        <p:spPr>
          <a:xfrm>
            <a:off x="25305335" y="11499795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un 11">
            <a:extLst>
              <a:ext uri="{FF2B5EF4-FFF2-40B4-BE49-F238E27FC236}">
                <a16:creationId xmlns:a16="http://schemas.microsoft.com/office/drawing/2014/main" id="{68AF5698-8BB8-B57F-5112-FA16B42FA656}"/>
              </a:ext>
            </a:extLst>
          </p:cNvPr>
          <p:cNvSpPr/>
          <p:nvPr/>
        </p:nvSpPr>
        <p:spPr>
          <a:xfrm>
            <a:off x="30687521" y="13790249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un 12">
            <a:extLst>
              <a:ext uri="{FF2B5EF4-FFF2-40B4-BE49-F238E27FC236}">
                <a16:creationId xmlns:a16="http://schemas.microsoft.com/office/drawing/2014/main" id="{24CED3EC-AAFF-9325-C15D-5104DCECEDDF}"/>
              </a:ext>
            </a:extLst>
          </p:cNvPr>
          <p:cNvSpPr/>
          <p:nvPr/>
        </p:nvSpPr>
        <p:spPr>
          <a:xfrm>
            <a:off x="30693871" y="11033067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un 13">
            <a:extLst>
              <a:ext uri="{FF2B5EF4-FFF2-40B4-BE49-F238E27FC236}">
                <a16:creationId xmlns:a16="http://schemas.microsoft.com/office/drawing/2014/main" id="{46DC9EB3-4891-81B8-58E4-0C43551C1396}"/>
              </a:ext>
            </a:extLst>
          </p:cNvPr>
          <p:cNvSpPr/>
          <p:nvPr/>
        </p:nvSpPr>
        <p:spPr>
          <a:xfrm>
            <a:off x="30683631" y="8252452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un 14">
            <a:extLst>
              <a:ext uri="{FF2B5EF4-FFF2-40B4-BE49-F238E27FC236}">
                <a16:creationId xmlns:a16="http://schemas.microsoft.com/office/drawing/2014/main" id="{30896DB8-C7F0-9112-C9E6-3D876B35D7EA}"/>
              </a:ext>
            </a:extLst>
          </p:cNvPr>
          <p:cNvSpPr/>
          <p:nvPr/>
        </p:nvSpPr>
        <p:spPr>
          <a:xfrm>
            <a:off x="36729593" y="5394583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un 15">
            <a:extLst>
              <a:ext uri="{FF2B5EF4-FFF2-40B4-BE49-F238E27FC236}">
                <a16:creationId xmlns:a16="http://schemas.microsoft.com/office/drawing/2014/main" id="{F581F8B1-AF9D-FB51-6176-C9D93421B6E9}"/>
              </a:ext>
            </a:extLst>
          </p:cNvPr>
          <p:cNvSpPr/>
          <p:nvPr/>
        </p:nvSpPr>
        <p:spPr>
          <a:xfrm>
            <a:off x="37071462" y="5463216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un 16">
            <a:extLst>
              <a:ext uri="{FF2B5EF4-FFF2-40B4-BE49-F238E27FC236}">
                <a16:creationId xmlns:a16="http://schemas.microsoft.com/office/drawing/2014/main" id="{2B28A291-4514-03D0-8D8F-BAF34AF67D6B}"/>
              </a:ext>
            </a:extLst>
          </p:cNvPr>
          <p:cNvSpPr/>
          <p:nvPr/>
        </p:nvSpPr>
        <p:spPr>
          <a:xfrm>
            <a:off x="36570698" y="16159722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un 17">
            <a:extLst>
              <a:ext uri="{FF2B5EF4-FFF2-40B4-BE49-F238E27FC236}">
                <a16:creationId xmlns:a16="http://schemas.microsoft.com/office/drawing/2014/main" id="{78E50C20-A91B-EA62-5E33-56E44AE074D6}"/>
              </a:ext>
            </a:extLst>
          </p:cNvPr>
          <p:cNvSpPr/>
          <p:nvPr/>
        </p:nvSpPr>
        <p:spPr>
          <a:xfrm>
            <a:off x="10741702" y="10909098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un 18">
            <a:extLst>
              <a:ext uri="{FF2B5EF4-FFF2-40B4-BE49-F238E27FC236}">
                <a16:creationId xmlns:a16="http://schemas.microsoft.com/office/drawing/2014/main" id="{AAC2006A-C8A0-67F6-414A-B561D3D63DF1}"/>
              </a:ext>
            </a:extLst>
          </p:cNvPr>
          <p:cNvSpPr/>
          <p:nvPr/>
        </p:nvSpPr>
        <p:spPr>
          <a:xfrm>
            <a:off x="10932827" y="10915477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un 19">
            <a:extLst>
              <a:ext uri="{FF2B5EF4-FFF2-40B4-BE49-F238E27FC236}">
                <a16:creationId xmlns:a16="http://schemas.microsoft.com/office/drawing/2014/main" id="{FD6938DD-8CFA-B329-9FEA-3D99BF37C89F}"/>
              </a:ext>
            </a:extLst>
          </p:cNvPr>
          <p:cNvSpPr/>
          <p:nvPr/>
        </p:nvSpPr>
        <p:spPr>
          <a:xfrm>
            <a:off x="11066605" y="11052617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un 20">
            <a:extLst>
              <a:ext uri="{FF2B5EF4-FFF2-40B4-BE49-F238E27FC236}">
                <a16:creationId xmlns:a16="http://schemas.microsoft.com/office/drawing/2014/main" id="{CEA1F3E0-8AF4-679E-4ACC-888C6EED0B73}"/>
              </a:ext>
            </a:extLst>
          </p:cNvPr>
          <p:cNvSpPr/>
          <p:nvPr/>
        </p:nvSpPr>
        <p:spPr>
          <a:xfrm>
            <a:off x="26297723" y="16187878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un 21">
            <a:extLst>
              <a:ext uri="{FF2B5EF4-FFF2-40B4-BE49-F238E27FC236}">
                <a16:creationId xmlns:a16="http://schemas.microsoft.com/office/drawing/2014/main" id="{6565F7D1-BB3D-1EBA-AF65-2FADAFD027C6}"/>
              </a:ext>
            </a:extLst>
          </p:cNvPr>
          <p:cNvSpPr/>
          <p:nvPr/>
        </p:nvSpPr>
        <p:spPr>
          <a:xfrm>
            <a:off x="40664259" y="13073735"/>
            <a:ext cx="356213" cy="289182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28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0042 0.00022 L 0.04237 0.0008 " pathEditMode="relative" ptsTypes="AA" p14:bounceEnd="50000">
                                          <p:cBhvr>
                                            <p:cTn id="6" dur="2000" fill="hold"/>
                                            <p:tgtEl>
                                              <p:spTgt spid="115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0.00053 -0.0014 0.00099 -0.00287 0.00162 -0.00404 C 0.00183 -0.00441 0.00222 -0.00426 0.00247 -0.00463 C 0.00279 -0.00507 0.00303 -0.00566 0.00328 -0.00632 C 0.00367 -0.00742 0.00402 -0.0086 0.00437 -0.00978 L 0.00547 -0.01323 L 0.00656 -0.01661 L 0.00741 -0.02176 L 0.00765 -0.02352 C 0.00776 -0.02403 0.00787 -0.02462 0.00794 -0.02521 C 0.00804 -0.02594 0.00815 -0.02675 0.00822 -0.02749 C 0.00832 -0.02844 0.00839 -0.0294 0.0085 -0.03035 C 0.0085 -0.03035 0.00917 -0.03609 0.00931 -0.03719 C 0.00945 -0.03851 0.00988 -0.04211 0.01012 -0.04292 L 0.01069 -0.04469 L 0.01178 -0.05152 C 0.01203 -0.05299 0.0122 -0.05395 0.01235 -0.05556 C 0.01245 -0.05689 0.01252 -0.05821 0.01259 -0.05953 C 0.0127 -0.06335 0.01273 -0.06718 0.01287 -0.071 C 0.01298 -0.07364 0.01344 -0.07901 0.01344 -0.07901 C 0.01351 -0.08908 0.01355 -0.09922 0.01372 -0.10929 C 0.01372 -0.11069 0.0139 -0.11201 0.01397 -0.11333 C 0.01418 -0.1162 0.01443 -0.11907 0.01482 -0.12186 C 0.0151 -0.12414 0.01513 -0.12333 0.01534 -0.1259 C 0.0157 -0.1298 0.01584 -0.13362 0.01644 -0.13737 C 0.01654 -0.13788 0.01658 -0.13854 0.01672 -0.13906 C 0.01686 -0.13964 0.01711 -0.14016 0.01728 -0.14075 C 0.01739 -0.14133 0.01743 -0.14192 0.01753 -0.14251 C 0.01771 -0.1431 0.01795 -0.14361 0.0181 -0.1442 C 0.01834 -0.1453 0.01845 -0.14648 0.01866 -0.14766 L 0.01919 -0.15104 C 0.0193 -0.15162 0.0193 -0.15229 0.01947 -0.1528 C 0.02106 -0.15772 0.01915 -0.15148 0.02028 -0.15625 C 0.02088 -0.15868 0.02081 -0.15736 0.02166 -0.15964 C 0.02339 -0.16427 0.02198 -0.16199 0.0236 -0.16419 C 0.02406 -0.16728 0.02371 -0.16544 0.02498 -0.16941 C 0.02515 -0.16993 0.02522 -0.17073 0.0255 -0.1711 C 0.02607 -0.17184 0.02653 -0.17294 0.02716 -0.17338 C 0.02861 -0.17441 0.02773 -0.1736 0.02963 -0.17625 L 0.03125 -0.17852 C 0.03154 -0.17889 0.03178 -0.17948 0.0321 -0.1797 C 0.03337 -0.18036 0.03281 -0.18021 0.03376 -0.18021 L 0.03376 -0.18021 " pathEditMode="relative" ptsTypes="AAAAAAAAAAAAAAAAAAAAAAAAAAAAAAAAAAAAAAAAAAAA" p14:bounceEnd="50000">
                                          <p:cBhvr>
                                            <p:cTn id="8" dur="2000" fill="hold"/>
                                            <p:tgtEl>
                                              <p:spTgt spid="115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0.00318 -0.00022 0.00639 -0.00029 0.0096 -0.00059 C 0.00991 -0.00066 0.01168 -0.00147 0.01207 -0.00176 C 0.01263 -0.00213 0.01369 -0.00287 0.01369 -0.00287 L 0.01535 -0.00514 C 0.01563 -0.00559 0.01595 -0.00581 0.01619 -0.00632 C 0.01806 -0.01022 0.01718 -0.00889 0.01866 -0.01088 C 0.01884 -0.01147 0.01894 -0.01213 0.01919 -0.01264 C 0.01969 -0.01352 0.02085 -0.01492 0.02085 -0.01492 C 0.02103 -0.01543 0.02117 -0.0161 0.02138 -0.01661 C 0.02163 -0.01712 0.02201 -0.0172 0.02223 -0.01779 C 0.0224 -0.01823 0.02237 -0.01896 0.02247 -0.01948 C 0.02265 -0.02006 0.02286 -0.02058 0.02304 -0.02117 L 0.0236 -0.02462 C 0.02367 -0.02521 0.02381 -0.02572 0.02385 -0.02631 C 0.02395 -0.02749 0.02399 -0.02866 0.02413 -0.02977 C 0.02427 -0.03094 0.02452 -0.03204 0.0247 -0.03322 C 0.02477 -0.03374 0.02477 -0.03447 0.02494 -0.03491 C 0.02551 -0.03601 0.02618 -0.03697 0.0266 -0.03837 C 0.02787 -0.04233 0.02716 -0.04101 0.02854 -0.04292 C 0.02889 -0.04402 0.029 -0.04586 0.02963 -0.0463 L 0.0321 -0.04807 C 0.03239 -0.04821 0.03263 -0.04851 0.03291 -0.04865 L 0.03704 -0.05035 C 0.0375 -0.05049 0.03796 -0.05064 0.03842 -0.05093 C 0.03877 -0.05108 0.03912 -0.0513 0.03951 -0.05145 C 0.04004 -0.05167 0.04061 -0.05182 0.04113 -0.05204 C 0.04166 -0.05226 0.04255 -0.05277 0.04308 -0.05321 C 0.04325 -0.05336 0.04343 -0.05358 0.04364 -0.05373 " pathEditMode="relative" ptsTypes="AAAAAAAAAAAAAAAAAAAAAAAAAAAAAA" p14:bounceEnd="50000">
                                          <p:cBhvr>
                                            <p:cTn id="10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0198 -0.00058 L 0.00198 -0.00051 C 0.00279 -0.00044 0.00364 -0.00036 0.00445 -7.35058E-5 C 0.00501 0.00022 0.00554 0.00074 0.00607 0.00111 C 0.00635 0.00125 0.00667 0.00133 0.00692 0.00169 C 0.00798 0.00316 0.00741 0.00258 0.00854 0.00338 C 0.00893 0.00456 0.00942 0.00552 0.00963 0.00684 C 0.00974 0.00743 0.0097 0.00809 0.00992 0.00853 C 0.01013 0.00897 0.01048 0.0089 0.01076 0.00912 C 0.01094 0.00971 0.01105 0.01037 0.01129 0.01081 C 0.01344 0.01529 0.01069 0.00809 0.01295 0.01367 C 0.01316 0.01419 0.01327 0.01485 0.01348 0.01544 C 0.01373 0.01603 0.01408 0.01647 0.01433 0.01713 C 0.01454 0.01764 0.01464 0.01838 0.01486 0.01882 C 0.0151 0.01933 0.01542 0.01963 0.0157 0.01999 C 0.01588 0.02058 0.01609 0.0211 0.01623 0.02169 C 0.01683 0.02411 0.01662 0.02837 0.0168 0.03028 C 0.01732 0.03712 0.01718 0.03117 0.01761 0.03543 C 0.01778 0.03741 0.01789 0.03874 0.01817 0.04057 C 0.01824 0.04116 0.01835 0.04175 0.01842 0.04234 C 0.01891 0.04572 0.01859 0.04418 0.01898 0.04859 C 0.01916 0.0505 0.01951 0.05255 0.01979 0.05432 C 0.0199 0.05491 0.01983 0.05571 0.02008 0.05601 C 0.02244 0.05932 0.01944 0.05542 0.02173 0.05777 C 0.02385 0.05998 0.02131 0.05807 0.02336 0.05946 C 0.02392 0.06027 0.02466 0.06064 0.02502 0.06174 C 0.02565 0.0638 0.02583 0.06483 0.0272 0.06578 C 0.02777 0.06615 0.0283 0.06659 0.02886 0.06689 C 0.03133 0.06821 0.03034 0.06755 0.03189 0.06865 C 0.03242 0.06938 0.03288 0.07071 0.03352 0.07093 L 0.03518 0.07152 C 0.03687 0.0721 0.03602 0.07203 0.03712 0.07203 " pathEditMode="relative" rAng="0" ptsTypes="AAAAAAAAAAAAAAAAAAAAAAAAAAAAAAAA" p14:bounceEnd="50000">
                                          <p:cBhvr>
                                            <p:cTn id="12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57" y="36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0.00043 0.00133 0.00096 0.00258 0.00134 0.00397 C 0.00152 0.00449 0.00148 0.00515 0.00163 0.00566 C 0.00201 0.00728 0.0024 0.00787 0.003 0.00912 C 0.00399 0.01536 0.0024 0.00588 0.00381 0.01257 C 0.00406 0.01367 0.0042 0.01485 0.00438 0.01595 C 0.00438 0.01595 0.00491 0.01941 0.00491 0.01941 C 0.00533 0.02286 0.00508 0.02095 0.00575 0.02514 L 0.00628 0.02859 L 0.00713 0.03028 L 0.00794 0.03543 C 0.00805 0.03602 0.00815 0.03653 0.00822 0.03712 C 0.00829 0.03793 0.0084 0.03866 0.0085 0.0394 C 0.00865 0.04057 0.00886 0.04175 0.00903 0.04285 C 0.00914 0.04344 0.00925 0.04403 0.00932 0.04462 L 0.00985 0.04917 L 0.01013 0.05145 C 0.0108 0.06248 0.01013 0.04998 0.01069 0.07144 C 0.0108 0.07607 0.0109 0.07578 0.01122 0.07945 C 0.01133 0.08063 0.0114 0.08173 0.0115 0.08291 C 0.01161 0.08386 0.01172 0.08482 0.01179 0.08577 C 0.01189 0.08746 0.01193 0.08923 0.01207 0.09092 C 0.01221 0.0932 0.01246 0.09548 0.0126 0.09775 C 0.01291 0.10312 0.0127 0.10084 0.01316 0.10466 C 0.01369 0.12002 0.01316 0.10606 0.01369 0.11833 C 0.0138 0.12069 0.01387 0.12296 0.01397 0.12524 C 0.01415 0.12862 0.01422 0.12811 0.01454 0.13098 C 0.01464 0.13193 0.01471 0.13289 0.01482 0.13384 C 0.01521 0.13752 0.015 0.1348 0.01535 0.13899 C 0.01556 0.14126 0.01563 0.14354 0.01591 0.14582 C 0.01609 0.14736 0.0162 0.14891 0.01644 0.15038 C 0.01662 0.15155 0.01687 0.15266 0.01701 0.15383 C 0.01708 0.15442 0.01778 0.16089 0.0181 0.16184 L 0.01863 0.16353 C 0.01937 0.16963 0.01838 0.16251 0.01948 0.16758 C 0.01972 0.16875 0.01993 0.17162 0.02057 0.17272 C 0.02078 0.17309 0.0211 0.17309 0.02138 0.17331 C 0.02166 0.17368 0.02198 0.17397 0.02223 0.17441 C 0.02403 0.17823 0.02138 0.17426 0.02357 0.17728 L 0.0247 0.18073 C 0.02487 0.18132 0.02491 0.1822 0.02523 0.18242 C 0.02579 0.18279 0.02639 0.18294 0.02688 0.1836 L 0.02851 0.18588 C 0.02879 0.18624 0.02904 0.18676 0.02935 0.18698 L 0.03098 0.18816 C 0.03193 0.18882 0.03161 0.18918 0.03211 0.18816 " pathEditMode="relative" ptsTypes="AAAAAAAAAAAAAAAAAAAAAAAAAAAAAAAAAAAAAAAAAAAAAAA" p14:bounceEnd="50000">
                                          <p:cBhvr>
                                            <p:cTn id="14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04169 0 " pathEditMode="relative" ptsTypes="AA" p14:bounceEnd="50000">
                                          <p:cBhvr>
                                            <p:cTn id="16" dur="2000" fill="hold"/>
                                            <p:tgtEl>
                                              <p:spTgt spid="115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04159 0.00132 " pathEditMode="relative" ptsTypes="AA" p14:bounceEnd="50000">
                                          <p:cBhvr>
                                            <p:cTn id="18" dur="2000" fill="hold"/>
                                            <p:tgtEl>
                                              <p:spTgt spid="115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04089 0.00059 " pathEditMode="relative" ptsTypes="AA" p14:bounceEnd="50000">
                                          <p:cBhvr>
                                            <p:cTn id="2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0035 0.00073 L 0.15639 3.00162E-6 " pathEditMode="relative" rAng="0" ptsTypes="AA" p14:bounceEnd="50000">
                                          <p:cBhvr>
                                            <p:cTn id="22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800" y="-3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08489 " pathEditMode="relative" ptsTypes="AA" p14:bounceEnd="50000">
                                          <p:cBhvr>
                                            <p:cTn id="24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00028 0.08489 " pathEditMode="relative" ptsTypes="AA" p14:bounceEnd="50000">
                                          <p:cBhvr>
                                            <p:cTn id="26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99 -1.35675E-6 L 0.06749 0.3508 " pathEditMode="relative" rAng="0" ptsTypes="AA" p14:bounceEnd="50000">
                                          <p:cBhvr>
                                            <p:cTn id="28" dur="2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422" y="175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-0.00162 0.00029 -0.00324 0.00051 -0.00486 0.00095 C -0.01298 0.00338 0.00512 0.00036 -0.01164 0.00301 C -0.01435 0.00338 -0.01711 0.00367 -0.01986 0.00397 C -0.0333 0.00573 -0.02081 0.00441 -0.03774 0.00602 C -0.03954 0.00632 -0.04134 0.00639 -0.04307 0.00705 C -0.04409 0.00742 -0.04501 0.00838 -0.046 0.00904 L -0.05034 0.01205 C -0.05083 0.01242 -0.05129 0.01293 -0.05178 0.01308 C -0.06036 0.01602 -0.04967 0.01227 -0.05711 0.01506 C -0.05806 0.01543 -0.05905 0.01565 -0.06 0.01609 C -0.06131 0.01668 -0.06258 0.01756 -0.06389 0.01808 C -0.0647 0.01844 -0.06551 0.01874 -0.06632 0.01911 C -0.06695 0.0194 -0.06759 0.01977 -0.06822 0.02013 C -0.06921 0.02072 -0.07013 0.02175 -0.07115 0.02212 C -0.07278 0.02285 -0.0744 0.02337 -0.07599 0.02418 C -0.07662 0.02447 -0.07729 0.02477 -0.07793 0.02521 C -0.07842 0.0255 -0.07888 0.02594 -0.07937 0.02616 C -0.08018 0.0266 -0.081 0.02682 -0.08181 0.02719 C -0.08244 0.02748 -0.08308 0.02778 -0.08371 0.02822 C -0.08371 0.02822 -0.08735 0.03072 -0.08809 0.03123 C -0.08809 0.03123 -0.09098 0.03322 -0.09098 0.03322 C -0.09327 0.03645 -0.0919 0.03491 -0.09535 0.03726 C -0.10022 0.04064 -0.09264 0.0355 -0.09874 0.03932 C -0.09969 0.03991 -0.10163 0.0413 -0.10163 0.0413 C -0.10213 0.04196 -0.10255 0.04285 -0.10308 0.04336 C -0.104 0.04417 -0.10513 0.04417 -0.10597 0.04534 C -0.10647 0.04601 -0.10689 0.04689 -0.10745 0.04733 C -0.10837 0.04821 -0.10936 0.04873 -0.11035 0.04939 L -0.11179 0.05042 C -0.11229 0.05108 -0.11271 0.05189 -0.11324 0.0524 C -0.11596 0.0549 -0.11571 0.05321 -0.11761 0.05644 C -0.11811 0.05732 -0.11853 0.05857 -0.11906 0.05946 C -0.12114 0.06306 -0.12001 0.05968 -0.12195 0.06453 C -0.12396 0.06952 -0.12171 0.06585 -0.12439 0.06952 C -0.12696 0.07761 -0.12358 0.06783 -0.12679 0.0746 C -0.13003 0.08128 -0.12534 0.07423 -0.12922 0.07967 C -0.12954 0.08062 -0.12979 0.0818 -0.13017 0.08268 C -0.1306 0.08349 -0.13127 0.08371 -0.13162 0.08467 C -0.13194 0.08547 -0.13201 0.08665 -0.13211 0.08768 C -0.13233 0.08937 -0.13243 0.09106 -0.13261 0.09275 C -0.13314 0.09767 -0.13307 0.09525 -0.13307 0.09782 " pathEditMode="relative" ptsTypes="AAAAAAAAAAAAAAAAAAAAAAAAAAAAAAAAAAAAAAAAAAA" p14:bounceEnd="50000">
                                          <p:cBhvr>
                                            <p:cTn id="30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56495E-6 -7.40526E-5 L 1.56495E-6 -4.05262E-6 C 0.00166 0.00022 0.00335 0.00103 0.00504 0.00103 C 0.00656 0.00103 0.00808 0.00022 0.00959 -7.40526E-5 C 0.01739 -0.00154 0.01344 -0.00044 0.01972 -0.00213 C 0.02187 -0.00264 0.0242 -0.00338 0.02635 -0.00411 C 0.02755 -0.00455 0.02963 -0.00536 0.0309 -0.00617 C 0.03193 -0.00676 0.03291 -0.00749 0.03394 -0.00815 C 0.03443 -0.00852 0.03503 -0.0086 0.03549 -0.00918 C 0.03743 -0.01176 0.03641 -0.0108 0.03849 -0.0122 L 0.04152 -0.01624 C 0.04205 -0.0169 0.04251 -0.01786 0.04304 -0.01822 L 0.04459 -0.01925 C 0.04893 -0.02498 0.04343 -0.01808 0.04762 -0.02227 C 0.04819 -0.02278 0.04861 -0.02374 0.04914 -0.02425 C 0.04964 -0.02476 0.0502 -0.02484 0.05066 -0.02528 C 0.05457 -0.02917 0.04988 -0.02579 0.05369 -0.02829 C 0.05775 -0.03373 0.05288 -0.0266 0.05627 -0.03336 C 0.05669 -0.03425 0.05733 -0.03454 0.05775 -0.03535 C 0.05884 -0.03726 0.06001 -0.03902 0.06078 -0.04145 C 0.06117 -0.0424 0.06138 -0.04358 0.06184 -0.04446 C 0.06226 -0.04527 0.06283 -0.04578 0.06336 -0.04645 L 0.06946 -0.06467 L 0.07045 -0.06769 C 0.07077 -0.06872 0.07126 -0.0696 0.07144 -0.07077 C 0.07214 -0.07489 0.07168 -0.0729 0.07299 -0.0768 L 0.075 -0.08885 L 0.07602 -0.09495 C 0.07616 -0.09591 0.07623 -0.09709 0.07655 -0.09797 C 0.07779 -0.10179 0.07712 -0.1001 0.0786 -0.10297 " pathEditMode="relative" rAng="0" ptsTypes="AAAAAAAAAAAAAAAAAAAAAAAAAAAAAA" p14:bounceEnd="50000">
                                          <p:cBhvr>
                                            <p:cTn id="32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30" y="-509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0436 0 " pathEditMode="relative" ptsTypes="AA" p14:bounceEnd="50000">
                                          <p:cBhvr>
                                            <p:cTn id="34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07522 -0.36065 " pathEditMode="relative" ptsTypes="AA" p14:bounceEnd="50000">
                                          <p:cBhvr>
                                            <p:cTn id="36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00014 0.17934 " pathEditMode="relative" ptsTypes="AA" p14:bounceEnd="50000">
                                          <p:cBhvr>
                                            <p:cTn id="38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9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-0.00017 0.00301 -0.00035 0.00603 -0.00049 0.00904 C -0.00088 0.01698 -0.0006 0.01823 -0.00148 0.02411 C -0.00176 0.02617 -0.00172 0.02866 -0.00243 0.03021 C -0.00292 0.03116 -0.00345 0.03212 -0.00388 0.03322 C -0.00691 0.04138 -0.00448 0.03734 -0.00726 0.04123 L -0.0092 0.04733 C -0.00952 0.04829 -0.0097 0.04968 -0.01016 0.05035 C -0.01248 0.05351 -0.01107 0.05196 -0.01453 0.05439 C -0.01502 0.05468 -0.01555 0.05476 -0.01598 0.05534 L -0.01742 0.0574 C -0.01806 0.05939 -0.01827 0.06269 -0.01936 0.06343 L -0.02226 0.06541 C -0.02324 0.06681 -0.02406 0.06887 -0.02518 0.06946 C -0.02578 0.06982 -0.02787 0.07078 -0.02857 0.07151 C -0.02907 0.07203 -0.02949 0.07298 -0.03002 0.0735 C -0.03048 0.07401 -0.03101 0.07401 -0.03146 0.07453 C -0.03249 0.0757 -0.0334 0.07717 -0.03436 0.07857 L -0.0387 0.0846 L -0.04162 0.08864 L -0.05034 0.09467 L -0.05323 0.09665 C -0.05372 0.09702 -0.05418 0.09746 -0.05468 0.09768 C -0.0563 0.09834 -0.05789 0.09915 -0.05951 0.09966 C -0.0605 0.10003 -0.06145 0.10032 -0.0624 0.10069 C -0.06403 0.10135 -0.06561 0.10231 -0.06724 0.10275 C -0.06854 0.10304 -0.06985 0.10334 -0.07112 0.10371 C -0.07193 0.104 -0.07274 0.10444 -0.07355 0.10473 C -0.07599 0.10569 -0.07729 0.10598 -0.07983 0.10672 C -0.08209 0.10642 -0.08435 0.10576 -0.0866 0.10576 C -0.0871 0.10576 -0.08516 0.10569 -0.08516 0.10672 C -0.08516 0.10797 -0.08604 0.10848 -0.0866 0.10878 C -0.08819 0.10951 -0.08981 0.10944 -0.09144 0.10973 C -0.09722 0.11105 -0.09408 0.11076 -0.09916 0.11076 " pathEditMode="relative" ptsTypes="AAAAAAAAAAAAAAAAAAAAAAAAAAAAAAAAAAA" p14:bounceEnd="50000">
                                          <p:cBhvr>
                                            <p:cTn id="40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0.0006 0.00022 0.00617 0.0025 0.00723 0.00397 L 0.00868 0.00603 C 0.00963 0.01176 0.0085 0.0064 0.01062 0.01205 C 0.01132 0.01397 0.01192 0.0161 0.01256 0.01808 L 0.01354 0.02117 L 0.0145 0.02418 C 0.01481 0.02617 0.01488 0.02844 0.01545 0.03021 C 0.01612 0.03219 0.01704 0.03396 0.01739 0.03624 L 0.01838 0.04234 C 0.01859 0.04557 0.01919 0.0563 0.01982 0.06144 C 0.01993 0.06247 0.02018 0.06343 0.02032 0.06446 C 0.02049 0.06615 0.02056 0.06784 0.02078 0.06953 C 0.02106 0.07159 0.02152 0.0735 0.02176 0.07556 L 0.02272 0.08364 C 0.02289 0.08496 0.0231 0.08629 0.02321 0.08768 L 0.0237 0.09371 C 0.02434 0.11841 0.02381 0.10407 0.02466 0.1209 C 0.02508 0.12936 0.02529 0.13796 0.0266 0.14611 C 0.0291 0.16169 0.02624 0.1456 0.02854 0.15523 C 0.02875 0.15618 0.02875 0.15728 0.029 0.15824 C 0.02942 0.15971 0.02998 0.16089 0.03048 0.16228 C 0.03115 0.16427 0.03238 0.16831 0.03238 0.16831 C 0.03256 0.16934 0.03281 0.17029 0.03288 0.17132 C 0.03372 0.18205 0.03288 0.17735 0.03386 0.18441 C 0.03401 0.18543 0.03401 0.18661 0.03432 0.18742 C 0.03471 0.18837 0.03531 0.18882 0.03577 0.18948 C 0.03799 0.19639 0.03662 0.19477 0.03916 0.19653 C 0.04251 0.20116 0.04096 0.19977 0.04353 0.2016 L 0.04596 0.20057 " pathEditMode="relative" ptsTypes="AAAAAAAAAAAAAAAAAAAAAAAAAAAAAAA" p14:bounceEnd="50000">
                                          <p:cBhvr>
                                            <p:cTn id="42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0.00145 -0.00037 0.00289 -0.00059 0.00434 -0.00103 C 0.00533 -0.00133 0.00762 -0.00243 0.00868 -0.00309 C 0.00917 -0.00339 0.00967 -0.00375 0.01013 -0.00405 C 0.01048 -0.00508 0.0109 -0.00596 0.01111 -0.00713 C 0.0114 -0.00868 0.01143 -0.01044 0.01161 -0.01213 C 0.01175 -0.01345 0.01193 -0.01485 0.01207 -0.01617 C 0.01224 -0.01889 0.01231 -0.02154 0.01256 -0.02426 C 0.01267 -0.02529 0.01274 -0.02646 0.01305 -0.02727 C 0.01341 -0.02823 0.01401 -0.02859 0.0145 -0.02926 C 0.01482 -0.03029 0.01499 -0.03153 0.01545 -0.03227 C 0.01588 -0.03293 0.01648 -0.03286 0.0169 -0.0333 C 0.01743 -0.03381 0.01789 -0.03462 0.01838 -0.03536 C 0.01947 -0.04212 0.0182 -0.03381 0.01933 -0.04543 C 0.01958 -0.04814 0.01997 -0.05079 0.02029 -0.05344 C 0.02046 -0.05483 0.02067 -0.05616 0.02078 -0.05748 C 0.02096 -0.05983 0.02117 -0.06218 0.02127 -0.06453 C 0.02166 -0.07306 0.02191 -0.08445 0.02223 -0.09276 C 0.02237 -0.09614 0.02254 -0.09952 0.02272 -0.10283 C 0.02321 -0.1115 0.0235 -0.11723 0.02417 -0.12502 C 0.02491 -0.1334 0.02438 -0.12686 0.02515 -0.13414 C 0.02533 -0.13575 0.02544 -0.13752 0.02561 -0.13913 C 0.02575 -0.14016 0.02597 -0.14112 0.02611 -0.14215 C 0.02646 -0.14487 0.02664 -0.14759 0.02706 -0.15023 C 0.02741 -0.15222 0.0278 -0.1542 0.02805 -0.15626 C 0.02879 -0.16236 0.02833 -0.15898 0.02949 -0.16633 C 0.02967 -0.16736 0.0296 -0.16861 0.02999 -0.16941 L 0.03143 -0.17243 C 0.03158 -0.17338 0.03154 -0.17471 0.03193 -0.17544 C 0.03274 -0.17713 0.03383 -0.17809 0.03482 -0.17948 C 0.03669 -0.18206 0.0357 -0.1811 0.03771 -0.1825 C 0.0387 -0.18382 0.03951 -0.18573 0.04061 -0.18654 L 0.04209 -0.1875 " pathEditMode="relative" ptsTypes="AAAAAAAAAAAAAAAAAAAAAAAAAAAAAAAAAA" p14:bounceEnd="50000">
                                          <p:cBhvr>
                                            <p:cTn id="44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5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0.00176 0.00066 0.00353 0.00154 0.00529 0.00198 C 0.01492 0.00448 0.00871 0.00147 0.01354 0.00397 C 0.017 0.00882 0.01273 0.00198 0.01594 0.01205 C 0.0182 0.01911 0.0169 0.01675 0.01933 0.02013 C 0.01996 0.02212 0.02046 0.02447 0.02127 0.02616 C 0.02314 0.03006 0.02233 0.028 0.0237 0.03219 L 0.02466 0.03822 C 0.0248 0.03924 0.02487 0.04035 0.02515 0.0413 L 0.0261 0.04432 C 0.02642 0.0463 0.02649 0.04858 0.02709 0.05034 C 0.02773 0.05233 0.02804 0.05505 0.029 0.05637 C 0.02998 0.05769 0.0308 0.05968 0.03192 0.06041 L 0.03626 0.06342 C 0.03743 0.06423 0.03898 0.06548 0.04014 0.06548 C 0.04036 0.06548 0.04046 0.06475 0.04064 0.06445 " pathEditMode="relative" ptsTypes="AAAAAAAAAAAAAAAAA" p14:bounceEnd="50000">
                                          <p:cBhvr>
                                            <p:cTn id="46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L 0.00484 -0.00102 C 0.0065 -0.00139 0.00935 -0.00205 0.01112 -0.00308 C 0.01112 -0.00308 0.01475 -0.00558 0.01546 -0.0061 L 0.01694 -0.00713 C 0.02025 -0.01168 0.01874 -0.01036 0.02128 -0.01212 C 0.02145 -0.0155 0.02152 -0.01888 0.02177 -0.02219 C 0.02184 -0.02329 0.02212 -0.02418 0.02223 -0.02521 C 0.02244 -0.02726 0.02255 -0.02925 0.02272 -0.03131 C 0.02272 -0.03131 0.02346 -0.03785 0.02371 -0.03836 C 0.02406 -0.0391 0.02466 -0.03902 0.02516 -0.03932 C 0.02548 -0.04035 0.02569 -0.0416 0.02611 -0.0424 C 0.02699 -0.04395 0.029 -0.04637 0.029 -0.04637 C 0.02918 -0.0474 0.02907 -0.0488 0.0295 -0.04946 C 0.03034 -0.05064 0.03239 -0.05144 0.03239 -0.05144 C 0.03366 -0.05409 0.03504 -0.05732 0.03676 -0.0585 C 0.03856 -0.05975 0.03775 -0.05901 0.0392 -0.06048 L 0.0392 -0.06048 " pathEditMode="relative" ptsTypes="AAAAAAAAAAAAAAAAAAA" p14:bounceEnd="50000">
                                          <p:cBhvr>
                                            <p:cTn id="48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56" grpId="0" animBg="1"/>
          <p:bldP spid="1157" grpId="0" animBg="1"/>
          <p:bldP spid="1158" grpId="0" animBg="1"/>
          <p:bldP spid="1159" grpId="0" animBg="1"/>
          <p:bldP spid="3" grpId="0" animBg="1"/>
          <p:bldP spid="5" grpId="0" animBg="1"/>
          <p:bldP spid="7" grpId="0" animBg="1"/>
          <p:bldP spid="8" grpId="0" animBg="1"/>
          <p:bldP spid="9" grpId="0" animBg="1"/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0042 0.00022 L 0.04237 0.0008 " pathEditMode="relative" ptsTypes="AA">
                                          <p:cBhvr>
                                            <p:cTn id="6" dur="2000" fill="hold"/>
                                            <p:tgtEl>
                                              <p:spTgt spid="115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0.00053 -0.0014 0.00099 -0.00287 0.00162 -0.00404 C 0.00183 -0.00441 0.00222 -0.00426 0.00247 -0.00463 C 0.00279 -0.00507 0.00303 -0.00566 0.00328 -0.00632 C 0.00367 -0.00742 0.00402 -0.0086 0.00437 -0.00978 L 0.00547 -0.01323 L 0.00656 -0.01661 L 0.00741 -0.02176 L 0.00765 -0.02352 C 0.00776 -0.02403 0.00787 -0.02462 0.00794 -0.02521 C 0.00804 -0.02594 0.00815 -0.02675 0.00822 -0.02749 C 0.00832 -0.02844 0.00839 -0.0294 0.0085 -0.03035 C 0.0085 -0.03035 0.00917 -0.03609 0.00931 -0.03719 C 0.00945 -0.03851 0.00988 -0.04211 0.01012 -0.04292 L 0.01069 -0.04469 L 0.01178 -0.05152 C 0.01203 -0.05299 0.0122 -0.05395 0.01235 -0.05556 C 0.01245 -0.05689 0.01252 -0.05821 0.01259 -0.05953 C 0.0127 -0.06335 0.01273 -0.06718 0.01287 -0.071 C 0.01298 -0.07364 0.01344 -0.07901 0.01344 -0.07901 C 0.01351 -0.08908 0.01355 -0.09922 0.01372 -0.10929 C 0.01372 -0.11069 0.0139 -0.11201 0.01397 -0.11333 C 0.01418 -0.1162 0.01443 -0.11907 0.01482 -0.12186 C 0.0151 -0.12414 0.01513 -0.12333 0.01534 -0.1259 C 0.0157 -0.1298 0.01584 -0.13362 0.01644 -0.13737 C 0.01654 -0.13788 0.01658 -0.13854 0.01672 -0.13906 C 0.01686 -0.13964 0.01711 -0.14016 0.01728 -0.14075 C 0.01739 -0.14133 0.01743 -0.14192 0.01753 -0.14251 C 0.01771 -0.1431 0.01795 -0.14361 0.0181 -0.1442 C 0.01834 -0.1453 0.01845 -0.14648 0.01866 -0.14766 L 0.01919 -0.15104 C 0.0193 -0.15162 0.0193 -0.15229 0.01947 -0.1528 C 0.02106 -0.15772 0.01915 -0.15148 0.02028 -0.15625 C 0.02088 -0.15868 0.02081 -0.15736 0.02166 -0.15964 C 0.02339 -0.16427 0.02198 -0.16199 0.0236 -0.16419 C 0.02406 -0.16728 0.02371 -0.16544 0.02498 -0.16941 C 0.02515 -0.16993 0.02522 -0.17073 0.0255 -0.1711 C 0.02607 -0.17184 0.02653 -0.17294 0.02716 -0.17338 C 0.02861 -0.17441 0.02773 -0.1736 0.02963 -0.17625 L 0.03125 -0.17852 C 0.03154 -0.17889 0.03178 -0.17948 0.0321 -0.1797 C 0.03337 -0.18036 0.03281 -0.18021 0.03376 -0.18021 L 0.03376 -0.18021 " pathEditMode="relative" ptsTypes="AAAAAAAAAAAAAAAAAAAAAAAAAAAAAAAAAAAAAAAAAAAA">
                                          <p:cBhvr>
                                            <p:cTn id="8" dur="2000" fill="hold"/>
                                            <p:tgtEl>
                                              <p:spTgt spid="115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0.00318 -0.00022 0.00639 -0.00029 0.0096 -0.00059 C 0.00991 -0.00066 0.01168 -0.00147 0.01207 -0.00176 C 0.01263 -0.00213 0.01369 -0.00287 0.01369 -0.00287 L 0.01535 -0.00514 C 0.01563 -0.00559 0.01595 -0.00581 0.01619 -0.00632 C 0.01806 -0.01022 0.01718 -0.00889 0.01866 -0.01088 C 0.01884 -0.01147 0.01894 -0.01213 0.01919 -0.01264 C 0.01969 -0.01352 0.02085 -0.01492 0.02085 -0.01492 C 0.02103 -0.01543 0.02117 -0.0161 0.02138 -0.01661 C 0.02163 -0.01712 0.02201 -0.0172 0.02223 -0.01779 C 0.0224 -0.01823 0.02237 -0.01896 0.02247 -0.01948 C 0.02265 -0.02006 0.02286 -0.02058 0.02304 -0.02117 L 0.0236 -0.02462 C 0.02367 -0.02521 0.02381 -0.02572 0.02385 -0.02631 C 0.02395 -0.02749 0.02399 -0.02866 0.02413 -0.02977 C 0.02427 -0.03094 0.02452 -0.03204 0.0247 -0.03322 C 0.02477 -0.03374 0.02477 -0.03447 0.02494 -0.03491 C 0.02551 -0.03601 0.02618 -0.03697 0.0266 -0.03837 C 0.02787 -0.04233 0.02716 -0.04101 0.02854 -0.04292 C 0.02889 -0.04402 0.029 -0.04586 0.02963 -0.0463 L 0.0321 -0.04807 C 0.03239 -0.04821 0.03263 -0.04851 0.03291 -0.04865 L 0.03704 -0.05035 C 0.0375 -0.05049 0.03796 -0.05064 0.03842 -0.05093 C 0.03877 -0.05108 0.03912 -0.0513 0.03951 -0.05145 C 0.04004 -0.05167 0.04061 -0.05182 0.04113 -0.05204 C 0.04166 -0.05226 0.04255 -0.05277 0.04308 -0.05321 C 0.04325 -0.05336 0.04343 -0.05358 0.04364 -0.05373 " pathEditMode="relative" ptsTypes="AAAAAAAAAAAAAAAAAAAAAAAAAAAAAA">
                                          <p:cBhvr>
                                            <p:cTn id="10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0198 -0.00058 L 0.00198 -0.00051 C 0.00279 -0.00044 0.00364 -0.00036 0.00445 -7.35058E-5 C 0.00501 0.00022 0.00554 0.00074 0.00607 0.00111 C 0.00635 0.00125 0.00667 0.00133 0.00692 0.00169 C 0.00798 0.00316 0.00741 0.00258 0.00854 0.00338 C 0.00893 0.00456 0.00942 0.00552 0.00963 0.00684 C 0.00974 0.00743 0.0097 0.00809 0.00992 0.00853 C 0.01013 0.00897 0.01048 0.0089 0.01076 0.00912 C 0.01094 0.00971 0.01105 0.01037 0.01129 0.01081 C 0.01344 0.01529 0.01069 0.00809 0.01295 0.01367 C 0.01316 0.01419 0.01327 0.01485 0.01348 0.01544 C 0.01373 0.01603 0.01408 0.01647 0.01433 0.01713 C 0.01454 0.01764 0.01464 0.01838 0.01486 0.01882 C 0.0151 0.01933 0.01542 0.01963 0.0157 0.01999 C 0.01588 0.02058 0.01609 0.0211 0.01623 0.02169 C 0.01683 0.02411 0.01662 0.02837 0.0168 0.03028 C 0.01732 0.03712 0.01718 0.03117 0.01761 0.03543 C 0.01778 0.03741 0.01789 0.03874 0.01817 0.04057 C 0.01824 0.04116 0.01835 0.04175 0.01842 0.04234 C 0.01891 0.04572 0.01859 0.04418 0.01898 0.04859 C 0.01916 0.0505 0.01951 0.05255 0.01979 0.05432 C 0.0199 0.05491 0.01983 0.05571 0.02008 0.05601 C 0.02244 0.05932 0.01944 0.05542 0.02173 0.05777 C 0.02385 0.05998 0.02131 0.05807 0.02336 0.05946 C 0.02392 0.06027 0.02466 0.06064 0.02502 0.06174 C 0.02565 0.0638 0.02583 0.06483 0.0272 0.06578 C 0.02777 0.06615 0.0283 0.06659 0.02886 0.06689 C 0.03133 0.06821 0.03034 0.06755 0.03189 0.06865 C 0.03242 0.06938 0.03288 0.07071 0.03352 0.07093 L 0.03518 0.07152 C 0.03687 0.0721 0.03602 0.07203 0.03712 0.07203 " pathEditMode="relative" rAng="0" ptsTypes="AAAAAAAAAAAAAAAAAAAAAAAAAAAAAAAA">
                                          <p:cBhvr>
                                            <p:cTn id="12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57" y="36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0.00043 0.00133 0.00096 0.00258 0.00134 0.00397 C 0.00152 0.00449 0.00148 0.00515 0.00163 0.00566 C 0.00201 0.00728 0.0024 0.00787 0.003 0.00912 C 0.00399 0.01536 0.0024 0.00588 0.00381 0.01257 C 0.00406 0.01367 0.0042 0.01485 0.00438 0.01595 C 0.00438 0.01595 0.00491 0.01941 0.00491 0.01941 C 0.00533 0.02286 0.00508 0.02095 0.00575 0.02514 L 0.00628 0.02859 L 0.00713 0.03028 L 0.00794 0.03543 C 0.00805 0.03602 0.00815 0.03653 0.00822 0.03712 C 0.00829 0.03793 0.0084 0.03866 0.0085 0.0394 C 0.00865 0.04057 0.00886 0.04175 0.00903 0.04285 C 0.00914 0.04344 0.00925 0.04403 0.00932 0.04462 L 0.00985 0.04917 L 0.01013 0.05145 C 0.0108 0.06248 0.01013 0.04998 0.01069 0.07144 C 0.0108 0.07607 0.0109 0.07578 0.01122 0.07945 C 0.01133 0.08063 0.0114 0.08173 0.0115 0.08291 C 0.01161 0.08386 0.01172 0.08482 0.01179 0.08577 C 0.01189 0.08746 0.01193 0.08923 0.01207 0.09092 C 0.01221 0.0932 0.01246 0.09548 0.0126 0.09775 C 0.01291 0.10312 0.0127 0.10084 0.01316 0.10466 C 0.01369 0.12002 0.01316 0.10606 0.01369 0.11833 C 0.0138 0.12069 0.01387 0.12296 0.01397 0.12524 C 0.01415 0.12862 0.01422 0.12811 0.01454 0.13098 C 0.01464 0.13193 0.01471 0.13289 0.01482 0.13384 C 0.01521 0.13752 0.015 0.1348 0.01535 0.13899 C 0.01556 0.14126 0.01563 0.14354 0.01591 0.14582 C 0.01609 0.14736 0.0162 0.14891 0.01644 0.15038 C 0.01662 0.15155 0.01687 0.15266 0.01701 0.15383 C 0.01708 0.15442 0.01778 0.16089 0.0181 0.16184 L 0.01863 0.16353 C 0.01937 0.16963 0.01838 0.16251 0.01948 0.16758 C 0.01972 0.16875 0.01993 0.17162 0.02057 0.17272 C 0.02078 0.17309 0.0211 0.17309 0.02138 0.17331 C 0.02166 0.17368 0.02198 0.17397 0.02223 0.17441 C 0.02403 0.17823 0.02138 0.17426 0.02357 0.17728 L 0.0247 0.18073 C 0.02487 0.18132 0.02491 0.1822 0.02523 0.18242 C 0.02579 0.18279 0.02639 0.18294 0.02688 0.1836 L 0.02851 0.18588 C 0.02879 0.18624 0.02904 0.18676 0.02935 0.18698 L 0.03098 0.18816 C 0.03193 0.18882 0.03161 0.18918 0.03211 0.18816 " pathEditMode="relative" ptsTypes="AAAAAAAAAAAAAAAAAAAAAAAAAAAAAAAAAAAAAAAAAAAAAAA">
                                          <p:cBhvr>
                                            <p:cTn id="14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04169 0 " pathEditMode="relative" ptsTypes="AA">
                                          <p:cBhvr>
                                            <p:cTn id="16" dur="2000" fill="hold"/>
                                            <p:tgtEl>
                                              <p:spTgt spid="115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04159 0.00132 " pathEditMode="relative" ptsTypes="AA">
                                          <p:cBhvr>
                                            <p:cTn id="18" dur="2000" fill="hold"/>
                                            <p:tgtEl>
                                              <p:spTgt spid="115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04089 0.00059 " pathEditMode="relative" ptsTypes="AA">
                                          <p:cBhvr>
                                            <p:cTn id="2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0035 0.00073 L 0.15639 3.00162E-6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800" y="-3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08489 " pathEditMode="relative" ptsTypes="AA">
                                          <p:cBhvr>
                                            <p:cTn id="24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00028 0.08489 " pathEditMode="relative" ptsTypes="AA">
                                          <p:cBhvr>
                                            <p:cTn id="26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99 -1.35675E-6 L 0.06749 0.3508 " pathEditMode="relative" rAng="0" ptsTypes="AA">
                                          <p:cBhvr>
                                            <p:cTn id="28" dur="2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422" y="175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-0.00162 0.00029 -0.00324 0.00051 -0.00486 0.00095 C -0.01298 0.00338 0.00512 0.00036 -0.01164 0.00301 C -0.01435 0.00338 -0.01711 0.00367 -0.01986 0.00397 C -0.0333 0.00573 -0.02081 0.00441 -0.03774 0.00602 C -0.03954 0.00632 -0.04134 0.00639 -0.04307 0.00705 C -0.04409 0.00742 -0.04501 0.00838 -0.046 0.00904 L -0.05034 0.01205 C -0.05083 0.01242 -0.05129 0.01293 -0.05178 0.01308 C -0.06036 0.01602 -0.04967 0.01227 -0.05711 0.01506 C -0.05806 0.01543 -0.05905 0.01565 -0.06 0.01609 C -0.06131 0.01668 -0.06258 0.01756 -0.06389 0.01808 C -0.0647 0.01844 -0.06551 0.01874 -0.06632 0.01911 C -0.06695 0.0194 -0.06759 0.01977 -0.06822 0.02013 C -0.06921 0.02072 -0.07013 0.02175 -0.07115 0.02212 C -0.07278 0.02285 -0.0744 0.02337 -0.07599 0.02418 C -0.07662 0.02447 -0.07729 0.02477 -0.07793 0.02521 C -0.07842 0.0255 -0.07888 0.02594 -0.07937 0.02616 C -0.08018 0.0266 -0.081 0.02682 -0.08181 0.02719 C -0.08244 0.02748 -0.08308 0.02778 -0.08371 0.02822 C -0.08371 0.02822 -0.08735 0.03072 -0.08809 0.03123 C -0.08809 0.03123 -0.09098 0.03322 -0.09098 0.03322 C -0.09327 0.03645 -0.0919 0.03491 -0.09535 0.03726 C -0.10022 0.04064 -0.09264 0.0355 -0.09874 0.03932 C -0.09969 0.03991 -0.10163 0.0413 -0.10163 0.0413 C -0.10213 0.04196 -0.10255 0.04285 -0.10308 0.04336 C -0.104 0.04417 -0.10513 0.04417 -0.10597 0.04534 C -0.10647 0.04601 -0.10689 0.04689 -0.10745 0.04733 C -0.10837 0.04821 -0.10936 0.04873 -0.11035 0.04939 L -0.11179 0.05042 C -0.11229 0.05108 -0.11271 0.05189 -0.11324 0.0524 C -0.11596 0.0549 -0.11571 0.05321 -0.11761 0.05644 C -0.11811 0.05732 -0.11853 0.05857 -0.11906 0.05946 C -0.12114 0.06306 -0.12001 0.05968 -0.12195 0.06453 C -0.12396 0.06952 -0.12171 0.06585 -0.12439 0.06952 C -0.12696 0.07761 -0.12358 0.06783 -0.12679 0.0746 C -0.13003 0.08128 -0.12534 0.07423 -0.12922 0.07967 C -0.12954 0.08062 -0.12979 0.0818 -0.13017 0.08268 C -0.1306 0.08349 -0.13127 0.08371 -0.13162 0.08467 C -0.13194 0.08547 -0.13201 0.08665 -0.13211 0.08768 C -0.13233 0.08937 -0.13243 0.09106 -0.13261 0.09275 C -0.13314 0.09767 -0.13307 0.09525 -0.13307 0.09782 " pathEditMode="relative" ptsTypes="AAAAAAAAAAAAAAAAAAAAAAAAAAAAAAAAAAAAAAAAAAA">
                                          <p:cBhvr>
                                            <p:cTn id="30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56495E-6 -7.40526E-5 L 1.56495E-6 -4.05262E-6 C 0.00166 0.00022 0.00335 0.00103 0.00504 0.00103 C 0.00656 0.00103 0.00808 0.00022 0.00959 -7.40526E-5 C 0.01739 -0.00154 0.01344 -0.00044 0.01972 -0.00213 C 0.02187 -0.00264 0.0242 -0.00338 0.02635 -0.00411 C 0.02755 -0.00455 0.02963 -0.00536 0.0309 -0.00617 C 0.03193 -0.00676 0.03291 -0.00749 0.03394 -0.00815 C 0.03443 -0.00852 0.03503 -0.0086 0.03549 -0.00918 C 0.03743 -0.01176 0.03641 -0.0108 0.03849 -0.0122 L 0.04152 -0.01624 C 0.04205 -0.0169 0.04251 -0.01786 0.04304 -0.01822 L 0.04459 -0.01925 C 0.04893 -0.02498 0.04343 -0.01808 0.04762 -0.02227 C 0.04819 -0.02278 0.04861 -0.02374 0.04914 -0.02425 C 0.04964 -0.02476 0.0502 -0.02484 0.05066 -0.02528 C 0.05457 -0.02917 0.04988 -0.02579 0.05369 -0.02829 C 0.05775 -0.03373 0.05288 -0.0266 0.05627 -0.03336 C 0.05669 -0.03425 0.05733 -0.03454 0.05775 -0.03535 C 0.05884 -0.03726 0.06001 -0.03902 0.06078 -0.04145 C 0.06117 -0.0424 0.06138 -0.04358 0.06184 -0.04446 C 0.06226 -0.04527 0.06283 -0.04578 0.06336 -0.04645 L 0.06946 -0.06467 L 0.07045 -0.06769 C 0.07077 -0.06872 0.07126 -0.0696 0.07144 -0.07077 C 0.07214 -0.07489 0.07168 -0.0729 0.07299 -0.0768 L 0.075 -0.08885 L 0.07602 -0.09495 C 0.07616 -0.09591 0.07623 -0.09709 0.07655 -0.09797 C 0.07779 -0.10179 0.07712 -0.1001 0.0786 -0.10297 " pathEditMode="relative" rAng="0" ptsTypes="AAAAAAAAAAAAAAAAAAAAAAAAAAAAAA">
                                          <p:cBhvr>
                                            <p:cTn id="32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30" y="-509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0436 0 " pathEditMode="relative" ptsTypes="AA">
                                          <p:cBhvr>
                                            <p:cTn id="34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07522 -0.36065 " pathEditMode="relative" ptsTypes="AA">
                                          <p:cBhvr>
                                            <p:cTn id="36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00014 0.17934 " pathEditMode="relative" ptsTypes="AA">
                                          <p:cBhvr>
                                            <p:cTn id="38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9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-0.00017 0.00301 -0.00035 0.00603 -0.00049 0.00904 C -0.00088 0.01698 -0.0006 0.01823 -0.00148 0.02411 C -0.00176 0.02617 -0.00172 0.02866 -0.00243 0.03021 C -0.00292 0.03116 -0.00345 0.03212 -0.00388 0.03322 C -0.00691 0.04138 -0.00448 0.03734 -0.00726 0.04123 L -0.0092 0.04733 C -0.00952 0.04829 -0.0097 0.04968 -0.01016 0.05035 C -0.01248 0.05351 -0.01107 0.05196 -0.01453 0.05439 C -0.01502 0.05468 -0.01555 0.05476 -0.01598 0.05534 L -0.01742 0.0574 C -0.01806 0.05939 -0.01827 0.06269 -0.01936 0.06343 L -0.02226 0.06541 C -0.02324 0.06681 -0.02406 0.06887 -0.02518 0.06946 C -0.02578 0.06982 -0.02787 0.07078 -0.02857 0.07151 C -0.02907 0.07203 -0.02949 0.07298 -0.03002 0.0735 C -0.03048 0.07401 -0.03101 0.07401 -0.03146 0.07453 C -0.03249 0.0757 -0.0334 0.07717 -0.03436 0.07857 L -0.0387 0.0846 L -0.04162 0.08864 L -0.05034 0.09467 L -0.05323 0.09665 C -0.05372 0.09702 -0.05418 0.09746 -0.05468 0.09768 C -0.0563 0.09834 -0.05789 0.09915 -0.05951 0.09966 C -0.0605 0.10003 -0.06145 0.10032 -0.0624 0.10069 C -0.06403 0.10135 -0.06561 0.10231 -0.06724 0.10275 C -0.06854 0.10304 -0.06985 0.10334 -0.07112 0.10371 C -0.07193 0.104 -0.07274 0.10444 -0.07355 0.10473 C -0.07599 0.10569 -0.07729 0.10598 -0.07983 0.10672 C -0.08209 0.10642 -0.08435 0.10576 -0.0866 0.10576 C -0.0871 0.10576 -0.08516 0.10569 -0.08516 0.10672 C -0.08516 0.10797 -0.08604 0.10848 -0.0866 0.10878 C -0.08819 0.10951 -0.08981 0.10944 -0.09144 0.10973 C -0.09722 0.11105 -0.09408 0.11076 -0.09916 0.11076 " pathEditMode="relative" ptsTypes="AAAAAAAAAAAAAAAAAAAAAAAAAAAAAAAAAAA">
                                          <p:cBhvr>
                                            <p:cTn id="40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0.0006 0.00022 0.00617 0.0025 0.00723 0.00397 L 0.00868 0.00603 C 0.00963 0.01176 0.0085 0.0064 0.01062 0.01205 C 0.01132 0.01397 0.01192 0.0161 0.01256 0.01808 L 0.01354 0.02117 L 0.0145 0.02418 C 0.01481 0.02617 0.01488 0.02844 0.01545 0.03021 C 0.01612 0.03219 0.01704 0.03396 0.01739 0.03624 L 0.01838 0.04234 C 0.01859 0.04557 0.01919 0.0563 0.01982 0.06144 C 0.01993 0.06247 0.02018 0.06343 0.02032 0.06446 C 0.02049 0.06615 0.02056 0.06784 0.02078 0.06953 C 0.02106 0.07159 0.02152 0.0735 0.02176 0.07556 L 0.02272 0.08364 C 0.02289 0.08496 0.0231 0.08629 0.02321 0.08768 L 0.0237 0.09371 C 0.02434 0.11841 0.02381 0.10407 0.02466 0.1209 C 0.02508 0.12936 0.02529 0.13796 0.0266 0.14611 C 0.0291 0.16169 0.02624 0.1456 0.02854 0.15523 C 0.02875 0.15618 0.02875 0.15728 0.029 0.15824 C 0.02942 0.15971 0.02998 0.16089 0.03048 0.16228 C 0.03115 0.16427 0.03238 0.16831 0.03238 0.16831 C 0.03256 0.16934 0.03281 0.17029 0.03288 0.17132 C 0.03372 0.18205 0.03288 0.17735 0.03386 0.18441 C 0.03401 0.18543 0.03401 0.18661 0.03432 0.18742 C 0.03471 0.18837 0.03531 0.18882 0.03577 0.18948 C 0.03799 0.19639 0.03662 0.19477 0.03916 0.19653 C 0.04251 0.20116 0.04096 0.19977 0.04353 0.2016 L 0.04596 0.20057 " pathEditMode="relative" ptsTypes="AAAAAAAAAAAAAAAAAAAAAAAAAAAAAAA">
                                          <p:cBhvr>
                                            <p:cTn id="42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0.00145 -0.00037 0.00289 -0.00059 0.00434 -0.00103 C 0.00533 -0.00133 0.00762 -0.00243 0.00868 -0.00309 C 0.00917 -0.00339 0.00967 -0.00375 0.01013 -0.00405 C 0.01048 -0.00508 0.0109 -0.00596 0.01111 -0.00713 C 0.0114 -0.00868 0.01143 -0.01044 0.01161 -0.01213 C 0.01175 -0.01345 0.01193 -0.01485 0.01207 -0.01617 C 0.01224 -0.01889 0.01231 -0.02154 0.01256 -0.02426 C 0.01267 -0.02529 0.01274 -0.02646 0.01305 -0.02727 C 0.01341 -0.02823 0.01401 -0.02859 0.0145 -0.02926 C 0.01482 -0.03029 0.01499 -0.03153 0.01545 -0.03227 C 0.01588 -0.03293 0.01648 -0.03286 0.0169 -0.0333 C 0.01743 -0.03381 0.01789 -0.03462 0.01838 -0.03536 C 0.01947 -0.04212 0.0182 -0.03381 0.01933 -0.04543 C 0.01958 -0.04814 0.01997 -0.05079 0.02029 -0.05344 C 0.02046 -0.05483 0.02067 -0.05616 0.02078 -0.05748 C 0.02096 -0.05983 0.02117 -0.06218 0.02127 -0.06453 C 0.02166 -0.07306 0.02191 -0.08445 0.02223 -0.09276 C 0.02237 -0.09614 0.02254 -0.09952 0.02272 -0.10283 C 0.02321 -0.1115 0.0235 -0.11723 0.02417 -0.12502 C 0.02491 -0.1334 0.02438 -0.12686 0.02515 -0.13414 C 0.02533 -0.13575 0.02544 -0.13752 0.02561 -0.13913 C 0.02575 -0.14016 0.02597 -0.14112 0.02611 -0.14215 C 0.02646 -0.14487 0.02664 -0.14759 0.02706 -0.15023 C 0.02741 -0.15222 0.0278 -0.1542 0.02805 -0.15626 C 0.02879 -0.16236 0.02833 -0.15898 0.02949 -0.16633 C 0.02967 -0.16736 0.0296 -0.16861 0.02999 -0.16941 L 0.03143 -0.17243 C 0.03158 -0.17338 0.03154 -0.17471 0.03193 -0.17544 C 0.03274 -0.17713 0.03383 -0.17809 0.03482 -0.17948 C 0.03669 -0.18206 0.0357 -0.1811 0.03771 -0.1825 C 0.0387 -0.18382 0.03951 -0.18573 0.04061 -0.18654 L 0.04209 -0.1875 " pathEditMode="relative" ptsTypes="AAAAAAAAAAAAAAAAAAAAAAAAAAAAAAAAAA">
                                          <p:cBhvr>
                                            <p:cTn id="44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5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C 0.00176 0.00066 0.00353 0.00154 0.00529 0.00198 C 0.01492 0.00448 0.00871 0.00147 0.01354 0.00397 C 0.017 0.00882 0.01273 0.00198 0.01594 0.01205 C 0.0182 0.01911 0.0169 0.01675 0.01933 0.02013 C 0.01996 0.02212 0.02046 0.02447 0.02127 0.02616 C 0.02314 0.03006 0.02233 0.028 0.0237 0.03219 L 0.02466 0.03822 C 0.0248 0.03924 0.02487 0.04035 0.02515 0.0413 L 0.0261 0.04432 C 0.02642 0.0463 0.02649 0.04858 0.02709 0.05034 C 0.02773 0.05233 0.02804 0.05505 0.029 0.05637 C 0.02998 0.05769 0.0308 0.05968 0.03192 0.06041 L 0.03626 0.06342 C 0.03743 0.06423 0.03898 0.06548 0.04014 0.06548 C 0.04036 0.06548 0.04046 0.06475 0.04064 0.06445 " pathEditMode="relative" ptsTypes="AAAAAAAAAAAAAAAAA">
                                          <p:cBhvr>
                                            <p:cTn id="46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 L 0.00484 -0.00102 C 0.0065 -0.00139 0.00935 -0.00205 0.01112 -0.00308 C 0.01112 -0.00308 0.01475 -0.00558 0.01546 -0.0061 L 0.01694 -0.00713 C 0.02025 -0.01168 0.01874 -0.01036 0.02128 -0.01212 C 0.02145 -0.0155 0.02152 -0.01888 0.02177 -0.02219 C 0.02184 -0.02329 0.02212 -0.02418 0.02223 -0.02521 C 0.02244 -0.02726 0.02255 -0.02925 0.02272 -0.03131 C 0.02272 -0.03131 0.02346 -0.03785 0.02371 -0.03836 C 0.02406 -0.0391 0.02466 -0.03902 0.02516 -0.03932 C 0.02548 -0.04035 0.02569 -0.0416 0.02611 -0.0424 C 0.02699 -0.04395 0.029 -0.04637 0.029 -0.04637 C 0.02918 -0.0474 0.02907 -0.0488 0.0295 -0.04946 C 0.03034 -0.05064 0.03239 -0.05144 0.03239 -0.05144 C 0.03366 -0.05409 0.03504 -0.05732 0.03676 -0.0585 C 0.03856 -0.05975 0.03775 -0.05901 0.0392 -0.06048 L 0.0392 -0.06048 " pathEditMode="relative" ptsTypes="AAAAAAAAAAAAAAAAAAA">
                                          <p:cBhvr>
                                            <p:cTn id="48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56" grpId="0" animBg="1"/>
          <p:bldP spid="1157" grpId="0" animBg="1"/>
          <p:bldP spid="1158" grpId="0" animBg="1"/>
          <p:bldP spid="1159" grpId="0" animBg="1"/>
          <p:bldP spid="3" grpId="0" animBg="1"/>
          <p:bldP spid="5" grpId="0" animBg="1"/>
          <p:bldP spid="7" grpId="0" animBg="1"/>
          <p:bldP spid="8" grpId="0" animBg="1"/>
          <p:bldP spid="9" grpId="0" animBg="1"/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73836D-51A7-77AD-8275-C0934B8D39A4}"/>
              </a:ext>
            </a:extLst>
          </p:cNvPr>
          <p:cNvSpPr/>
          <p:nvPr/>
        </p:nvSpPr>
        <p:spPr>
          <a:xfrm>
            <a:off x="2088203" y="10581758"/>
            <a:ext cx="3527738" cy="918462"/>
          </a:xfrm>
          <a:prstGeom prst="roundRect">
            <a:avLst/>
          </a:prstGeom>
          <a:gradFill>
            <a:gsLst>
              <a:gs pos="14000">
                <a:srgbClr val="00B050"/>
              </a:gs>
              <a:gs pos="54000">
                <a:schemeClr val="tx2">
                  <a:lumMod val="50000"/>
                  <a:lumOff val="50000"/>
                </a:schemeClr>
              </a:gs>
              <a:gs pos="83000">
                <a:schemeClr val="accent6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PDF/txt</a:t>
            </a:r>
            <a:r>
              <a:rPr lang="en-US" sz="3200" b="1">
                <a:solidFill>
                  <a:schemeClr val="bg1"/>
                </a:solidFill>
              </a:rPr>
              <a:t>/Docs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2C510C-FB20-7B23-C299-855B92F2A98A}"/>
              </a:ext>
            </a:extLst>
          </p:cNvPr>
          <p:cNvSpPr/>
          <p:nvPr/>
        </p:nvSpPr>
        <p:spPr>
          <a:xfrm>
            <a:off x="7474055" y="10581758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Extract Data Content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3EC0603-F273-B2A7-451D-FC5D6521151A}"/>
              </a:ext>
            </a:extLst>
          </p:cNvPr>
          <p:cNvSpPr/>
          <p:nvPr/>
        </p:nvSpPr>
        <p:spPr>
          <a:xfrm>
            <a:off x="12859907" y="6466568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3200" b="1">
                <a:solidFill>
                  <a:schemeClr val="bg1"/>
                </a:solidFill>
              </a:rPr>
              <a:t>text chunk1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9CEA9C8-F78E-9405-4B69-8282A8F6BD74}"/>
              </a:ext>
            </a:extLst>
          </p:cNvPr>
          <p:cNvSpPr/>
          <p:nvPr/>
        </p:nvSpPr>
        <p:spPr>
          <a:xfrm>
            <a:off x="12859907" y="9422069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3200" b="1" dirty="0">
                <a:solidFill>
                  <a:schemeClr val="bg1"/>
                </a:solidFill>
              </a:rPr>
              <a:t>text chunk2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8278AD7-3815-7170-A1BB-D16A25626642}"/>
              </a:ext>
            </a:extLst>
          </p:cNvPr>
          <p:cNvSpPr/>
          <p:nvPr/>
        </p:nvSpPr>
        <p:spPr>
          <a:xfrm>
            <a:off x="12859907" y="12179251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3200" b="1">
                <a:solidFill>
                  <a:schemeClr val="bg1"/>
                </a:solidFill>
              </a:rPr>
              <a:t>text chunk3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78702AD-A22A-75BE-503A-687EFC4238A9}"/>
              </a:ext>
            </a:extLst>
          </p:cNvPr>
          <p:cNvSpPr/>
          <p:nvPr/>
        </p:nvSpPr>
        <p:spPr>
          <a:xfrm>
            <a:off x="12859907" y="14936433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3200" b="1">
                <a:solidFill>
                  <a:schemeClr val="bg1"/>
                </a:solidFill>
              </a:rPr>
              <a:t>text chunk4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A60C2DF-9CA4-F4BF-63C4-A9721EDDF6E9}"/>
              </a:ext>
            </a:extLst>
          </p:cNvPr>
          <p:cNvSpPr/>
          <p:nvPr/>
        </p:nvSpPr>
        <p:spPr>
          <a:xfrm>
            <a:off x="18242528" y="6466568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3200" b="1">
                <a:solidFill>
                  <a:schemeClr val="bg1"/>
                </a:solidFill>
              </a:rPr>
              <a:t>Embedding-1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A7AE5A0-DE9F-766A-FE12-74915EE62F1A}"/>
              </a:ext>
            </a:extLst>
          </p:cNvPr>
          <p:cNvSpPr/>
          <p:nvPr/>
        </p:nvSpPr>
        <p:spPr>
          <a:xfrm>
            <a:off x="18228043" y="9422069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3200" b="1">
                <a:solidFill>
                  <a:schemeClr val="bg1"/>
                </a:solidFill>
              </a:rPr>
              <a:t>Embedding-2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74A1625-CBFC-4E27-C266-4DC407D660F3}"/>
              </a:ext>
            </a:extLst>
          </p:cNvPr>
          <p:cNvSpPr/>
          <p:nvPr/>
        </p:nvSpPr>
        <p:spPr>
          <a:xfrm>
            <a:off x="18242528" y="12179251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3200" b="1" dirty="0">
                <a:solidFill>
                  <a:schemeClr val="bg1"/>
                </a:solidFill>
              </a:rPr>
              <a:t>Embedding-3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F9F6735-D634-6F0A-9B8A-9B762352C3FA}"/>
              </a:ext>
            </a:extLst>
          </p:cNvPr>
          <p:cNvSpPr/>
          <p:nvPr/>
        </p:nvSpPr>
        <p:spPr>
          <a:xfrm>
            <a:off x="18350447" y="14927433"/>
            <a:ext cx="3527738" cy="918462"/>
          </a:xfrm>
          <a:prstGeom prst="roundRect">
            <a:avLst/>
          </a:prstGeom>
          <a:gradFill>
            <a:gsLst>
              <a:gs pos="14000">
                <a:srgbClr val="FFC000"/>
              </a:gs>
              <a:gs pos="54000">
                <a:srgbClr val="FF0000"/>
              </a:gs>
              <a:gs pos="83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3200" b="1">
                <a:solidFill>
                  <a:schemeClr val="bg1"/>
                </a:solidFill>
              </a:rPr>
              <a:t>Embedding-4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3F2B4D-EB9D-9045-E8C5-2E759DEE7D9E}"/>
              </a:ext>
            </a:extLst>
          </p:cNvPr>
          <p:cNvSpPr txBox="1"/>
          <p:nvPr/>
        </p:nvSpPr>
        <p:spPr>
          <a:xfrm>
            <a:off x="18662431" y="5683765"/>
            <a:ext cx="26589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10,1 0.3 0.33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201C5B7-4CF0-9EA3-282E-58CA709B457B}"/>
              </a:ext>
            </a:extLst>
          </p:cNvPr>
          <p:cNvSpPr/>
          <p:nvPr/>
        </p:nvSpPr>
        <p:spPr>
          <a:xfrm>
            <a:off x="23715907" y="10799762"/>
            <a:ext cx="3527738" cy="918462"/>
          </a:xfrm>
          <a:prstGeom prst="roundRect">
            <a:avLst/>
          </a:prstGeom>
          <a:gradFill>
            <a:gsLst>
              <a:gs pos="14000">
                <a:schemeClr val="accent6">
                  <a:lumMod val="40000"/>
                  <a:lumOff val="60000"/>
                </a:schemeClr>
              </a:gs>
              <a:gs pos="54000">
                <a:schemeClr val="accent6">
                  <a:lumMod val="50000"/>
                </a:schemeClr>
              </a:gs>
              <a:gs pos="83000">
                <a:schemeClr val="accent6">
                  <a:lumMod val="40000"/>
                  <a:lumOff val="60000"/>
                </a:schemeClr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3200" b="1" dirty="0">
                <a:solidFill>
                  <a:schemeClr val="bg1"/>
                </a:solidFill>
              </a:rPr>
              <a:t>Build </a:t>
            </a:r>
            <a:r>
              <a:rPr lang="en-HK" sz="3200" b="1">
                <a:solidFill>
                  <a:schemeClr val="bg1"/>
                </a:solidFill>
              </a:rPr>
              <a:t>Semantic Index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9" name="Magnetic Disk 38">
            <a:extLst>
              <a:ext uri="{FF2B5EF4-FFF2-40B4-BE49-F238E27FC236}">
                <a16:creationId xmlns:a16="http://schemas.microsoft.com/office/drawing/2014/main" id="{A849033F-9602-5579-DEB1-979DF0737C2C}"/>
              </a:ext>
            </a:extLst>
          </p:cNvPr>
          <p:cNvSpPr/>
          <p:nvPr/>
        </p:nvSpPr>
        <p:spPr>
          <a:xfrm>
            <a:off x="24060290" y="15528538"/>
            <a:ext cx="2824923" cy="1637535"/>
          </a:xfrm>
          <a:prstGeom prst="flowChartMagneticDisk">
            <a:avLst/>
          </a:prstGeom>
          <a:gradFill>
            <a:gsLst>
              <a:gs pos="14000">
                <a:schemeClr val="tx2">
                  <a:lumMod val="25000"/>
                  <a:lumOff val="75000"/>
                </a:schemeClr>
              </a:gs>
              <a:gs pos="54000">
                <a:schemeClr val="accent4">
                  <a:lumMod val="50000"/>
                </a:schemeClr>
              </a:gs>
              <a:gs pos="84000">
                <a:schemeClr val="tx2">
                  <a:lumMod val="25000"/>
                  <a:lumOff val="75000"/>
                </a:schemeClr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Knowledge Base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964833-90DF-A912-082E-E480AB0E0934}"/>
              </a:ext>
            </a:extLst>
          </p:cNvPr>
          <p:cNvSpPr txBox="1"/>
          <p:nvPr/>
        </p:nvSpPr>
        <p:spPr>
          <a:xfrm>
            <a:off x="26505608" y="12728381"/>
            <a:ext cx="248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sz="3200" b="1" dirty="0"/>
              <a:t>0.3 0.3 0.33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899938-1F1B-388D-97F2-9E02CA04AC36}"/>
              </a:ext>
            </a:extLst>
          </p:cNvPr>
          <p:cNvSpPr txBox="1"/>
          <p:nvPr/>
        </p:nvSpPr>
        <p:spPr>
          <a:xfrm>
            <a:off x="26505610" y="13255720"/>
            <a:ext cx="248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sz="3200" b="1" dirty="0"/>
              <a:t>10.5 0.4 0.6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AA288C-498C-163E-578D-24D284895D03}"/>
              </a:ext>
            </a:extLst>
          </p:cNvPr>
          <p:cNvSpPr txBox="1"/>
          <p:nvPr/>
        </p:nvSpPr>
        <p:spPr>
          <a:xfrm>
            <a:off x="26505610" y="13870718"/>
            <a:ext cx="248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sz="3200" b="1" dirty="0"/>
              <a:t>10.5 0.4 0.6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01135BA-0F6D-9D83-DB34-8CD2E367AE70}"/>
              </a:ext>
            </a:extLst>
          </p:cNvPr>
          <p:cNvCxnSpPr>
            <a:cxnSpLocks/>
          </p:cNvCxnSpPr>
          <p:nvPr/>
        </p:nvCxnSpPr>
        <p:spPr>
          <a:xfrm>
            <a:off x="26505610" y="13870718"/>
            <a:ext cx="2484000" cy="0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4C297AB-9C7B-E54A-6CD1-7D59E3A433AD}"/>
              </a:ext>
            </a:extLst>
          </p:cNvPr>
          <p:cNvSpPr txBox="1"/>
          <p:nvPr/>
        </p:nvSpPr>
        <p:spPr>
          <a:xfrm>
            <a:off x="23715907" y="17252297"/>
            <a:ext cx="33314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sz="3200" b="1" dirty="0"/>
              <a:t>Vector Store/ Database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294A4350-CE64-95A0-88DD-9768942119AE}"/>
              </a:ext>
            </a:extLst>
          </p:cNvPr>
          <p:cNvSpPr/>
          <p:nvPr/>
        </p:nvSpPr>
        <p:spPr>
          <a:xfrm>
            <a:off x="29161134" y="7583349"/>
            <a:ext cx="3982896" cy="918462"/>
          </a:xfrm>
          <a:prstGeom prst="roundRect">
            <a:avLst/>
          </a:prstGeom>
          <a:gradFill>
            <a:gsLst>
              <a:gs pos="14000">
                <a:schemeClr val="bg2"/>
              </a:gs>
              <a:gs pos="54000">
                <a:schemeClr val="accent5">
                  <a:lumMod val="97000"/>
                  <a:lumOff val="3000"/>
                </a:schemeClr>
              </a:gs>
              <a:gs pos="84000">
                <a:schemeClr val="bg2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3200" b="1" dirty="0">
                <a:solidFill>
                  <a:schemeClr val="bg1"/>
                </a:solidFill>
              </a:rPr>
              <a:t>Question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59F5082-AAC4-8F95-918B-CE6F4A10AAFE}"/>
              </a:ext>
            </a:extLst>
          </p:cNvPr>
          <p:cNvSpPr/>
          <p:nvPr/>
        </p:nvSpPr>
        <p:spPr>
          <a:xfrm>
            <a:off x="29161134" y="10340531"/>
            <a:ext cx="3982896" cy="918462"/>
          </a:xfrm>
          <a:prstGeom prst="roundRect">
            <a:avLst/>
          </a:prstGeom>
          <a:gradFill>
            <a:gsLst>
              <a:gs pos="14000">
                <a:schemeClr val="bg2"/>
              </a:gs>
              <a:gs pos="54000">
                <a:schemeClr val="accent5">
                  <a:lumMod val="97000"/>
                  <a:lumOff val="3000"/>
                </a:schemeClr>
              </a:gs>
              <a:gs pos="84000">
                <a:schemeClr val="bg2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3200" b="1" dirty="0">
                <a:solidFill>
                  <a:schemeClr val="bg1"/>
                </a:solidFill>
              </a:rPr>
              <a:t>Query Embeddings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0161B9ED-7408-F91B-F7A3-AE1C4639089A}"/>
              </a:ext>
            </a:extLst>
          </p:cNvPr>
          <p:cNvSpPr/>
          <p:nvPr/>
        </p:nvSpPr>
        <p:spPr>
          <a:xfrm>
            <a:off x="29161134" y="13097713"/>
            <a:ext cx="3982896" cy="918462"/>
          </a:xfrm>
          <a:prstGeom prst="roundRect">
            <a:avLst/>
          </a:prstGeom>
          <a:gradFill>
            <a:gsLst>
              <a:gs pos="14000">
                <a:schemeClr val="bg2"/>
              </a:gs>
              <a:gs pos="54000">
                <a:schemeClr val="accent5">
                  <a:lumMod val="97000"/>
                  <a:lumOff val="3000"/>
                </a:schemeClr>
              </a:gs>
              <a:gs pos="84000">
                <a:schemeClr val="bg2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3200" b="1">
                <a:solidFill>
                  <a:schemeClr val="bg1"/>
                </a:solidFill>
              </a:rPr>
              <a:t>Semantic Search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8E291CF2-7A16-EA99-8A37-F503E9B40CC2}"/>
              </a:ext>
            </a:extLst>
          </p:cNvPr>
          <p:cNvSpPr/>
          <p:nvPr/>
        </p:nvSpPr>
        <p:spPr>
          <a:xfrm>
            <a:off x="33399172" y="15845082"/>
            <a:ext cx="3527738" cy="918462"/>
          </a:xfrm>
          <a:prstGeom prst="roundRect">
            <a:avLst/>
          </a:prstGeom>
          <a:gradFill>
            <a:gsLst>
              <a:gs pos="11000">
                <a:srgbClr val="00B050"/>
              </a:gs>
              <a:gs pos="54000">
                <a:schemeClr val="bg1"/>
              </a:gs>
              <a:gs pos="84000">
                <a:srgbClr val="FFC000"/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3200" b="1">
                <a:solidFill>
                  <a:schemeClr val="tx1"/>
                </a:solidFill>
              </a:rPr>
              <a:t>Ranked Results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D5DA624-5D8A-F583-17CC-45B5063DE85A}"/>
              </a:ext>
            </a:extLst>
          </p:cNvPr>
          <p:cNvSpPr/>
          <p:nvPr/>
        </p:nvSpPr>
        <p:spPr>
          <a:xfrm>
            <a:off x="38522713" y="13097713"/>
            <a:ext cx="3527738" cy="918462"/>
          </a:xfrm>
          <a:prstGeom prst="roundRect">
            <a:avLst/>
          </a:prstGeom>
          <a:gradFill>
            <a:gsLst>
              <a:gs pos="13000">
                <a:schemeClr val="accent2">
                  <a:lumMod val="20000"/>
                  <a:lumOff val="80000"/>
                </a:schemeClr>
              </a:gs>
              <a:gs pos="54000">
                <a:schemeClr val="accent3">
                  <a:lumMod val="40000"/>
                  <a:lumOff val="60000"/>
                </a:schemeClr>
              </a:gs>
              <a:gs pos="84000">
                <a:schemeClr val="tx2">
                  <a:lumMod val="25000"/>
                  <a:lumOff val="75000"/>
                </a:schemeClr>
              </a:gs>
            </a:gsLst>
            <a:lin ang="162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3200" b="1" dirty="0">
                <a:solidFill>
                  <a:schemeClr val="tx1"/>
                </a:solidFill>
              </a:rPr>
              <a:t>LLM Generative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59" name="Graphic 58" descr="User with solid fill">
            <a:extLst>
              <a:ext uri="{FF2B5EF4-FFF2-40B4-BE49-F238E27FC236}">
                <a16:creationId xmlns:a16="http://schemas.microsoft.com/office/drawing/2014/main" id="{2493A189-FFAC-3606-1123-64B80C009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57767" y="2700704"/>
            <a:ext cx="2901306" cy="2901306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A7BA5DA3-A8CD-6499-EC75-C372BB835942}"/>
              </a:ext>
            </a:extLst>
          </p:cNvPr>
          <p:cNvSpPr txBox="1"/>
          <p:nvPr/>
        </p:nvSpPr>
        <p:spPr>
          <a:xfrm>
            <a:off x="35958851" y="5140345"/>
            <a:ext cx="18991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pPr algn="ctr"/>
            <a:r>
              <a:rPr lang="en-US" sz="3200" b="1" dirty="0"/>
              <a:t>USER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F1FC44-1603-76D1-6F62-6423AF54BB0D}"/>
              </a:ext>
            </a:extLst>
          </p:cNvPr>
          <p:cNvSpPr txBox="1"/>
          <p:nvPr/>
        </p:nvSpPr>
        <p:spPr>
          <a:xfrm>
            <a:off x="31679928" y="11981185"/>
            <a:ext cx="248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sz="3200" b="1" dirty="0"/>
              <a:t>(0.3 0.3 0.33)</a:t>
            </a:r>
          </a:p>
        </p:txBody>
      </p:sp>
      <p:cxnSp>
        <p:nvCxnSpPr>
          <p:cNvPr id="1025" name="Curved Connector 1024">
            <a:extLst>
              <a:ext uri="{FF2B5EF4-FFF2-40B4-BE49-F238E27FC236}">
                <a16:creationId xmlns:a16="http://schemas.microsoft.com/office/drawing/2014/main" id="{FA0E2EBE-9D39-8E0B-5E12-5BFFD5316BA4}"/>
              </a:ext>
            </a:extLst>
          </p:cNvPr>
          <p:cNvCxnSpPr>
            <a:stCxn id="4" idx="3"/>
            <a:endCxn id="26" idx="1"/>
          </p:cNvCxnSpPr>
          <p:nvPr/>
        </p:nvCxnSpPr>
        <p:spPr>
          <a:xfrm flipV="1">
            <a:off x="11001793" y="6925799"/>
            <a:ext cx="1858114" cy="4115190"/>
          </a:xfrm>
          <a:prstGeom prst="curvedConnector3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urved Connector 1025">
            <a:extLst>
              <a:ext uri="{FF2B5EF4-FFF2-40B4-BE49-F238E27FC236}">
                <a16:creationId xmlns:a16="http://schemas.microsoft.com/office/drawing/2014/main" id="{5F107351-BE32-5614-A8BE-AE9C11D032AB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1001793" y="9902754"/>
            <a:ext cx="1945641" cy="1138235"/>
          </a:xfrm>
          <a:prstGeom prst="curvedConnector3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urved Connector 1031">
            <a:extLst>
              <a:ext uri="{FF2B5EF4-FFF2-40B4-BE49-F238E27FC236}">
                <a16:creationId xmlns:a16="http://schemas.microsoft.com/office/drawing/2014/main" id="{A67F6D36-D6A0-1F6E-A4C6-12F158DBBC85}"/>
              </a:ext>
            </a:extLst>
          </p:cNvPr>
          <p:cNvCxnSpPr>
            <a:cxnSpLocks/>
            <a:stCxn id="4" idx="3"/>
            <a:endCxn id="28" idx="1"/>
          </p:cNvCxnSpPr>
          <p:nvPr/>
        </p:nvCxnSpPr>
        <p:spPr>
          <a:xfrm>
            <a:off x="11001793" y="11040989"/>
            <a:ext cx="1858114" cy="1597493"/>
          </a:xfrm>
          <a:prstGeom prst="curvedConnector3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urved Connector 1038">
            <a:extLst>
              <a:ext uri="{FF2B5EF4-FFF2-40B4-BE49-F238E27FC236}">
                <a16:creationId xmlns:a16="http://schemas.microsoft.com/office/drawing/2014/main" id="{BB1328B4-E715-DF4A-7681-09D988AD3747}"/>
              </a:ext>
            </a:extLst>
          </p:cNvPr>
          <p:cNvCxnSpPr>
            <a:cxnSpLocks/>
            <a:stCxn id="4" idx="3"/>
            <a:endCxn id="30" idx="1"/>
          </p:cNvCxnSpPr>
          <p:nvPr/>
        </p:nvCxnSpPr>
        <p:spPr>
          <a:xfrm>
            <a:off x="11001793" y="11040989"/>
            <a:ext cx="1858114" cy="4354675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urved Connector 1045">
            <a:extLst>
              <a:ext uri="{FF2B5EF4-FFF2-40B4-BE49-F238E27FC236}">
                <a16:creationId xmlns:a16="http://schemas.microsoft.com/office/drawing/2014/main" id="{B91C3C39-00A1-5824-2092-631A35089474}"/>
              </a:ext>
            </a:extLst>
          </p:cNvPr>
          <p:cNvCxnSpPr>
            <a:cxnSpLocks/>
            <a:stCxn id="26" idx="3"/>
            <a:endCxn id="31" idx="1"/>
          </p:cNvCxnSpPr>
          <p:nvPr/>
        </p:nvCxnSpPr>
        <p:spPr>
          <a:xfrm>
            <a:off x="16387645" y="6925799"/>
            <a:ext cx="1854883" cy="12700"/>
          </a:xfrm>
          <a:prstGeom prst="curvedConnector3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urved Connector 1050">
            <a:extLst>
              <a:ext uri="{FF2B5EF4-FFF2-40B4-BE49-F238E27FC236}">
                <a16:creationId xmlns:a16="http://schemas.microsoft.com/office/drawing/2014/main" id="{308EF2BE-3125-A9CA-B571-F4E1AE54CB50}"/>
              </a:ext>
            </a:extLst>
          </p:cNvPr>
          <p:cNvCxnSpPr>
            <a:cxnSpLocks/>
            <a:stCxn id="27" idx="3"/>
            <a:endCxn id="33" idx="1"/>
          </p:cNvCxnSpPr>
          <p:nvPr/>
        </p:nvCxnSpPr>
        <p:spPr>
          <a:xfrm>
            <a:off x="16387645" y="9881300"/>
            <a:ext cx="1840398" cy="12700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urved Connector 1053">
            <a:extLst>
              <a:ext uri="{FF2B5EF4-FFF2-40B4-BE49-F238E27FC236}">
                <a16:creationId xmlns:a16="http://schemas.microsoft.com/office/drawing/2014/main" id="{FF42FBAE-AF03-BB2A-F423-6724F9958A85}"/>
              </a:ext>
            </a:extLst>
          </p:cNvPr>
          <p:cNvCxnSpPr>
            <a:cxnSpLocks/>
            <a:stCxn id="28" idx="3"/>
            <a:endCxn id="34" idx="1"/>
          </p:cNvCxnSpPr>
          <p:nvPr/>
        </p:nvCxnSpPr>
        <p:spPr>
          <a:xfrm>
            <a:off x="16387645" y="12638482"/>
            <a:ext cx="1854883" cy="12700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urved Connector 1062">
            <a:extLst>
              <a:ext uri="{FF2B5EF4-FFF2-40B4-BE49-F238E27FC236}">
                <a16:creationId xmlns:a16="http://schemas.microsoft.com/office/drawing/2014/main" id="{7B077A29-698E-163E-E804-3E840AD50727}"/>
              </a:ext>
            </a:extLst>
          </p:cNvPr>
          <p:cNvCxnSpPr>
            <a:cxnSpLocks/>
            <a:stCxn id="30" idx="3"/>
            <a:endCxn id="35" idx="1"/>
          </p:cNvCxnSpPr>
          <p:nvPr/>
        </p:nvCxnSpPr>
        <p:spPr>
          <a:xfrm flipV="1">
            <a:off x="16387645" y="15386664"/>
            <a:ext cx="1962802" cy="9000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Curved Connector 1069">
            <a:extLst>
              <a:ext uri="{FF2B5EF4-FFF2-40B4-BE49-F238E27FC236}">
                <a16:creationId xmlns:a16="http://schemas.microsoft.com/office/drawing/2014/main" id="{D6D19FCB-091B-D2D6-9889-88F192277522}"/>
              </a:ext>
            </a:extLst>
          </p:cNvPr>
          <p:cNvCxnSpPr>
            <a:cxnSpLocks/>
            <a:stCxn id="31" idx="3"/>
            <a:endCxn id="38" idx="1"/>
          </p:cNvCxnSpPr>
          <p:nvPr/>
        </p:nvCxnSpPr>
        <p:spPr>
          <a:xfrm>
            <a:off x="21770266" y="6925799"/>
            <a:ext cx="1945641" cy="4333194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Curved Connector 1070">
            <a:extLst>
              <a:ext uri="{FF2B5EF4-FFF2-40B4-BE49-F238E27FC236}">
                <a16:creationId xmlns:a16="http://schemas.microsoft.com/office/drawing/2014/main" id="{9C670912-A270-EC21-8AAC-D1228A2DB3A2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21608637" y="9902754"/>
            <a:ext cx="2107270" cy="1356239"/>
          </a:xfrm>
          <a:prstGeom prst="curvedConnector3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Curved Connector 1071">
            <a:extLst>
              <a:ext uri="{FF2B5EF4-FFF2-40B4-BE49-F238E27FC236}">
                <a16:creationId xmlns:a16="http://schemas.microsoft.com/office/drawing/2014/main" id="{80EC8DA0-1CC0-C357-604A-5C7DAAEC03C3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 flipV="1">
            <a:off x="21770266" y="11258993"/>
            <a:ext cx="1945641" cy="1379489"/>
          </a:xfrm>
          <a:prstGeom prst="curvedConnector3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urved Connector 1072">
            <a:extLst>
              <a:ext uri="{FF2B5EF4-FFF2-40B4-BE49-F238E27FC236}">
                <a16:creationId xmlns:a16="http://schemas.microsoft.com/office/drawing/2014/main" id="{355F2AAF-BD4B-5651-3167-45BB8903ED7C}"/>
              </a:ext>
            </a:extLst>
          </p:cNvPr>
          <p:cNvCxnSpPr>
            <a:cxnSpLocks/>
            <a:stCxn id="35" idx="3"/>
            <a:endCxn id="38" idx="1"/>
          </p:cNvCxnSpPr>
          <p:nvPr/>
        </p:nvCxnSpPr>
        <p:spPr>
          <a:xfrm flipV="1">
            <a:off x="21878185" y="11258993"/>
            <a:ext cx="1837722" cy="4127671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urved Connector 1096">
            <a:extLst>
              <a:ext uri="{FF2B5EF4-FFF2-40B4-BE49-F238E27FC236}">
                <a16:creationId xmlns:a16="http://schemas.microsoft.com/office/drawing/2014/main" id="{82363F0E-5BF0-4441-E560-2A960CECC51C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5615941" y="11040989"/>
            <a:ext cx="185811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prstDash val="solid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Curved Connector 1108">
            <a:extLst>
              <a:ext uri="{FF2B5EF4-FFF2-40B4-BE49-F238E27FC236}">
                <a16:creationId xmlns:a16="http://schemas.microsoft.com/office/drawing/2014/main" id="{EBAFADC4-E6CB-7227-5533-BB15618F8C01}"/>
              </a:ext>
            </a:extLst>
          </p:cNvPr>
          <p:cNvCxnSpPr>
            <a:cxnSpLocks/>
            <a:stCxn id="38" idx="2"/>
            <a:endCxn id="39" idx="1"/>
          </p:cNvCxnSpPr>
          <p:nvPr/>
        </p:nvCxnSpPr>
        <p:spPr>
          <a:xfrm rot="5400000">
            <a:off x="23571107" y="13619869"/>
            <a:ext cx="3810314" cy="7024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4" name="Curved Connector 1113">
            <a:extLst>
              <a:ext uri="{FF2B5EF4-FFF2-40B4-BE49-F238E27FC236}">
                <a16:creationId xmlns:a16="http://schemas.microsoft.com/office/drawing/2014/main" id="{75D17D5B-46AF-3F5F-0407-AE132D7B56B5}"/>
              </a:ext>
            </a:extLst>
          </p:cNvPr>
          <p:cNvCxnSpPr>
            <a:cxnSpLocks/>
            <a:stCxn id="62" idx="2"/>
            <a:endCxn id="49" idx="0"/>
          </p:cNvCxnSpPr>
          <p:nvPr/>
        </p:nvCxnSpPr>
        <p:spPr>
          <a:xfrm rot="5400000">
            <a:off x="33101387" y="3776315"/>
            <a:ext cx="1858229" cy="5755838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5" name="Curved Connector 1124">
            <a:extLst>
              <a:ext uri="{FF2B5EF4-FFF2-40B4-BE49-F238E27FC236}">
                <a16:creationId xmlns:a16="http://schemas.microsoft.com/office/drawing/2014/main" id="{98BEF332-4666-9C4D-692E-E18F1256ABDF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 rot="5400000">
            <a:off x="30233222" y="9421171"/>
            <a:ext cx="1838720" cy="12700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urved Connector 1127">
            <a:extLst>
              <a:ext uri="{FF2B5EF4-FFF2-40B4-BE49-F238E27FC236}">
                <a16:creationId xmlns:a16="http://schemas.microsoft.com/office/drawing/2014/main" id="{220EDE28-102D-A9CB-0CF4-0D6EF4046497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>
          <a:xfrm rot="5400000">
            <a:off x="30233222" y="12178353"/>
            <a:ext cx="1838720" cy="12700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Curved Connector 1130">
            <a:extLst>
              <a:ext uri="{FF2B5EF4-FFF2-40B4-BE49-F238E27FC236}">
                <a16:creationId xmlns:a16="http://schemas.microsoft.com/office/drawing/2014/main" id="{4492356C-2D01-3C9C-3C3C-2BE2B653FFF7}"/>
              </a:ext>
            </a:extLst>
          </p:cNvPr>
          <p:cNvCxnSpPr>
            <a:cxnSpLocks/>
            <a:stCxn id="51" idx="2"/>
            <a:endCxn id="39" idx="4"/>
          </p:cNvCxnSpPr>
          <p:nvPr/>
        </p:nvCxnSpPr>
        <p:spPr>
          <a:xfrm rot="5400000">
            <a:off x="27853333" y="13048056"/>
            <a:ext cx="2331131" cy="426736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4" name="Curved Connector 1133">
            <a:extLst>
              <a:ext uri="{FF2B5EF4-FFF2-40B4-BE49-F238E27FC236}">
                <a16:creationId xmlns:a16="http://schemas.microsoft.com/office/drawing/2014/main" id="{EDCED036-C676-27BF-2373-720BC6A2E0BB}"/>
              </a:ext>
            </a:extLst>
          </p:cNvPr>
          <p:cNvCxnSpPr>
            <a:cxnSpLocks/>
            <a:stCxn id="39" idx="4"/>
            <a:endCxn id="53" idx="1"/>
          </p:cNvCxnSpPr>
          <p:nvPr/>
        </p:nvCxnSpPr>
        <p:spPr>
          <a:xfrm flipV="1">
            <a:off x="26885213" y="16304313"/>
            <a:ext cx="6513959" cy="42993"/>
          </a:xfrm>
          <a:prstGeom prst="curvedConnector3">
            <a:avLst>
              <a:gd name="adj1" fmla="val 50000"/>
            </a:avLst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Curved Connector 1137">
            <a:extLst>
              <a:ext uri="{FF2B5EF4-FFF2-40B4-BE49-F238E27FC236}">
                <a16:creationId xmlns:a16="http://schemas.microsoft.com/office/drawing/2014/main" id="{C835CBA9-C7F2-3B5A-9F6D-AFCBB55E08F2}"/>
              </a:ext>
            </a:extLst>
          </p:cNvPr>
          <p:cNvCxnSpPr>
            <a:cxnSpLocks/>
            <a:stCxn id="53" idx="3"/>
            <a:endCxn id="54" idx="2"/>
          </p:cNvCxnSpPr>
          <p:nvPr/>
        </p:nvCxnSpPr>
        <p:spPr>
          <a:xfrm flipV="1">
            <a:off x="36926910" y="14016175"/>
            <a:ext cx="3359672" cy="2288138"/>
          </a:xfrm>
          <a:prstGeom prst="curvedConnector2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9" name="Straight Arrow Connector 1148">
            <a:extLst>
              <a:ext uri="{FF2B5EF4-FFF2-40B4-BE49-F238E27FC236}">
                <a16:creationId xmlns:a16="http://schemas.microsoft.com/office/drawing/2014/main" id="{6B469A4A-A8DF-7E99-A7D3-CF8473FE1FE8}"/>
              </a:ext>
            </a:extLst>
          </p:cNvPr>
          <p:cNvCxnSpPr>
            <a:cxnSpLocks/>
          </p:cNvCxnSpPr>
          <p:nvPr/>
        </p:nvCxnSpPr>
        <p:spPr>
          <a:xfrm>
            <a:off x="37221636" y="5602008"/>
            <a:ext cx="3064946" cy="7588038"/>
          </a:xfrm>
          <a:prstGeom prst="straightConnector1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2" name="Straight Arrow Connector 1151">
            <a:extLst>
              <a:ext uri="{FF2B5EF4-FFF2-40B4-BE49-F238E27FC236}">
                <a16:creationId xmlns:a16="http://schemas.microsoft.com/office/drawing/2014/main" id="{B4AF37A1-59F5-4ADB-DEA4-236E2C78CBF2}"/>
              </a:ext>
            </a:extLst>
          </p:cNvPr>
          <p:cNvCxnSpPr>
            <a:cxnSpLocks/>
          </p:cNvCxnSpPr>
          <p:nvPr/>
        </p:nvCxnSpPr>
        <p:spPr>
          <a:xfrm flipH="1" flipV="1">
            <a:off x="37500110" y="5371177"/>
            <a:ext cx="3269821" cy="7812798"/>
          </a:xfrm>
          <a:prstGeom prst="straightConnector1">
            <a:avLst/>
          </a:prstGeom>
          <a:ln w="381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619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A9EB1E3-5304-8086-100B-2C24949EAA2D}"/>
              </a:ext>
            </a:extLst>
          </p:cNvPr>
          <p:cNvSpPr/>
          <p:nvPr/>
        </p:nvSpPr>
        <p:spPr>
          <a:xfrm>
            <a:off x="12896681" y="3304617"/>
            <a:ext cx="3260035" cy="1113183"/>
          </a:xfrm>
          <a:prstGeom prst="roundRect">
            <a:avLst/>
          </a:prstGeom>
          <a:gradFill flip="none" rotWithShape="1">
            <a:gsLst>
              <a:gs pos="0">
                <a:schemeClr val="accent5">
                  <a:alpha val="75000"/>
                  <a:lumMod val="86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  <a:prstDash val="lgDashDotDot"/>
          </a:ln>
          <a:effectLst>
            <a:glow rad="8001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sunset" dir="t"/>
          </a:scene3d>
          <a:sp3d contourW="12700" prstMaterial="metal">
            <a:bevelT w="234950" h="165100" prst="slope"/>
            <a:bevelB w="254000" h="88900" prst="softRound"/>
            <a:contourClr>
              <a:schemeClr val="accent5"/>
            </a:contourClr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RAG</a:t>
            </a: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81DCDC44-BDB4-4D40-515F-6101970224AE}"/>
              </a:ext>
            </a:extLst>
          </p:cNvPr>
          <p:cNvSpPr/>
          <p:nvPr/>
        </p:nvSpPr>
        <p:spPr>
          <a:xfrm>
            <a:off x="16701004" y="3324623"/>
            <a:ext cx="209424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GB" sz="5400" b="1" dirty="0">
                <a:ln/>
                <a:solidFill>
                  <a:schemeClr val="accent3"/>
                </a:solidFill>
              </a:rPr>
              <a:t>With </a:t>
            </a:r>
          </a:p>
        </p:txBody>
      </p:sp>
      <p:pic>
        <p:nvPicPr>
          <p:cNvPr id="1099" name="Picture 2" descr="ollama (@ollama) / X">
            <a:extLst>
              <a:ext uri="{FF2B5EF4-FFF2-40B4-BE49-F238E27FC236}">
                <a16:creationId xmlns:a16="http://schemas.microsoft.com/office/drawing/2014/main" id="{72BF4CE9-CD41-FF7E-54BE-C912BC794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9210" y="773818"/>
            <a:ext cx="2553765" cy="2553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0" name="Rectangle 1099">
            <a:extLst>
              <a:ext uri="{FF2B5EF4-FFF2-40B4-BE49-F238E27FC236}">
                <a16:creationId xmlns:a16="http://schemas.microsoft.com/office/drawing/2014/main" id="{68EDD846-95A0-D610-BD46-A483AB58F208}"/>
              </a:ext>
            </a:extLst>
          </p:cNvPr>
          <p:cNvSpPr/>
          <p:nvPr/>
        </p:nvSpPr>
        <p:spPr>
          <a:xfrm>
            <a:off x="18795252" y="3232290"/>
            <a:ext cx="3204000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66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Ollama</a:t>
            </a:r>
            <a:r>
              <a:rPr lang="en-GB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3283BC1D-BEAC-A41E-45BB-5EEA86806E24}"/>
              </a:ext>
            </a:extLst>
          </p:cNvPr>
          <p:cNvSpPr/>
          <p:nvPr/>
        </p:nvSpPr>
        <p:spPr>
          <a:xfrm>
            <a:off x="22320237" y="3324623"/>
            <a:ext cx="209424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GB" sz="5400" b="1" dirty="0">
                <a:ln/>
                <a:solidFill>
                  <a:schemeClr val="accent3"/>
                </a:solidFill>
              </a:rPr>
              <a:t>using  </a:t>
            </a:r>
          </a:p>
        </p:txBody>
      </p:sp>
      <p:pic>
        <p:nvPicPr>
          <p:cNvPr id="1104" name="Picture 6" descr="LangChain + Chroma">
            <a:extLst>
              <a:ext uri="{FF2B5EF4-FFF2-40B4-BE49-F238E27FC236}">
                <a16:creationId xmlns:a16="http://schemas.microsoft.com/office/drawing/2014/main" id="{23F274BC-C38A-F3AD-111F-CB4FBA0146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5" t="16103" r="16475" b="14724"/>
          <a:stretch/>
        </p:blipFill>
        <p:spPr bwMode="auto">
          <a:xfrm>
            <a:off x="24637787" y="1515477"/>
            <a:ext cx="7377387" cy="266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5" name="Picture 8" descr="Url - Free web icons">
            <a:extLst>
              <a:ext uri="{FF2B5EF4-FFF2-40B4-BE49-F238E27FC236}">
                <a16:creationId xmlns:a16="http://schemas.microsoft.com/office/drawing/2014/main" id="{6E270F80-F73A-CF23-EBDF-8D53D17B1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1578" y="10751142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2" name="Rectangle 1121">
            <a:extLst>
              <a:ext uri="{FF2B5EF4-FFF2-40B4-BE49-F238E27FC236}">
                <a16:creationId xmlns:a16="http://schemas.microsoft.com/office/drawing/2014/main" id="{8C80F802-6C4A-8097-B466-E441022CF2EE}"/>
              </a:ext>
            </a:extLst>
          </p:cNvPr>
          <p:cNvSpPr/>
          <p:nvPr/>
        </p:nvSpPr>
        <p:spPr>
          <a:xfrm>
            <a:off x="24960887" y="10265548"/>
            <a:ext cx="2505880" cy="5847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</a:p>
        </p:txBody>
      </p:sp>
      <p:grpSp>
        <p:nvGrpSpPr>
          <p:cNvPr id="1127" name="Group 1126">
            <a:extLst>
              <a:ext uri="{FF2B5EF4-FFF2-40B4-BE49-F238E27FC236}">
                <a16:creationId xmlns:a16="http://schemas.microsoft.com/office/drawing/2014/main" id="{43D166A4-1165-4B27-CC70-D15DFF7B27E9}"/>
              </a:ext>
            </a:extLst>
          </p:cNvPr>
          <p:cNvGrpSpPr/>
          <p:nvPr/>
        </p:nvGrpSpPr>
        <p:grpSpPr>
          <a:xfrm>
            <a:off x="18301042" y="8926924"/>
            <a:ext cx="4837413" cy="1872838"/>
            <a:chOff x="10073785" y="9632594"/>
            <a:chExt cx="4837413" cy="1872838"/>
          </a:xfrm>
        </p:grpSpPr>
        <p:grpSp>
          <p:nvGrpSpPr>
            <p:cNvPr id="1113" name="Group 1112">
              <a:extLst>
                <a:ext uri="{FF2B5EF4-FFF2-40B4-BE49-F238E27FC236}">
                  <a16:creationId xmlns:a16="http://schemas.microsoft.com/office/drawing/2014/main" id="{8548CC12-1B5E-FD57-7E55-BFA703BB49F0}"/>
                </a:ext>
              </a:extLst>
            </p:cNvPr>
            <p:cNvGrpSpPr/>
            <p:nvPr/>
          </p:nvGrpSpPr>
          <p:grpSpPr>
            <a:xfrm>
              <a:off x="10073785" y="9632594"/>
              <a:ext cx="4837413" cy="923164"/>
              <a:chOff x="9516532" y="9414933"/>
              <a:chExt cx="4837413" cy="923164"/>
            </a:xfrm>
          </p:grpSpPr>
          <p:sp>
            <p:nvSpPr>
              <p:cNvPr id="1106" name="Rectangle 1105">
                <a:extLst>
                  <a:ext uri="{FF2B5EF4-FFF2-40B4-BE49-F238E27FC236}">
                    <a16:creationId xmlns:a16="http://schemas.microsoft.com/office/drawing/2014/main" id="{B243DD1F-8875-64B1-3ADB-B935A44068EB}"/>
                  </a:ext>
                </a:extLst>
              </p:cNvPr>
              <p:cNvSpPr/>
              <p:nvPr/>
            </p:nvSpPr>
            <p:spPr>
              <a:xfrm>
                <a:off x="9516532" y="9414933"/>
                <a:ext cx="1151467" cy="923164"/>
              </a:xfrm>
              <a:prstGeom prst="rect">
                <a:avLst/>
              </a:prstGeom>
              <a:solidFill>
                <a:schemeClr val="bg1"/>
              </a:solidFill>
              <a:ln w="349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5D3FB242-C3BC-19FD-917E-ADB6CCBDDE29}"/>
                  </a:ext>
                </a:extLst>
              </p:cNvPr>
              <p:cNvSpPr/>
              <p:nvPr/>
            </p:nvSpPr>
            <p:spPr>
              <a:xfrm>
                <a:off x="10420559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462A54C7-124C-6313-BCAD-22F865E8CD2A}"/>
                  </a:ext>
                </a:extLst>
              </p:cNvPr>
              <p:cNvSpPr/>
              <p:nvPr/>
            </p:nvSpPr>
            <p:spPr>
              <a:xfrm>
                <a:off x="11359505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1" name="Rectangle 1110">
                <a:extLst>
                  <a:ext uri="{FF2B5EF4-FFF2-40B4-BE49-F238E27FC236}">
                    <a16:creationId xmlns:a16="http://schemas.microsoft.com/office/drawing/2014/main" id="{A91E4E79-E339-8DC7-4FFB-EE0AC2B5EC2D}"/>
                  </a:ext>
                </a:extLst>
              </p:cNvPr>
              <p:cNvSpPr/>
              <p:nvPr/>
            </p:nvSpPr>
            <p:spPr>
              <a:xfrm>
                <a:off x="12263532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2" name="Rectangle 1111">
                <a:extLst>
                  <a:ext uri="{FF2B5EF4-FFF2-40B4-BE49-F238E27FC236}">
                    <a16:creationId xmlns:a16="http://schemas.microsoft.com/office/drawing/2014/main" id="{8463617E-8361-A3D3-26F4-D79D95C0BF4E}"/>
                  </a:ext>
                </a:extLst>
              </p:cNvPr>
              <p:cNvSpPr/>
              <p:nvPr/>
            </p:nvSpPr>
            <p:spPr>
              <a:xfrm>
                <a:off x="13202478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24" name="Rectangle 1123">
              <a:extLst>
                <a:ext uri="{FF2B5EF4-FFF2-40B4-BE49-F238E27FC236}">
                  <a16:creationId xmlns:a16="http://schemas.microsoft.com/office/drawing/2014/main" id="{DBAF55BC-BB7B-41A0-A145-7A1A05C07E84}"/>
                </a:ext>
              </a:extLst>
            </p:cNvPr>
            <p:cNvSpPr/>
            <p:nvPr/>
          </p:nvSpPr>
          <p:spPr>
            <a:xfrm>
              <a:off x="11193607" y="10582102"/>
              <a:ext cx="2597442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GB" sz="5400" b="1" dirty="0">
                  <a:ln w="0"/>
                  <a:solidFill>
                    <a:schemeClr val="accent6">
                      <a:lumMod val="75000"/>
                    </a:schemeClr>
                  </a:solidFill>
                  <a:effectLst>
                    <a:reflection blurRad="6350" stA="53000" endA="300" endPos="35500" dir="5400000" sy="-90000" algn="bl" rotWithShape="0"/>
                  </a:effectLst>
                </a:rPr>
                <a:t>Chunks</a:t>
              </a:r>
            </a:p>
          </p:txBody>
        </p:sp>
      </p:grpSp>
      <p:pic>
        <p:nvPicPr>
          <p:cNvPr id="1126" name="Picture 10" descr="ChromaDB is a powerful vector database ...">
            <a:extLst>
              <a:ext uri="{FF2B5EF4-FFF2-40B4-BE49-F238E27FC236}">
                <a16:creationId xmlns:a16="http://schemas.microsoft.com/office/drawing/2014/main" id="{863A931B-7A67-D8BA-98F0-F9C27EACD6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89"/>
          <a:stretch/>
        </p:blipFill>
        <p:spPr bwMode="auto">
          <a:xfrm>
            <a:off x="25546681" y="14004801"/>
            <a:ext cx="2933700" cy="190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0" name="Picture 2" descr="ollama (@ollama) / X">
            <a:extLst>
              <a:ext uri="{FF2B5EF4-FFF2-40B4-BE49-F238E27FC236}">
                <a16:creationId xmlns:a16="http://schemas.microsoft.com/office/drawing/2014/main" id="{C42A4249-6B9A-A5FF-9BC7-00BF9CCB2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7796" y="13631413"/>
            <a:ext cx="2553765" cy="2553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3" name="Picture 6" descr="LangChain + Chroma">
            <a:extLst>
              <a:ext uri="{FF2B5EF4-FFF2-40B4-BE49-F238E27FC236}">
                <a16:creationId xmlns:a16="http://schemas.microsoft.com/office/drawing/2014/main" id="{A134CECF-1960-2217-9B75-A6CA3C5DCD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6" t="16103" r="49016" b="14724"/>
          <a:stretch/>
        </p:blipFill>
        <p:spPr bwMode="auto">
          <a:xfrm>
            <a:off x="21991187" y="4760930"/>
            <a:ext cx="3804355" cy="266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5" name="Rounded Rectangle 1134">
            <a:extLst>
              <a:ext uri="{FF2B5EF4-FFF2-40B4-BE49-F238E27FC236}">
                <a16:creationId xmlns:a16="http://schemas.microsoft.com/office/drawing/2014/main" id="{54C57C43-642F-9322-A880-F5C90DA82FB9}"/>
              </a:ext>
            </a:extLst>
          </p:cNvPr>
          <p:cNvSpPr/>
          <p:nvPr/>
        </p:nvSpPr>
        <p:spPr>
          <a:xfrm>
            <a:off x="16948676" y="6529811"/>
            <a:ext cx="13434875" cy="109190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36" name="Curved Connector 1135">
            <a:extLst>
              <a:ext uri="{FF2B5EF4-FFF2-40B4-BE49-F238E27FC236}">
                <a16:creationId xmlns:a16="http://schemas.microsoft.com/office/drawing/2014/main" id="{1D66E73C-390B-B457-62E4-7E26AE250DB4}"/>
              </a:ext>
            </a:extLst>
          </p:cNvPr>
          <p:cNvCxnSpPr>
            <a:cxnSpLocks/>
            <a:stCxn id="1105" idx="3"/>
            <a:endCxn id="1106" idx="1"/>
          </p:cNvCxnSpPr>
          <p:nvPr/>
        </p:nvCxnSpPr>
        <p:spPr>
          <a:xfrm flipV="1">
            <a:off x="14819078" y="9388506"/>
            <a:ext cx="3481964" cy="2791386"/>
          </a:xfrm>
          <a:prstGeom prst="curvedConnector3">
            <a:avLst>
              <a:gd name="adj1" fmla="val 50000"/>
            </a:avLst>
          </a:prstGeom>
          <a:ln w="69850">
            <a:solidFill>
              <a:schemeClr val="tx1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0" name="Curved Connector 1139">
            <a:extLst>
              <a:ext uri="{FF2B5EF4-FFF2-40B4-BE49-F238E27FC236}">
                <a16:creationId xmlns:a16="http://schemas.microsoft.com/office/drawing/2014/main" id="{A18BF5D0-53A8-FFE1-60EA-4559244EC1D5}"/>
              </a:ext>
            </a:extLst>
          </p:cNvPr>
          <p:cNvCxnSpPr>
            <a:cxnSpLocks/>
            <a:stCxn id="1112" idx="3"/>
            <a:endCxn id="1117" idx="1"/>
          </p:cNvCxnSpPr>
          <p:nvPr/>
        </p:nvCxnSpPr>
        <p:spPr>
          <a:xfrm>
            <a:off x="23138455" y="9388506"/>
            <a:ext cx="1575298" cy="2158"/>
          </a:xfrm>
          <a:prstGeom prst="curvedConnector3">
            <a:avLst>
              <a:gd name="adj1" fmla="val 50000"/>
            </a:avLst>
          </a:prstGeom>
          <a:ln w="69850">
            <a:solidFill>
              <a:schemeClr val="tx1">
                <a:lumMod val="75000"/>
                <a:lumOff val="25000"/>
              </a:schemeClr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4" name="Curved Connector 1143">
            <a:extLst>
              <a:ext uri="{FF2B5EF4-FFF2-40B4-BE49-F238E27FC236}">
                <a16:creationId xmlns:a16="http://schemas.microsoft.com/office/drawing/2014/main" id="{BD8BE0D4-269F-D020-8522-014EB2511987}"/>
              </a:ext>
            </a:extLst>
          </p:cNvPr>
          <p:cNvCxnSpPr>
            <a:cxnSpLocks/>
            <a:stCxn id="1123" idx="2"/>
            <a:endCxn id="1126" idx="0"/>
          </p:cNvCxnSpPr>
          <p:nvPr/>
        </p:nvCxnSpPr>
        <p:spPr>
          <a:xfrm rot="5400000">
            <a:off x="25422744" y="12392708"/>
            <a:ext cx="3202881" cy="21305"/>
          </a:xfrm>
          <a:prstGeom prst="curvedConnector3">
            <a:avLst>
              <a:gd name="adj1" fmla="val 50000"/>
            </a:avLst>
          </a:prstGeom>
          <a:ln w="69850">
            <a:solidFill>
              <a:schemeClr val="tx1">
                <a:lumMod val="50000"/>
                <a:lumOff val="50000"/>
              </a:schemeClr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1" name="Curved Connector 1160">
            <a:extLst>
              <a:ext uri="{FF2B5EF4-FFF2-40B4-BE49-F238E27FC236}">
                <a16:creationId xmlns:a16="http://schemas.microsoft.com/office/drawing/2014/main" id="{8B052CF4-E334-281B-AB34-C81B44FF8416}"/>
              </a:ext>
            </a:extLst>
          </p:cNvPr>
          <p:cNvCxnSpPr>
            <a:cxnSpLocks/>
            <a:stCxn id="1126" idx="1"/>
            <a:endCxn id="1130" idx="3"/>
          </p:cNvCxnSpPr>
          <p:nvPr/>
        </p:nvCxnSpPr>
        <p:spPr>
          <a:xfrm rot="10800000">
            <a:off x="21051561" y="14908296"/>
            <a:ext cx="4495120" cy="47668"/>
          </a:xfrm>
          <a:prstGeom prst="curvedConnector3">
            <a:avLst>
              <a:gd name="adj1" fmla="val 50000"/>
            </a:avLst>
          </a:prstGeom>
          <a:ln w="69850">
            <a:solidFill>
              <a:srgbClr val="FF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5" name="Curved Connector 1164">
            <a:extLst>
              <a:ext uri="{FF2B5EF4-FFF2-40B4-BE49-F238E27FC236}">
                <a16:creationId xmlns:a16="http://schemas.microsoft.com/office/drawing/2014/main" id="{310310DC-9952-BB36-901C-93EC4B95CAE5}"/>
              </a:ext>
            </a:extLst>
          </p:cNvPr>
          <p:cNvCxnSpPr>
            <a:cxnSpLocks/>
            <a:stCxn id="1130" idx="1"/>
            <a:endCxn id="1105" idx="3"/>
          </p:cNvCxnSpPr>
          <p:nvPr/>
        </p:nvCxnSpPr>
        <p:spPr>
          <a:xfrm rot="10800000">
            <a:off x="14819078" y="12179892"/>
            <a:ext cx="3678718" cy="2728404"/>
          </a:xfrm>
          <a:prstGeom prst="curvedConnector3">
            <a:avLst>
              <a:gd name="adj1" fmla="val 50000"/>
            </a:avLst>
          </a:prstGeom>
          <a:ln w="69850">
            <a:solidFill>
              <a:schemeClr val="accent3">
                <a:lumMod val="60000"/>
                <a:lumOff val="40000"/>
              </a:schemeClr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8" name="Curved Connector 1177">
            <a:extLst>
              <a:ext uri="{FF2B5EF4-FFF2-40B4-BE49-F238E27FC236}">
                <a16:creationId xmlns:a16="http://schemas.microsoft.com/office/drawing/2014/main" id="{4258F46B-3048-EFE4-1767-1178A620CFF9}"/>
              </a:ext>
            </a:extLst>
          </p:cNvPr>
          <p:cNvCxnSpPr>
            <a:cxnSpLocks/>
            <a:endCxn id="1105" idx="1"/>
          </p:cNvCxnSpPr>
          <p:nvPr/>
        </p:nvCxnSpPr>
        <p:spPr>
          <a:xfrm>
            <a:off x="7661160" y="12157989"/>
            <a:ext cx="4300418" cy="21903"/>
          </a:xfrm>
          <a:prstGeom prst="curvedConnector3">
            <a:avLst>
              <a:gd name="adj1" fmla="val 50000"/>
            </a:avLst>
          </a:prstGeom>
          <a:ln w="69850">
            <a:solidFill>
              <a:schemeClr val="accent2">
                <a:lumMod val="75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85" name="Group 1184">
            <a:extLst>
              <a:ext uri="{FF2B5EF4-FFF2-40B4-BE49-F238E27FC236}">
                <a16:creationId xmlns:a16="http://schemas.microsoft.com/office/drawing/2014/main" id="{0E8EA227-6A18-428D-AAB3-7C7F39491F0E}"/>
              </a:ext>
            </a:extLst>
          </p:cNvPr>
          <p:cNvGrpSpPr/>
          <p:nvPr/>
        </p:nvGrpSpPr>
        <p:grpSpPr>
          <a:xfrm>
            <a:off x="4852689" y="10707336"/>
            <a:ext cx="2901306" cy="3297465"/>
            <a:chOff x="4852689" y="10707336"/>
            <a:chExt cx="2901306" cy="3297465"/>
          </a:xfrm>
        </p:grpSpPr>
        <p:pic>
          <p:nvPicPr>
            <p:cNvPr id="59" name="Graphic 58" descr="User with solid fill">
              <a:extLst>
                <a:ext uri="{FF2B5EF4-FFF2-40B4-BE49-F238E27FC236}">
                  <a16:creationId xmlns:a16="http://schemas.microsoft.com/office/drawing/2014/main" id="{2493A189-FFAC-3606-1123-64B80C009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52689" y="10707336"/>
              <a:ext cx="2901306" cy="2901306"/>
            </a:xfrm>
            <a:prstGeom prst="rect">
              <a:avLst/>
            </a:prstGeom>
          </p:spPr>
        </p:pic>
        <p:sp>
          <p:nvSpPr>
            <p:cNvPr id="1184" name="Rectangle 1183">
              <a:extLst>
                <a:ext uri="{FF2B5EF4-FFF2-40B4-BE49-F238E27FC236}">
                  <a16:creationId xmlns:a16="http://schemas.microsoft.com/office/drawing/2014/main" id="{D3FD7FA3-D20E-1110-75E5-95B88F71CF73}"/>
                </a:ext>
              </a:extLst>
            </p:cNvPr>
            <p:cNvSpPr/>
            <p:nvPr/>
          </p:nvSpPr>
          <p:spPr>
            <a:xfrm>
              <a:off x="5344585" y="13081471"/>
              <a:ext cx="1917513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GB" sz="5400" b="1" dirty="0">
                  <a:ln w="0"/>
                  <a:solidFill>
                    <a:schemeClr val="tx2">
                      <a:lumMod val="75000"/>
                      <a:lumOff val="25000"/>
                    </a:schemeClr>
                  </a:solidFill>
                  <a:effectLst>
                    <a:reflection blurRad="6350" stA="53000" endA="300" endPos="35500" dir="5400000" sy="-90000" algn="bl" rotWithShape="0"/>
                  </a:effectLst>
                </a:rPr>
                <a:t>USER</a:t>
              </a:r>
            </a:p>
          </p:txBody>
        </p:sp>
      </p:grpSp>
      <p:sp>
        <p:nvSpPr>
          <p:cNvPr id="1186" name="TextBox 1185">
            <a:extLst>
              <a:ext uri="{FF2B5EF4-FFF2-40B4-BE49-F238E27FC236}">
                <a16:creationId xmlns:a16="http://schemas.microsoft.com/office/drawing/2014/main" id="{E930551E-E54C-33AB-CE4D-37FB0BA7552B}"/>
              </a:ext>
            </a:extLst>
          </p:cNvPr>
          <p:cNvSpPr txBox="1"/>
          <p:nvPr/>
        </p:nvSpPr>
        <p:spPr>
          <a:xfrm>
            <a:off x="8743955" y="11395062"/>
            <a:ext cx="23135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request</a:t>
            </a:r>
          </a:p>
          <a:p>
            <a:endParaRPr lang="en-US" sz="3200" dirty="0"/>
          </a:p>
          <a:p>
            <a:r>
              <a:rPr lang="en-US" sz="3200" dirty="0"/>
              <a:t>response</a:t>
            </a:r>
          </a:p>
        </p:txBody>
      </p:sp>
      <p:grpSp>
        <p:nvGrpSpPr>
          <p:cNvPr id="1188" name="Group 1187">
            <a:extLst>
              <a:ext uri="{FF2B5EF4-FFF2-40B4-BE49-F238E27FC236}">
                <a16:creationId xmlns:a16="http://schemas.microsoft.com/office/drawing/2014/main" id="{AF324555-BE96-11CA-284F-5E9B83D76B78}"/>
              </a:ext>
            </a:extLst>
          </p:cNvPr>
          <p:cNvGrpSpPr/>
          <p:nvPr/>
        </p:nvGrpSpPr>
        <p:grpSpPr>
          <a:xfrm>
            <a:off x="24713753" y="8780943"/>
            <a:ext cx="4837413" cy="2020977"/>
            <a:chOff x="24713753" y="8780943"/>
            <a:chExt cx="4837413" cy="2020977"/>
          </a:xfrm>
        </p:grpSpPr>
        <p:grpSp>
          <p:nvGrpSpPr>
            <p:cNvPr id="1129" name="Group 1128">
              <a:extLst>
                <a:ext uri="{FF2B5EF4-FFF2-40B4-BE49-F238E27FC236}">
                  <a16:creationId xmlns:a16="http://schemas.microsoft.com/office/drawing/2014/main" id="{6CE7417F-12BF-1D39-AE8E-5562089C7921}"/>
                </a:ext>
              </a:extLst>
            </p:cNvPr>
            <p:cNvGrpSpPr/>
            <p:nvPr/>
          </p:nvGrpSpPr>
          <p:grpSpPr>
            <a:xfrm>
              <a:off x="24713753" y="8929082"/>
              <a:ext cx="4837413" cy="1872838"/>
              <a:chOff x="16008421" y="9632594"/>
              <a:chExt cx="4837413" cy="1872838"/>
            </a:xfrm>
          </p:grpSpPr>
          <p:grpSp>
            <p:nvGrpSpPr>
              <p:cNvPr id="1116" name="Group 1115">
                <a:extLst>
                  <a:ext uri="{FF2B5EF4-FFF2-40B4-BE49-F238E27FC236}">
                    <a16:creationId xmlns:a16="http://schemas.microsoft.com/office/drawing/2014/main" id="{6B9406E6-843A-CAED-6528-C5A0BAB070D0}"/>
                  </a:ext>
                </a:extLst>
              </p:cNvPr>
              <p:cNvGrpSpPr/>
              <p:nvPr/>
            </p:nvGrpSpPr>
            <p:grpSpPr>
              <a:xfrm>
                <a:off x="16008421" y="9632594"/>
                <a:ext cx="4837413" cy="923164"/>
                <a:chOff x="9516532" y="9414933"/>
                <a:chExt cx="4837413" cy="923164"/>
              </a:xfrm>
            </p:grpSpPr>
            <p:sp>
              <p:nvSpPr>
                <p:cNvPr id="1117" name="Rectangle 1116">
                  <a:extLst>
                    <a:ext uri="{FF2B5EF4-FFF2-40B4-BE49-F238E27FC236}">
                      <a16:creationId xmlns:a16="http://schemas.microsoft.com/office/drawing/2014/main" id="{70219E89-3B63-FBF5-6BF2-6B0EB5D5CD77}"/>
                    </a:ext>
                  </a:extLst>
                </p:cNvPr>
                <p:cNvSpPr/>
                <p:nvPr/>
              </p:nvSpPr>
              <p:spPr>
                <a:xfrm>
                  <a:off x="9516532" y="9414933"/>
                  <a:ext cx="1151467" cy="923164"/>
                </a:xfrm>
                <a:prstGeom prst="rect">
                  <a:avLst/>
                </a:prstGeom>
                <a:solidFill>
                  <a:schemeClr val="bg1"/>
                </a:solidFill>
                <a:ln w="349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8" name="Rectangle 1117">
                  <a:extLst>
                    <a:ext uri="{FF2B5EF4-FFF2-40B4-BE49-F238E27FC236}">
                      <a16:creationId xmlns:a16="http://schemas.microsoft.com/office/drawing/2014/main" id="{0EA58B0B-670A-63C2-97A1-75E93B33CB27}"/>
                    </a:ext>
                  </a:extLst>
                </p:cNvPr>
                <p:cNvSpPr/>
                <p:nvPr/>
              </p:nvSpPr>
              <p:spPr>
                <a:xfrm>
                  <a:off x="10420559" y="9414933"/>
                  <a:ext cx="1151467" cy="923164"/>
                </a:xfrm>
                <a:prstGeom prst="rect">
                  <a:avLst/>
                </a:prstGeom>
                <a:solidFill>
                  <a:schemeClr val="bg1">
                    <a:alpha val="42000"/>
                  </a:schemeClr>
                </a:solidFill>
                <a:ln w="3492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19" name="Rectangle 1118">
                  <a:extLst>
                    <a:ext uri="{FF2B5EF4-FFF2-40B4-BE49-F238E27FC236}">
                      <a16:creationId xmlns:a16="http://schemas.microsoft.com/office/drawing/2014/main" id="{988F2A4B-80A3-6074-EC61-92F77ABEAD2E}"/>
                    </a:ext>
                  </a:extLst>
                </p:cNvPr>
                <p:cNvSpPr/>
                <p:nvPr/>
              </p:nvSpPr>
              <p:spPr>
                <a:xfrm>
                  <a:off x="11359505" y="9414933"/>
                  <a:ext cx="1151467" cy="923164"/>
                </a:xfrm>
                <a:prstGeom prst="rect">
                  <a:avLst/>
                </a:prstGeom>
                <a:solidFill>
                  <a:schemeClr val="bg1">
                    <a:alpha val="42000"/>
                  </a:schemeClr>
                </a:solidFill>
                <a:ln w="34925"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0" name="Rectangle 1119">
                  <a:extLst>
                    <a:ext uri="{FF2B5EF4-FFF2-40B4-BE49-F238E27FC236}">
                      <a16:creationId xmlns:a16="http://schemas.microsoft.com/office/drawing/2014/main" id="{B6B8A21F-15C8-ABD5-8C3C-E5F5D0D32704}"/>
                    </a:ext>
                  </a:extLst>
                </p:cNvPr>
                <p:cNvSpPr/>
                <p:nvPr/>
              </p:nvSpPr>
              <p:spPr>
                <a:xfrm>
                  <a:off x="12263532" y="9414933"/>
                  <a:ext cx="1151467" cy="923164"/>
                </a:xfrm>
                <a:prstGeom prst="rect">
                  <a:avLst/>
                </a:prstGeom>
                <a:solidFill>
                  <a:schemeClr val="bg1">
                    <a:alpha val="42000"/>
                  </a:schemeClr>
                </a:solidFill>
                <a:ln w="349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1" name="Rectangle 1120">
                  <a:extLst>
                    <a:ext uri="{FF2B5EF4-FFF2-40B4-BE49-F238E27FC236}">
                      <a16:creationId xmlns:a16="http://schemas.microsoft.com/office/drawing/2014/main" id="{EF94C456-3E3E-0226-D9E9-3622B4ECD547}"/>
                    </a:ext>
                  </a:extLst>
                </p:cNvPr>
                <p:cNvSpPr/>
                <p:nvPr/>
              </p:nvSpPr>
              <p:spPr>
                <a:xfrm>
                  <a:off x="13202478" y="9414933"/>
                  <a:ext cx="1151467" cy="923164"/>
                </a:xfrm>
                <a:prstGeom prst="rect">
                  <a:avLst/>
                </a:prstGeom>
                <a:solidFill>
                  <a:schemeClr val="bg1">
                    <a:alpha val="42000"/>
                  </a:schemeClr>
                </a:solidFill>
                <a:ln w="34925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6C284832-5E99-8D3E-F762-B60E7E341297}"/>
                  </a:ext>
                </a:extLst>
              </p:cNvPr>
              <p:cNvSpPr/>
              <p:nvPr/>
            </p:nvSpPr>
            <p:spPr>
              <a:xfrm>
                <a:off x="16459441" y="10582102"/>
                <a:ext cx="3740126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GB" sz="5400" b="1" dirty="0">
                    <a:ln w="0"/>
                    <a:gradFill>
                      <a:gsLst>
                        <a:gs pos="0">
                          <a:schemeClr val="accent5">
                            <a:lumMod val="50000"/>
                          </a:schemeClr>
                        </a:gs>
                        <a:gs pos="50000">
                          <a:schemeClr val="accent5"/>
                        </a:gs>
                        <a:gs pos="100000">
                          <a:schemeClr val="accent5">
                            <a:lumMod val="60000"/>
                            <a:lumOff val="40000"/>
                          </a:schemeClr>
                        </a:gs>
                      </a:gsLst>
                      <a:lin ang="5400000"/>
                    </a:gradFill>
                    <a:effectLst>
                      <a:reflection blurRad="6350" stA="53000" endA="300" endPos="35500" dir="5400000" sy="-90000" algn="bl" rotWithShape="0"/>
                    </a:effectLst>
                  </a:rPr>
                  <a:t>Embedding</a:t>
                </a:r>
              </a:p>
            </p:txBody>
          </p:sp>
        </p:grpSp>
        <p:sp>
          <p:nvSpPr>
            <p:cNvPr id="1187" name="TextBox 1186">
              <a:extLst>
                <a:ext uri="{FF2B5EF4-FFF2-40B4-BE49-F238E27FC236}">
                  <a16:creationId xmlns:a16="http://schemas.microsoft.com/office/drawing/2014/main" id="{766087AD-C815-30FC-4250-6FE30B8B1EAA}"/>
                </a:ext>
              </a:extLst>
            </p:cNvPr>
            <p:cNvSpPr txBox="1"/>
            <p:nvPr/>
          </p:nvSpPr>
          <p:spPr>
            <a:xfrm>
              <a:off x="24713753" y="8780943"/>
              <a:ext cx="466215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1 0 0 11 0 0 1 1 0 0 1 1 0 0 1 1 0 0 1 1 0 0 11 0 0 1 1 0 0 1 1 0 0 1 1 0 0 1 1 0 0 11 0 0 1 1 0 0 1 1 0 0 1 1 0 0 1 1 0 0 11 0 0 1 1 0 0 1 1 0 0 1 1 0 0 11 0 0 11 0 0 1 1 0 0 1 1 0 0 1 1 0 0 1 1 0 0 11 0 0 1</a:t>
              </a:r>
            </a:p>
          </p:txBody>
        </p:sp>
      </p:grpSp>
      <p:sp>
        <p:nvSpPr>
          <p:cNvPr id="1189" name="Triangle 1188">
            <a:extLst>
              <a:ext uri="{FF2B5EF4-FFF2-40B4-BE49-F238E27FC236}">
                <a16:creationId xmlns:a16="http://schemas.microsoft.com/office/drawing/2014/main" id="{F5576401-2F9D-E4FF-7E7D-5ABBDF114183}"/>
              </a:ext>
            </a:extLst>
          </p:cNvPr>
          <p:cNvSpPr/>
          <p:nvPr/>
        </p:nvSpPr>
        <p:spPr>
          <a:xfrm rot="4889868">
            <a:off x="14801382" y="11996290"/>
            <a:ext cx="341159" cy="34529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0" name="Triangle 1189">
            <a:extLst>
              <a:ext uri="{FF2B5EF4-FFF2-40B4-BE49-F238E27FC236}">
                <a16:creationId xmlns:a16="http://schemas.microsoft.com/office/drawing/2014/main" id="{AC37CCAB-26F1-B56D-9306-2A16A47A5E18}"/>
              </a:ext>
            </a:extLst>
          </p:cNvPr>
          <p:cNvSpPr/>
          <p:nvPr/>
        </p:nvSpPr>
        <p:spPr>
          <a:xfrm rot="5400000">
            <a:off x="23004422" y="9187193"/>
            <a:ext cx="341159" cy="34529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1" name="Triangle 1190">
            <a:extLst>
              <a:ext uri="{FF2B5EF4-FFF2-40B4-BE49-F238E27FC236}">
                <a16:creationId xmlns:a16="http://schemas.microsoft.com/office/drawing/2014/main" id="{C9EA51AB-7730-B6BE-2BBE-944674FAD48E}"/>
              </a:ext>
            </a:extLst>
          </p:cNvPr>
          <p:cNvSpPr/>
          <p:nvPr/>
        </p:nvSpPr>
        <p:spPr>
          <a:xfrm rot="10800000">
            <a:off x="26864256" y="10570704"/>
            <a:ext cx="341159" cy="34529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2" name="Triangle 1191">
            <a:extLst>
              <a:ext uri="{FF2B5EF4-FFF2-40B4-BE49-F238E27FC236}">
                <a16:creationId xmlns:a16="http://schemas.microsoft.com/office/drawing/2014/main" id="{C077F6D7-FE88-C933-BED6-698A87C71E03}"/>
              </a:ext>
            </a:extLst>
          </p:cNvPr>
          <p:cNvSpPr/>
          <p:nvPr/>
        </p:nvSpPr>
        <p:spPr>
          <a:xfrm rot="16200000">
            <a:off x="25650964" y="14783315"/>
            <a:ext cx="341159" cy="34529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3" name="Triangle 1192">
            <a:extLst>
              <a:ext uri="{FF2B5EF4-FFF2-40B4-BE49-F238E27FC236}">
                <a16:creationId xmlns:a16="http://schemas.microsoft.com/office/drawing/2014/main" id="{7BF2A16A-6DA7-F1DB-9970-84ABD8161BBD}"/>
              </a:ext>
            </a:extLst>
          </p:cNvPr>
          <p:cNvSpPr/>
          <p:nvPr/>
        </p:nvSpPr>
        <p:spPr>
          <a:xfrm rot="16200000">
            <a:off x="18529908" y="14735646"/>
            <a:ext cx="341159" cy="34529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5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22 -0.00022 L -0.00522 -0.00022 C -0.00381 0.00045 -0.00243 0.00155 -0.00099 0.00169 C 0.00032 0.00184 0.00448 0.0003 0.0061 -0.00022 L 0.00893 -0.0022 L 0.01037 -0.00323 C 0.01069 -0.00389 0.0109 -0.00477 0.01129 -0.00514 C 0.01129 -0.00514 0.01485 -0.00764 0.01556 -0.00815 L 0.01697 -0.00911 L 0.01838 -0.01006 C 0.01926 -0.0119 0.01958 -0.01278 0.02074 -0.01403 C 0.0212 -0.01447 0.0217 -0.01469 0.02219 -0.01499 C 0.02279 -0.01631 0.02357 -0.01741 0.02406 -0.01896 C 0.02438 -0.01991 0.02462 -0.02109 0.02501 -0.0219 C 0.0254 -0.02271 0.026 -0.02307 0.02642 -0.02388 C 0.02727 -0.02543 0.02879 -0.02881 0.02879 -0.02881 C 0.0291 -0.03079 0.02918 -0.033 0.02974 -0.03469 C 0.03006 -0.03572 0.03045 -0.0366 0.03069 -0.03763 C 0.03108 -0.03954 0.03094 -0.04211 0.03164 -0.04358 C 0.0321 -0.04453 0.03263 -0.04542 0.03306 -0.04652 C 0.03602 -0.05394 0.03217 -0.04571 0.03493 -0.05144 C 0.0351 -0.0524 0.03535 -0.05335 0.03542 -0.05438 C 0.03567 -0.05762 0.03574 -0.06092 0.03588 -0.06423 C 0.03605 -0.06849 0.03602 -0.07283 0.03634 -0.07702 C 0.03651 -0.07908 0.03711 -0.08092 0.03729 -0.08297 C 0.03747 -0.08459 0.03761 -0.08621 0.03778 -0.08782 C 0.03807 -0.09047 0.03845 -0.09312 0.0387 -0.09576 C 0.03888 -0.09738 0.03888 -0.09914 0.03919 -0.10069 C 0.03937 -0.10149 0.03976 -0.10216 0.04015 -0.1026 C 0.04057 -0.10319 0.04106 -0.10333 0.04156 -0.10363 C 0.04279 -0.10429 0.0441 -0.10473 0.04533 -0.10561 L 0.04816 -0.10752 L 0.0496 -0.10855 C 0.05006 -0.10921 0.05048 -0.10995 0.05101 -0.11054 C 0.05144 -0.11098 0.05204 -0.11083 0.05242 -0.11149 C 0.055 -0.11575 0.05161 -0.11347 0.05479 -0.11641 C 0.0557 -0.11722 0.05669 -0.11774 0.05761 -0.1184 L 0.06188 -0.12134 L 0.06615 -0.12428 C 0.06661 -0.12465 0.06706 -0.12509 0.06756 -0.12523 C 0.06833 -0.1256 0.06911 -0.1259 0.06992 -0.12626 C 0.07257 -0.12744 0.07094 -0.12722 0.07324 -0.12722 " pathEditMode="relative" ptsTypes="AAAAAAAAAAAAAAAAAAAAAAAAAAAAAAAAAAAAAAAAAA">
                                      <p:cBhvr>
                                        <p:cTn id="6" dur="2000" fill="hold"/>
                                        <p:tgtEl>
                                          <p:spTgt spid="11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29711E-6 1.76687E-6 L 0.03503 0.0038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0" y="1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07 0.14362 " pathEditMode="relative" ptsTypes="AA">
                                      <p:cBhvr>
                                        <p:cTn id="14" dur="2000" fill="hold"/>
                                        <p:tgtEl>
                                          <p:spTgt spid="11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3 -0.00074 -0.00374 -0.00052 -0.00617 -0.00199 C -0.00713 -0.00258 -0.00804 -0.00331 -0.009 -0.00397 L -0.01182 -0.00596 C -0.01231 -0.00625 -0.01277 -0.00677 -0.01327 -0.00691 C -0.01418 -0.00728 -0.01514 -0.00765 -0.01609 -0.00794 C -0.01909 -0.00882 -0.01937 -0.00838 -0.02177 -0.00985 C -0.02272 -0.01051 -0.02459 -0.01184 -0.02459 -0.01184 C -0.02505 -0.0125 -0.02551 -0.01331 -0.026 -0.01382 C -0.02646 -0.01426 -0.02702 -0.01419 -0.02741 -0.01478 C -0.02833 -0.01617 -0.029 -0.01808 -0.02978 -0.0197 C -0.03009 -0.02036 -0.03038 -0.02117 -0.03073 -0.02169 C -0.03309 -0.02499 -0.03175 -0.02286 -0.0345 -0.02859 L -0.03546 -0.03058 C -0.03595 -0.03153 -0.03651 -0.03234 -0.03687 -0.03352 L -0.03877 -0.0394 C -0.03909 -0.04043 -0.03955 -0.04124 -0.03972 -0.04241 L -0.04018 -0.04535 C -0.04025 -0.04645 -0.04043 -0.0538 -0.04114 -0.05616 C -0.04135 -0.05696 -0.04174 -0.05755 -0.04209 -0.05814 C -0.04251 -0.05888 -0.04301 -0.05946 -0.0435 -0.06012 C -0.04413 -0.06211 -0.04502 -0.0638 -0.04537 -0.066 L -0.04632 -0.07188 C -0.0465 -0.07534 -0.04664 -0.0832 -0.04773 -0.08666 C -0.04805 -0.08769 -0.04833 -0.08872 -0.04869 -0.08967 C -0.04897 -0.09041 -0.04936 -0.09085 -0.04964 -0.09158 C -0.05031 -0.09349 -0.05091 -0.09555 -0.05154 -0.09753 C -0.05186 -0.09849 -0.05193 -0.10011 -0.05246 -0.10047 L -0.05391 -0.10143 C -0.0562 -0.10863 -0.05334 -0.10106 -0.05627 -0.1054 C -0.05698 -0.1065 -0.0574 -0.10834 -0.05814 -0.10937 C -0.05909 -0.11062 -0.06019 -0.11157 -0.06096 -0.11326 C -0.06128 -0.11392 -0.06153 -0.11473 -0.06191 -0.11525 C -0.06234 -0.11576 -0.0629 -0.11576 -0.06333 -0.1162 C -0.06699 -0.12003 -0.06262 -0.11672 -0.06618 -0.11922 C -0.06664 -0.1198 -0.0671 -0.12061 -0.06759 -0.12113 C -0.06805 -0.12164 -0.06858 -0.12157 -0.06901 -0.12216 C -0.06939 -0.1226 -0.06957 -0.1237 -0.06996 -0.12414 C -0.07172 -0.12598 -0.07327 -0.1262 -0.07514 -0.12708 C -0.07578 -0.12737 -0.07641 -0.12796 -0.07705 -0.12804 C -0.07846 -0.12826 -0.07987 -0.12804 -0.08128 -0.12804 " pathEditMode="relative" ptsTypes="AAAAAAAAAAAAAAAAAAAAAAAAAAAAAAAAAAAAAAAAAA">
                                      <p:cBhvr>
                                        <p:cTn id="18" dur="2000" fill="hold"/>
                                        <p:tgtEl>
                                          <p:spTgt spid="11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9" grpId="0" animBg="1"/>
      <p:bldP spid="1190" grpId="0" animBg="1"/>
      <p:bldP spid="1191" grpId="0" animBg="1"/>
      <p:bldP spid="119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Rounded Rectangle 1125">
            <a:extLst>
              <a:ext uri="{FF2B5EF4-FFF2-40B4-BE49-F238E27FC236}">
                <a16:creationId xmlns:a16="http://schemas.microsoft.com/office/drawing/2014/main" id="{384273E4-33E0-39F2-91FE-C202FCFFE13B}"/>
              </a:ext>
            </a:extLst>
          </p:cNvPr>
          <p:cNvSpPr/>
          <p:nvPr/>
        </p:nvSpPr>
        <p:spPr>
          <a:xfrm>
            <a:off x="11500770" y="9705600"/>
            <a:ext cx="28832922" cy="7948376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125" name="Rounded Rectangle 1124">
            <a:extLst>
              <a:ext uri="{FF2B5EF4-FFF2-40B4-BE49-F238E27FC236}">
                <a16:creationId xmlns:a16="http://schemas.microsoft.com/office/drawing/2014/main" id="{B3DB7D46-6D29-423E-66F7-B67A763D9C3B}"/>
              </a:ext>
            </a:extLst>
          </p:cNvPr>
          <p:cNvSpPr/>
          <p:nvPr/>
        </p:nvSpPr>
        <p:spPr>
          <a:xfrm>
            <a:off x="4755279" y="759260"/>
            <a:ext cx="35488716" cy="883288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94634F30-3A96-B306-42FE-A3E18E2B2DA4}"/>
              </a:ext>
            </a:extLst>
          </p:cNvPr>
          <p:cNvGrpSpPr/>
          <p:nvPr/>
        </p:nvGrpSpPr>
        <p:grpSpPr>
          <a:xfrm>
            <a:off x="5186220" y="1786709"/>
            <a:ext cx="10703858" cy="4954066"/>
            <a:chOff x="796702" y="2063447"/>
            <a:chExt cx="10703858" cy="4954066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FDBB798-9AF9-AA18-5BB3-FF3C8C7834EF}"/>
                </a:ext>
              </a:extLst>
            </p:cNvPr>
            <p:cNvGrpSpPr/>
            <p:nvPr/>
          </p:nvGrpSpPr>
          <p:grpSpPr>
            <a:xfrm>
              <a:off x="3011850" y="2063447"/>
              <a:ext cx="5900134" cy="3417139"/>
              <a:chOff x="2433917" y="4106325"/>
              <a:chExt cx="8498542" cy="6261473"/>
            </a:xfrm>
          </p:grpSpPr>
          <p:pic>
            <p:nvPicPr>
              <p:cNvPr id="1028" name="Picture 4" descr="Pdf document icon Stock Vector | Adobe Stock">
                <a:extLst>
                  <a:ext uri="{FF2B5EF4-FFF2-40B4-BE49-F238E27FC236}">
                    <a16:creationId xmlns:a16="http://schemas.microsoft.com/office/drawing/2014/main" id="{8A755B95-648E-DFBE-2FCC-744F22054A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685" t="12821" r="22598" b="20261"/>
              <a:stretch/>
            </p:blipFill>
            <p:spPr bwMode="auto">
              <a:xfrm>
                <a:off x="2433917" y="4138282"/>
                <a:ext cx="2635624" cy="29533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2" name="Picture 4" descr="Pdf document icon Stock Vector | Adobe Stock">
                <a:extLst>
                  <a:ext uri="{FF2B5EF4-FFF2-40B4-BE49-F238E27FC236}">
                    <a16:creationId xmlns:a16="http://schemas.microsoft.com/office/drawing/2014/main" id="{8718498F-6CC5-17A5-4B0C-2ACD835EE1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685" t="12821" r="22598" b="20261"/>
              <a:stretch/>
            </p:blipFill>
            <p:spPr bwMode="auto">
              <a:xfrm>
                <a:off x="5365376" y="4138282"/>
                <a:ext cx="2635624" cy="29533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3" name="Picture 4" descr="Pdf document icon Stock Vector | Adobe Stock">
                <a:extLst>
                  <a:ext uri="{FF2B5EF4-FFF2-40B4-BE49-F238E27FC236}">
                    <a16:creationId xmlns:a16="http://schemas.microsoft.com/office/drawing/2014/main" id="{8AECF867-A033-506E-3F64-D59CF13003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685" t="12821" r="22598" b="20261"/>
              <a:stretch/>
            </p:blipFill>
            <p:spPr bwMode="auto">
              <a:xfrm>
                <a:off x="8296835" y="4106325"/>
                <a:ext cx="2635624" cy="29533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4" name="Picture 4" descr="Pdf document icon Stock Vector | Adobe Stock">
                <a:extLst>
                  <a:ext uri="{FF2B5EF4-FFF2-40B4-BE49-F238E27FC236}">
                    <a16:creationId xmlns:a16="http://schemas.microsoft.com/office/drawing/2014/main" id="{2DC57539-E628-BBD2-7FCF-D8B80A83CB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685" t="12821" r="22598" b="20261"/>
              <a:stretch/>
            </p:blipFill>
            <p:spPr bwMode="auto">
              <a:xfrm>
                <a:off x="4020671" y="7414404"/>
                <a:ext cx="2635624" cy="29533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" name="Picture 4" descr="Pdf document icon Stock Vector | Adobe Stock">
                <a:extLst>
                  <a:ext uri="{FF2B5EF4-FFF2-40B4-BE49-F238E27FC236}">
                    <a16:creationId xmlns:a16="http://schemas.microsoft.com/office/drawing/2014/main" id="{28C56EAC-66AB-AB8E-A9A7-5A233274E5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685" t="12821" r="22598" b="20261"/>
              <a:stretch/>
            </p:blipFill>
            <p:spPr bwMode="auto">
              <a:xfrm>
                <a:off x="6952130" y="7414404"/>
                <a:ext cx="2635624" cy="29533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0AB615A-9FAD-8F58-86AE-47C6431C1AFE}"/>
                </a:ext>
              </a:extLst>
            </p:cNvPr>
            <p:cNvSpPr txBox="1"/>
            <p:nvPr/>
          </p:nvSpPr>
          <p:spPr>
            <a:xfrm>
              <a:off x="796702" y="6094183"/>
              <a:ext cx="1070385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r>
                <a:rPr lang="en-HK" sz="5400" dirty="0"/>
                <a:t>companies+”data-10-k-2023.pdf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99DB3FC-B9E5-D503-EB58-D4A20C898155}"/>
              </a:ext>
            </a:extLst>
          </p:cNvPr>
          <p:cNvGrpSpPr/>
          <p:nvPr/>
        </p:nvGrpSpPr>
        <p:grpSpPr>
          <a:xfrm>
            <a:off x="31969975" y="2161607"/>
            <a:ext cx="4837413" cy="2020977"/>
            <a:chOff x="24713753" y="8780943"/>
            <a:chExt cx="4837413" cy="2020977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35A44F6-5580-9B12-8CF9-607B02EC3D97}"/>
                </a:ext>
              </a:extLst>
            </p:cNvPr>
            <p:cNvGrpSpPr/>
            <p:nvPr/>
          </p:nvGrpSpPr>
          <p:grpSpPr>
            <a:xfrm>
              <a:off x="24713753" y="8929082"/>
              <a:ext cx="4837413" cy="1872838"/>
              <a:chOff x="16008421" y="9632594"/>
              <a:chExt cx="4837413" cy="1872838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7736A11C-C822-21B3-83F6-67CE69237376}"/>
                  </a:ext>
                </a:extLst>
              </p:cNvPr>
              <p:cNvGrpSpPr/>
              <p:nvPr/>
            </p:nvGrpSpPr>
            <p:grpSpPr>
              <a:xfrm>
                <a:off x="16008421" y="9632594"/>
                <a:ext cx="4837413" cy="923164"/>
                <a:chOff x="9516532" y="9414933"/>
                <a:chExt cx="4837413" cy="923164"/>
              </a:xfrm>
            </p:grpSpPr>
            <p:sp>
              <p:nvSpPr>
                <p:cNvPr id="1027" name="Rectangle 1026">
                  <a:extLst>
                    <a:ext uri="{FF2B5EF4-FFF2-40B4-BE49-F238E27FC236}">
                      <a16:creationId xmlns:a16="http://schemas.microsoft.com/office/drawing/2014/main" id="{3D61B1EC-4DED-2E9D-95C0-2337CB70DB03}"/>
                    </a:ext>
                  </a:extLst>
                </p:cNvPr>
                <p:cNvSpPr/>
                <p:nvPr/>
              </p:nvSpPr>
              <p:spPr>
                <a:xfrm>
                  <a:off x="9516532" y="9414933"/>
                  <a:ext cx="1151467" cy="923164"/>
                </a:xfrm>
                <a:prstGeom prst="rect">
                  <a:avLst/>
                </a:prstGeom>
                <a:solidFill>
                  <a:schemeClr val="bg1"/>
                </a:solidFill>
                <a:ln w="349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9" name="Rectangle 1028">
                  <a:extLst>
                    <a:ext uri="{FF2B5EF4-FFF2-40B4-BE49-F238E27FC236}">
                      <a16:creationId xmlns:a16="http://schemas.microsoft.com/office/drawing/2014/main" id="{DC42EB28-45E5-E3C7-FA8C-B321EF40E67B}"/>
                    </a:ext>
                  </a:extLst>
                </p:cNvPr>
                <p:cNvSpPr/>
                <p:nvPr/>
              </p:nvSpPr>
              <p:spPr>
                <a:xfrm>
                  <a:off x="10420559" y="9414933"/>
                  <a:ext cx="1151467" cy="923164"/>
                </a:xfrm>
                <a:prstGeom prst="rect">
                  <a:avLst/>
                </a:prstGeom>
                <a:solidFill>
                  <a:schemeClr val="bg1">
                    <a:alpha val="42000"/>
                  </a:schemeClr>
                </a:solidFill>
                <a:ln w="3492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30" name="Rectangle 1029">
                  <a:extLst>
                    <a:ext uri="{FF2B5EF4-FFF2-40B4-BE49-F238E27FC236}">
                      <a16:creationId xmlns:a16="http://schemas.microsoft.com/office/drawing/2014/main" id="{102EA993-1E4A-71D7-7AA4-53E780D3FBF5}"/>
                    </a:ext>
                  </a:extLst>
                </p:cNvPr>
                <p:cNvSpPr/>
                <p:nvPr/>
              </p:nvSpPr>
              <p:spPr>
                <a:xfrm>
                  <a:off x="11359505" y="9414933"/>
                  <a:ext cx="1151467" cy="923164"/>
                </a:xfrm>
                <a:prstGeom prst="rect">
                  <a:avLst/>
                </a:prstGeom>
                <a:solidFill>
                  <a:schemeClr val="bg1">
                    <a:alpha val="42000"/>
                  </a:schemeClr>
                </a:solidFill>
                <a:ln w="34925"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1" name="Rectangle 1030">
                  <a:extLst>
                    <a:ext uri="{FF2B5EF4-FFF2-40B4-BE49-F238E27FC236}">
                      <a16:creationId xmlns:a16="http://schemas.microsoft.com/office/drawing/2014/main" id="{356DE962-E1D5-19B9-BBA7-68FFB6C6C9CB}"/>
                    </a:ext>
                  </a:extLst>
                </p:cNvPr>
                <p:cNvSpPr/>
                <p:nvPr/>
              </p:nvSpPr>
              <p:spPr>
                <a:xfrm>
                  <a:off x="12263532" y="9414933"/>
                  <a:ext cx="1151467" cy="923164"/>
                </a:xfrm>
                <a:prstGeom prst="rect">
                  <a:avLst/>
                </a:prstGeom>
                <a:solidFill>
                  <a:schemeClr val="bg1">
                    <a:alpha val="42000"/>
                  </a:schemeClr>
                </a:solidFill>
                <a:ln w="349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2" name="Rectangle 1031">
                  <a:extLst>
                    <a:ext uri="{FF2B5EF4-FFF2-40B4-BE49-F238E27FC236}">
                      <a16:creationId xmlns:a16="http://schemas.microsoft.com/office/drawing/2014/main" id="{0C0EE2AA-436E-BA57-78FD-65D2864283F0}"/>
                    </a:ext>
                  </a:extLst>
                </p:cNvPr>
                <p:cNvSpPr/>
                <p:nvPr/>
              </p:nvSpPr>
              <p:spPr>
                <a:xfrm>
                  <a:off x="13202478" y="9414933"/>
                  <a:ext cx="1151467" cy="923164"/>
                </a:xfrm>
                <a:prstGeom prst="rect">
                  <a:avLst/>
                </a:prstGeom>
                <a:solidFill>
                  <a:schemeClr val="bg1">
                    <a:alpha val="42000"/>
                  </a:schemeClr>
                </a:solidFill>
                <a:ln w="34925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25" name="Rectangle 1024">
                <a:extLst>
                  <a:ext uri="{FF2B5EF4-FFF2-40B4-BE49-F238E27FC236}">
                    <a16:creationId xmlns:a16="http://schemas.microsoft.com/office/drawing/2014/main" id="{3A3D7B07-E79F-CB03-98FF-F029B54D784B}"/>
                  </a:ext>
                </a:extLst>
              </p:cNvPr>
              <p:cNvSpPr/>
              <p:nvPr/>
            </p:nvSpPr>
            <p:spPr>
              <a:xfrm>
                <a:off x="16459441" y="10582102"/>
                <a:ext cx="3740126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GB" sz="5400" b="1" dirty="0">
                    <a:ln w="0"/>
                    <a:effectLst>
                      <a:reflection blurRad="6350" stA="53000" endA="300" endPos="35500" dir="5400000" sy="-90000" algn="bl" rotWithShape="0"/>
                    </a:effectLst>
                  </a:rPr>
                  <a:t>Embedding</a:t>
                </a: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59AD79B-4482-014C-C701-0600C0D43240}"/>
                </a:ext>
              </a:extLst>
            </p:cNvPr>
            <p:cNvSpPr txBox="1"/>
            <p:nvPr/>
          </p:nvSpPr>
          <p:spPr>
            <a:xfrm>
              <a:off x="24713753" y="8780943"/>
              <a:ext cx="466215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1 0 0 11 0 0 1 1 0 0 1 1 0 0 1 1 0 0 1 1 0 0 11 0 0 1 1 0 0 1 1 0 0 1 1 0 0 1 1 0 0 11 0 0 1 1 0 0 1 1 0 0 1 1 0 0 1 1 0 0 11 0 0 1 1 0 0 1 1 0 0 1 1 0 0 11 0 0 11 0 0 1 1 0 0 1 1 0 0 1 1 0 0 1 1 0 0 11 0 0 1</a:t>
              </a:r>
            </a:p>
          </p:txBody>
        </p:sp>
      </p:grp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6F589A00-AEA3-45B6-B44A-5EC6F79B0054}"/>
              </a:ext>
            </a:extLst>
          </p:cNvPr>
          <p:cNvGrpSpPr/>
          <p:nvPr/>
        </p:nvGrpSpPr>
        <p:grpSpPr>
          <a:xfrm>
            <a:off x="22018764" y="2326193"/>
            <a:ext cx="4837413" cy="1872838"/>
            <a:chOff x="10073785" y="9632594"/>
            <a:chExt cx="4837413" cy="1872838"/>
          </a:xfrm>
        </p:grpSpPr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62688B57-6EFC-94DD-4CC0-86D49AB29409}"/>
                </a:ext>
              </a:extLst>
            </p:cNvPr>
            <p:cNvGrpSpPr/>
            <p:nvPr/>
          </p:nvGrpSpPr>
          <p:grpSpPr>
            <a:xfrm>
              <a:off x="10073785" y="9632594"/>
              <a:ext cx="4837413" cy="923164"/>
              <a:chOff x="9516532" y="9414933"/>
              <a:chExt cx="4837413" cy="923164"/>
            </a:xfrm>
          </p:grpSpPr>
          <p:sp>
            <p:nvSpPr>
              <p:cNvPr id="1036" name="Rectangle 1035">
                <a:extLst>
                  <a:ext uri="{FF2B5EF4-FFF2-40B4-BE49-F238E27FC236}">
                    <a16:creationId xmlns:a16="http://schemas.microsoft.com/office/drawing/2014/main" id="{63EBD523-0BC7-3050-D1C5-E125ABB5DC77}"/>
                  </a:ext>
                </a:extLst>
              </p:cNvPr>
              <p:cNvSpPr/>
              <p:nvPr/>
            </p:nvSpPr>
            <p:spPr>
              <a:xfrm>
                <a:off x="9516532" y="9414933"/>
                <a:ext cx="1151467" cy="923164"/>
              </a:xfrm>
              <a:prstGeom prst="rect">
                <a:avLst/>
              </a:prstGeom>
              <a:solidFill>
                <a:schemeClr val="bg1"/>
              </a:solidFill>
              <a:ln w="349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3BF6EE1D-9961-BC50-68EA-A6E26F8532D7}"/>
                  </a:ext>
                </a:extLst>
              </p:cNvPr>
              <p:cNvSpPr/>
              <p:nvPr/>
            </p:nvSpPr>
            <p:spPr>
              <a:xfrm>
                <a:off x="10420559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8" name="Rectangle 1037">
                <a:extLst>
                  <a:ext uri="{FF2B5EF4-FFF2-40B4-BE49-F238E27FC236}">
                    <a16:creationId xmlns:a16="http://schemas.microsoft.com/office/drawing/2014/main" id="{FBB02461-FBC7-2F51-D952-9115B34FBF63}"/>
                  </a:ext>
                </a:extLst>
              </p:cNvPr>
              <p:cNvSpPr/>
              <p:nvPr/>
            </p:nvSpPr>
            <p:spPr>
              <a:xfrm>
                <a:off x="11359505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9" name="Rectangle 1038">
                <a:extLst>
                  <a:ext uri="{FF2B5EF4-FFF2-40B4-BE49-F238E27FC236}">
                    <a16:creationId xmlns:a16="http://schemas.microsoft.com/office/drawing/2014/main" id="{88750E6A-2385-43F3-2F0F-C11827C4F631}"/>
                  </a:ext>
                </a:extLst>
              </p:cNvPr>
              <p:cNvSpPr/>
              <p:nvPr/>
            </p:nvSpPr>
            <p:spPr>
              <a:xfrm>
                <a:off x="12263532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0" name="Rectangle 1039">
                <a:extLst>
                  <a:ext uri="{FF2B5EF4-FFF2-40B4-BE49-F238E27FC236}">
                    <a16:creationId xmlns:a16="http://schemas.microsoft.com/office/drawing/2014/main" id="{B1156995-F6F3-78A0-B662-20FF3B6C29A4}"/>
                  </a:ext>
                </a:extLst>
              </p:cNvPr>
              <p:cNvSpPr/>
              <p:nvPr/>
            </p:nvSpPr>
            <p:spPr>
              <a:xfrm>
                <a:off x="13202478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239019FC-0333-A9FE-5031-3813C2EEFDD3}"/>
                </a:ext>
              </a:extLst>
            </p:cNvPr>
            <p:cNvSpPr/>
            <p:nvPr/>
          </p:nvSpPr>
          <p:spPr>
            <a:xfrm>
              <a:off x="11193607" y="10582102"/>
              <a:ext cx="2597442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GB" sz="5400" b="1" dirty="0">
                  <a:ln w="0"/>
                  <a:effectLst>
                    <a:reflection blurRad="6350" stA="53000" endA="300" endPos="35500" dir="5400000" sy="-90000" algn="bl" rotWithShape="0"/>
                  </a:effectLst>
                </a:rPr>
                <a:t>Chunks</a:t>
              </a:r>
            </a:p>
          </p:txBody>
        </p:sp>
      </p:grp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971F0D21-1B56-7E42-F225-A33D957BCCBD}"/>
              </a:ext>
            </a:extLst>
          </p:cNvPr>
          <p:cNvGrpSpPr/>
          <p:nvPr/>
        </p:nvGrpSpPr>
        <p:grpSpPr>
          <a:xfrm>
            <a:off x="31774863" y="5722876"/>
            <a:ext cx="3891288" cy="3543577"/>
            <a:chOff x="33012347" y="2819365"/>
            <a:chExt cx="3891288" cy="3543577"/>
          </a:xfrm>
        </p:grpSpPr>
        <p:pic>
          <p:nvPicPr>
            <p:cNvPr id="1041" name="Picture 10" descr="ChromaDB is a powerful vector database ...">
              <a:extLst>
                <a:ext uri="{FF2B5EF4-FFF2-40B4-BE49-F238E27FC236}">
                  <a16:creationId xmlns:a16="http://schemas.microsoft.com/office/drawing/2014/main" id="{46B65EDF-EC43-1CEF-61C1-E277106979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1289"/>
            <a:stretch/>
          </p:blipFill>
          <p:spPr bwMode="auto">
            <a:xfrm>
              <a:off x="33593812" y="2819365"/>
              <a:ext cx="2933700" cy="19023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3AD1911C-70F5-31C6-EFDD-80098E4E9E15}"/>
                </a:ext>
              </a:extLst>
            </p:cNvPr>
            <p:cNvSpPr txBox="1"/>
            <p:nvPr/>
          </p:nvSpPr>
          <p:spPr>
            <a:xfrm>
              <a:off x="33012347" y="4608616"/>
              <a:ext cx="3891288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5400" b="1"/>
              </a:lvl1pPr>
            </a:lstStyle>
            <a:p>
              <a:pPr algn="ctr"/>
              <a:r>
                <a:rPr lang="en-US" dirty="0"/>
                <a:t>Vector </a:t>
              </a:r>
              <a:r>
                <a:rPr lang="en-US" dirty="0" err="1"/>
                <a:t>ChromaDB</a:t>
              </a:r>
              <a:endParaRPr lang="en-US" dirty="0"/>
            </a:p>
          </p:txBody>
        </p:sp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8BEF1CC9-9899-56F3-0E76-CBB2EC402298}"/>
              </a:ext>
            </a:extLst>
          </p:cNvPr>
          <p:cNvGrpSpPr/>
          <p:nvPr/>
        </p:nvGrpSpPr>
        <p:grpSpPr>
          <a:xfrm>
            <a:off x="3955199" y="11647099"/>
            <a:ext cx="2901306" cy="3662903"/>
            <a:chOff x="-3100250" y="12031919"/>
            <a:chExt cx="2901306" cy="3662903"/>
          </a:xfrm>
        </p:grpSpPr>
        <p:pic>
          <p:nvPicPr>
            <p:cNvPr id="1046" name="Graphic 1045" descr="User with solid fill">
              <a:extLst>
                <a:ext uri="{FF2B5EF4-FFF2-40B4-BE49-F238E27FC236}">
                  <a16:creationId xmlns:a16="http://schemas.microsoft.com/office/drawing/2014/main" id="{42F17F56-70BE-95FB-F3E8-4ACAB49D9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3100250" y="12031919"/>
              <a:ext cx="2901306" cy="2901306"/>
            </a:xfrm>
            <a:prstGeom prst="rect">
              <a:avLst/>
            </a:prstGeom>
          </p:spPr>
        </p:pic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26400D4E-24A5-E6CA-28E5-0D392B95D833}"/>
                </a:ext>
              </a:extLst>
            </p:cNvPr>
            <p:cNvSpPr/>
            <p:nvPr/>
          </p:nvSpPr>
          <p:spPr>
            <a:xfrm>
              <a:off x="-2438824" y="14771492"/>
              <a:ext cx="1917513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GB" sz="5400" b="1" dirty="0">
                  <a:ln w="0"/>
                  <a:solidFill>
                    <a:schemeClr val="tx2">
                      <a:lumMod val="75000"/>
                      <a:lumOff val="25000"/>
                    </a:schemeClr>
                  </a:solidFill>
                  <a:effectLst>
                    <a:reflection blurRad="6350" stA="53000" endA="300" endPos="35500" dir="5400000" sy="-90000" algn="bl" rotWithShape="0"/>
                  </a:effectLst>
                </a:rPr>
                <a:t>USER</a:t>
              </a:r>
            </a:p>
          </p:txBody>
        </p:sp>
      </p:grpSp>
      <p:grpSp>
        <p:nvGrpSpPr>
          <p:cNvPr id="1060" name="Group 1059">
            <a:extLst>
              <a:ext uri="{FF2B5EF4-FFF2-40B4-BE49-F238E27FC236}">
                <a16:creationId xmlns:a16="http://schemas.microsoft.com/office/drawing/2014/main" id="{C64B04C4-3244-F557-7F23-45FC304D7142}"/>
              </a:ext>
            </a:extLst>
          </p:cNvPr>
          <p:cNvGrpSpPr/>
          <p:nvPr/>
        </p:nvGrpSpPr>
        <p:grpSpPr>
          <a:xfrm>
            <a:off x="21092170" y="10803541"/>
            <a:ext cx="5925719" cy="3603166"/>
            <a:chOff x="8258514" y="13525603"/>
            <a:chExt cx="5925719" cy="3603166"/>
          </a:xfrm>
        </p:grpSpPr>
        <p:pic>
          <p:nvPicPr>
            <p:cNvPr id="1048" name="Picture 6" descr="Gradio - Reviews, Pros &amp; Cons ...">
              <a:extLst>
                <a:ext uri="{FF2B5EF4-FFF2-40B4-BE49-F238E27FC236}">
                  <a16:creationId xmlns:a16="http://schemas.microsoft.com/office/drawing/2014/main" id="{A15118BD-E391-967A-1FED-A37392C93E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32" t="15715" r="19844" b="14564"/>
            <a:stretch/>
          </p:blipFill>
          <p:spPr bwMode="auto">
            <a:xfrm>
              <a:off x="9172717" y="13557930"/>
              <a:ext cx="1764720" cy="2022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9" name="Picture 8" descr="Python Programming Language icon PNG and SVG Vector Free Download">
              <a:extLst>
                <a:ext uri="{FF2B5EF4-FFF2-40B4-BE49-F238E27FC236}">
                  <a16:creationId xmlns:a16="http://schemas.microsoft.com/office/drawing/2014/main" id="{C8016ABA-1E25-D20F-F12F-62806FCD1F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21374" y="13525603"/>
              <a:ext cx="2078234" cy="2087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CDDDE87E-1FD2-0B78-6483-7D8F62C93F55}"/>
                </a:ext>
              </a:extLst>
            </p:cNvPr>
            <p:cNvSpPr txBox="1"/>
            <p:nvPr/>
          </p:nvSpPr>
          <p:spPr>
            <a:xfrm>
              <a:off x="8258514" y="16205439"/>
              <a:ext cx="592571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ctr"/>
              <a:r>
                <a:rPr lang="en-HK" sz="5400" dirty="0" err="1"/>
                <a:t>Gradio</a:t>
              </a:r>
              <a:r>
                <a:rPr lang="en-HK" sz="5400" dirty="0"/>
                <a:t> + Python </a:t>
              </a:r>
            </a:p>
          </p:txBody>
        </p:sp>
      </p:grp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B4B0561B-DE5A-017B-726F-2D16FABB1AD0}"/>
              </a:ext>
            </a:extLst>
          </p:cNvPr>
          <p:cNvGrpSpPr/>
          <p:nvPr/>
        </p:nvGrpSpPr>
        <p:grpSpPr>
          <a:xfrm>
            <a:off x="34920861" y="11941545"/>
            <a:ext cx="4837413" cy="1872838"/>
            <a:chOff x="10073785" y="9632594"/>
            <a:chExt cx="4837413" cy="1872838"/>
          </a:xfrm>
        </p:grpSpPr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82B5F3D4-BE24-77EB-E9C8-875E21C7225D}"/>
                </a:ext>
              </a:extLst>
            </p:cNvPr>
            <p:cNvGrpSpPr/>
            <p:nvPr/>
          </p:nvGrpSpPr>
          <p:grpSpPr>
            <a:xfrm>
              <a:off x="10073785" y="9632594"/>
              <a:ext cx="4837413" cy="923164"/>
              <a:chOff x="9516532" y="9414933"/>
              <a:chExt cx="4837413" cy="923164"/>
            </a:xfrm>
          </p:grpSpPr>
          <p:sp>
            <p:nvSpPr>
              <p:cNvPr id="1054" name="Rectangle 1053">
                <a:extLst>
                  <a:ext uri="{FF2B5EF4-FFF2-40B4-BE49-F238E27FC236}">
                    <a16:creationId xmlns:a16="http://schemas.microsoft.com/office/drawing/2014/main" id="{000C0D37-8AC6-E579-0EC8-727D686F4BAC}"/>
                  </a:ext>
                </a:extLst>
              </p:cNvPr>
              <p:cNvSpPr/>
              <p:nvPr/>
            </p:nvSpPr>
            <p:spPr>
              <a:xfrm>
                <a:off x="9516532" y="9414933"/>
                <a:ext cx="1151467" cy="923164"/>
              </a:xfrm>
              <a:prstGeom prst="rect">
                <a:avLst/>
              </a:prstGeom>
              <a:solidFill>
                <a:schemeClr val="bg1"/>
              </a:solidFill>
              <a:ln w="349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16163229-0096-51A1-81CC-BB733F57C077}"/>
                  </a:ext>
                </a:extLst>
              </p:cNvPr>
              <p:cNvSpPr/>
              <p:nvPr/>
            </p:nvSpPr>
            <p:spPr>
              <a:xfrm>
                <a:off x="10420559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3F6BF4B9-F279-D9D9-2446-EA906A71E354}"/>
                  </a:ext>
                </a:extLst>
              </p:cNvPr>
              <p:cNvSpPr/>
              <p:nvPr/>
            </p:nvSpPr>
            <p:spPr>
              <a:xfrm>
                <a:off x="11359505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D096031C-AE75-FA9B-9B42-2B1B0F948E85}"/>
                  </a:ext>
                </a:extLst>
              </p:cNvPr>
              <p:cNvSpPr/>
              <p:nvPr/>
            </p:nvSpPr>
            <p:spPr>
              <a:xfrm>
                <a:off x="12263532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8" name="Rectangle 1057">
                <a:extLst>
                  <a:ext uri="{FF2B5EF4-FFF2-40B4-BE49-F238E27FC236}">
                    <a16:creationId xmlns:a16="http://schemas.microsoft.com/office/drawing/2014/main" id="{1C498CE2-9186-10B4-E55D-A9FB7F7CF8D1}"/>
                  </a:ext>
                </a:extLst>
              </p:cNvPr>
              <p:cNvSpPr/>
              <p:nvPr/>
            </p:nvSpPr>
            <p:spPr>
              <a:xfrm>
                <a:off x="13202478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295BA00C-1763-4C9A-C1BB-A4E6530A7BA2}"/>
                </a:ext>
              </a:extLst>
            </p:cNvPr>
            <p:cNvSpPr/>
            <p:nvPr/>
          </p:nvSpPr>
          <p:spPr>
            <a:xfrm>
              <a:off x="11193607" y="10582102"/>
              <a:ext cx="2597442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GB" sz="5400" b="1" dirty="0">
                  <a:ln w="0"/>
                  <a:effectLst>
                    <a:reflection blurRad="6350" stA="53000" endA="300" endPos="35500" dir="5400000" sy="-90000" algn="bl" rotWithShape="0"/>
                  </a:effectLst>
                </a:rPr>
                <a:t>Chunks</a:t>
              </a:r>
            </a:p>
          </p:txBody>
        </p:sp>
      </p:grpSp>
      <p:pic>
        <p:nvPicPr>
          <p:cNvPr id="1059" name="Picture 10" descr="カラフルなLLMのアイコン">
            <a:extLst>
              <a:ext uri="{FF2B5EF4-FFF2-40B4-BE49-F238E27FC236}">
                <a16:creationId xmlns:a16="http://schemas.microsoft.com/office/drawing/2014/main" id="{66CCF57F-EFB3-4B5B-C849-ECD124820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4679" y="14591214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96" name="Curved Connector 1095">
            <a:extLst>
              <a:ext uri="{FF2B5EF4-FFF2-40B4-BE49-F238E27FC236}">
                <a16:creationId xmlns:a16="http://schemas.microsoft.com/office/drawing/2014/main" id="{13C74E75-489C-85D2-031C-89CC7C85454B}"/>
              </a:ext>
            </a:extLst>
          </p:cNvPr>
          <p:cNvCxnSpPr/>
          <p:nvPr/>
        </p:nvCxnSpPr>
        <p:spPr>
          <a:xfrm flipV="1">
            <a:off x="16046235" y="3015168"/>
            <a:ext cx="5972529" cy="3230814"/>
          </a:xfrm>
          <a:prstGeom prst="curvedConnector3">
            <a:avLst/>
          </a:prstGeom>
          <a:ln w="539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8" name="Curved Connector 1097">
            <a:extLst>
              <a:ext uri="{FF2B5EF4-FFF2-40B4-BE49-F238E27FC236}">
                <a16:creationId xmlns:a16="http://schemas.microsoft.com/office/drawing/2014/main" id="{4CB42FA6-C4B9-AA09-647C-15754188E8A5}"/>
              </a:ext>
            </a:extLst>
          </p:cNvPr>
          <p:cNvCxnSpPr>
            <a:stCxn id="1032" idx="3"/>
            <a:endCxn id="1041" idx="3"/>
          </p:cNvCxnSpPr>
          <p:nvPr/>
        </p:nvCxnSpPr>
        <p:spPr>
          <a:xfrm flipH="1">
            <a:off x="35290028" y="2771328"/>
            <a:ext cx="1517360" cy="3902711"/>
          </a:xfrm>
          <a:prstGeom prst="curvedConnector3">
            <a:avLst>
              <a:gd name="adj1" fmla="val -15066"/>
            </a:avLst>
          </a:prstGeom>
          <a:ln w="539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0" name="Curved Connector 1099">
            <a:extLst>
              <a:ext uri="{FF2B5EF4-FFF2-40B4-BE49-F238E27FC236}">
                <a16:creationId xmlns:a16="http://schemas.microsoft.com/office/drawing/2014/main" id="{D4645011-1537-2D69-784E-F60B73FA0684}"/>
              </a:ext>
            </a:extLst>
          </p:cNvPr>
          <p:cNvCxnSpPr>
            <a:cxnSpLocks/>
            <a:stCxn id="1041" idx="1"/>
            <a:endCxn id="1049" idx="3"/>
          </p:cNvCxnSpPr>
          <p:nvPr/>
        </p:nvCxnSpPr>
        <p:spPr>
          <a:xfrm rot="10800000" flipV="1">
            <a:off x="26133264" y="6674039"/>
            <a:ext cx="6223064" cy="5173258"/>
          </a:xfrm>
          <a:prstGeom prst="curvedConnector3">
            <a:avLst>
              <a:gd name="adj1" fmla="val 50000"/>
            </a:avLst>
          </a:prstGeom>
          <a:ln w="539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5" name="Curved Connector 1104">
            <a:extLst>
              <a:ext uri="{FF2B5EF4-FFF2-40B4-BE49-F238E27FC236}">
                <a16:creationId xmlns:a16="http://schemas.microsoft.com/office/drawing/2014/main" id="{7021499E-668F-B2C2-DF1C-3AAACC9A2E9C}"/>
              </a:ext>
            </a:extLst>
          </p:cNvPr>
          <p:cNvCxnSpPr>
            <a:cxnSpLocks/>
            <a:stCxn id="1042" idx="2"/>
            <a:endCxn id="1056" idx="0"/>
          </p:cNvCxnSpPr>
          <p:nvPr/>
        </p:nvCxnSpPr>
        <p:spPr>
          <a:xfrm rot="16200000" flipH="1">
            <a:off x="34192491" y="8794468"/>
            <a:ext cx="2675092" cy="3619061"/>
          </a:xfrm>
          <a:prstGeom prst="curvedConnector3">
            <a:avLst>
              <a:gd name="adj1" fmla="val 50000"/>
            </a:avLst>
          </a:prstGeom>
          <a:ln w="539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8" name="Curved Connector 1107">
            <a:extLst>
              <a:ext uri="{FF2B5EF4-FFF2-40B4-BE49-F238E27FC236}">
                <a16:creationId xmlns:a16="http://schemas.microsoft.com/office/drawing/2014/main" id="{E55E6FE4-0498-4A68-6BD5-ABDE609DB88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1662156" y="13840727"/>
            <a:ext cx="5677412" cy="2353078"/>
          </a:xfrm>
          <a:prstGeom prst="curvedConnector3">
            <a:avLst>
              <a:gd name="adj1" fmla="val -176"/>
            </a:avLst>
          </a:prstGeom>
          <a:ln w="539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2" name="Curved Connector 1111">
            <a:extLst>
              <a:ext uri="{FF2B5EF4-FFF2-40B4-BE49-F238E27FC236}">
                <a16:creationId xmlns:a16="http://schemas.microsoft.com/office/drawing/2014/main" id="{733DE5E9-21FF-B242-1BCE-559FB41D2D41}"/>
              </a:ext>
            </a:extLst>
          </p:cNvPr>
          <p:cNvCxnSpPr>
            <a:cxnSpLocks/>
            <a:endCxn id="1047" idx="2"/>
          </p:cNvCxnSpPr>
          <p:nvPr/>
        </p:nvCxnSpPr>
        <p:spPr>
          <a:xfrm rot="10800000">
            <a:off x="5575383" y="15310003"/>
            <a:ext cx="23199297" cy="805211"/>
          </a:xfrm>
          <a:prstGeom prst="curvedConnector2">
            <a:avLst/>
          </a:prstGeom>
          <a:ln w="539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8" name="Curved Connector 1117">
            <a:extLst>
              <a:ext uri="{FF2B5EF4-FFF2-40B4-BE49-F238E27FC236}">
                <a16:creationId xmlns:a16="http://schemas.microsoft.com/office/drawing/2014/main" id="{F47CF767-796E-C628-FADF-F59BADDB2F58}"/>
              </a:ext>
            </a:extLst>
          </p:cNvPr>
          <p:cNvCxnSpPr>
            <a:cxnSpLocks/>
          </p:cNvCxnSpPr>
          <p:nvPr/>
        </p:nvCxnSpPr>
        <p:spPr>
          <a:xfrm flipV="1">
            <a:off x="26856177" y="2789448"/>
            <a:ext cx="5113798" cy="26003"/>
          </a:xfrm>
          <a:prstGeom prst="curvedConnector3">
            <a:avLst>
              <a:gd name="adj1" fmla="val 50000"/>
            </a:avLst>
          </a:prstGeom>
          <a:ln w="69850">
            <a:solidFill>
              <a:schemeClr val="tx1">
                <a:lumMod val="75000"/>
                <a:lumOff val="25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2" name="Curved Connector 1121">
            <a:extLst>
              <a:ext uri="{FF2B5EF4-FFF2-40B4-BE49-F238E27FC236}">
                <a16:creationId xmlns:a16="http://schemas.microsoft.com/office/drawing/2014/main" id="{CFE4B757-141A-31EA-AB31-56CA5688E3BA}"/>
              </a:ext>
            </a:extLst>
          </p:cNvPr>
          <p:cNvCxnSpPr>
            <a:cxnSpLocks/>
            <a:stCxn id="1047" idx="3"/>
          </p:cNvCxnSpPr>
          <p:nvPr/>
        </p:nvCxnSpPr>
        <p:spPr>
          <a:xfrm flipV="1">
            <a:off x="6534138" y="11887718"/>
            <a:ext cx="15598492" cy="2960619"/>
          </a:xfrm>
          <a:prstGeom prst="curvedConnector3">
            <a:avLst>
              <a:gd name="adj1" fmla="val 50000"/>
            </a:avLst>
          </a:prstGeom>
          <a:ln w="69850">
            <a:solidFill>
              <a:schemeClr val="tx1">
                <a:lumMod val="75000"/>
                <a:lumOff val="25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7" name="TextBox 1126">
            <a:extLst>
              <a:ext uri="{FF2B5EF4-FFF2-40B4-BE49-F238E27FC236}">
                <a16:creationId xmlns:a16="http://schemas.microsoft.com/office/drawing/2014/main" id="{598CE5F0-B42E-FFCA-1BC2-31629EE7FEBD}"/>
              </a:ext>
            </a:extLst>
          </p:cNvPr>
          <p:cNvSpPr txBox="1"/>
          <p:nvPr/>
        </p:nvSpPr>
        <p:spPr>
          <a:xfrm>
            <a:off x="5886439" y="7889154"/>
            <a:ext cx="3734469" cy="1200329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n-US" sz="7200" dirty="0"/>
              <a:t>Indexing</a:t>
            </a:r>
          </a:p>
        </p:txBody>
      </p:sp>
      <p:sp>
        <p:nvSpPr>
          <p:cNvPr id="1129" name="Oval 1128">
            <a:extLst>
              <a:ext uri="{FF2B5EF4-FFF2-40B4-BE49-F238E27FC236}">
                <a16:creationId xmlns:a16="http://schemas.microsoft.com/office/drawing/2014/main" id="{8613192B-583D-F037-D6C9-A547B6C0C7B8}"/>
              </a:ext>
            </a:extLst>
          </p:cNvPr>
          <p:cNvSpPr/>
          <p:nvPr/>
        </p:nvSpPr>
        <p:spPr>
          <a:xfrm>
            <a:off x="6416013" y="14386672"/>
            <a:ext cx="2442559" cy="977523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retriever</a:t>
            </a: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0BD90610-5B73-0191-38C4-27C5CCF2F76A}"/>
              </a:ext>
            </a:extLst>
          </p:cNvPr>
          <p:cNvSpPr txBox="1"/>
          <p:nvPr/>
        </p:nvSpPr>
        <p:spPr>
          <a:xfrm>
            <a:off x="12459391" y="16509928"/>
            <a:ext cx="4520878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n-US" sz="7200" dirty="0"/>
              <a:t>Querying</a:t>
            </a:r>
          </a:p>
        </p:txBody>
      </p:sp>
      <p:sp>
        <p:nvSpPr>
          <p:cNvPr id="1132" name="Oval 1131">
            <a:extLst>
              <a:ext uri="{FF2B5EF4-FFF2-40B4-BE49-F238E27FC236}">
                <a16:creationId xmlns:a16="http://schemas.microsoft.com/office/drawing/2014/main" id="{AA3070F9-FB02-ECFD-6F85-337CCACB94DD}"/>
              </a:ext>
            </a:extLst>
          </p:cNvPr>
          <p:cNvSpPr/>
          <p:nvPr/>
        </p:nvSpPr>
        <p:spPr>
          <a:xfrm>
            <a:off x="36072328" y="13814383"/>
            <a:ext cx="2442559" cy="977523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reader</a:t>
            </a:r>
          </a:p>
        </p:txBody>
      </p:sp>
      <p:sp>
        <p:nvSpPr>
          <p:cNvPr id="1133" name="Oval 1132">
            <a:extLst>
              <a:ext uri="{FF2B5EF4-FFF2-40B4-BE49-F238E27FC236}">
                <a16:creationId xmlns:a16="http://schemas.microsoft.com/office/drawing/2014/main" id="{59E7B01F-9EB9-A7A3-C4DB-C17784C46296}"/>
              </a:ext>
            </a:extLst>
          </p:cNvPr>
          <p:cNvSpPr/>
          <p:nvPr/>
        </p:nvSpPr>
        <p:spPr>
          <a:xfrm>
            <a:off x="25766806" y="15720499"/>
            <a:ext cx="3048000" cy="78942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response</a:t>
            </a:r>
          </a:p>
        </p:txBody>
      </p:sp>
      <p:sp>
        <p:nvSpPr>
          <p:cNvPr id="1134" name="Oval 1133">
            <a:extLst>
              <a:ext uri="{FF2B5EF4-FFF2-40B4-BE49-F238E27FC236}">
                <a16:creationId xmlns:a16="http://schemas.microsoft.com/office/drawing/2014/main" id="{83D8AF81-7AAE-6E9A-F82E-10CECBDC3847}"/>
              </a:ext>
            </a:extLst>
          </p:cNvPr>
          <p:cNvSpPr/>
          <p:nvPr/>
        </p:nvSpPr>
        <p:spPr>
          <a:xfrm>
            <a:off x="15944843" y="5552872"/>
            <a:ext cx="2442559" cy="977523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/>
              <a:t>Chunker</a:t>
            </a:r>
            <a:endParaRPr lang="en-US" sz="3200" dirty="0"/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52E40681-296C-AE6F-352C-8B6D746FF7A6}"/>
              </a:ext>
            </a:extLst>
          </p:cNvPr>
          <p:cNvSpPr txBox="1"/>
          <p:nvPr/>
        </p:nvSpPr>
        <p:spPr>
          <a:xfrm>
            <a:off x="26980066" y="2125985"/>
            <a:ext cx="53711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400" b="1"/>
            </a:lvl1pPr>
          </a:lstStyle>
          <a:p>
            <a:r>
              <a:rPr lang="en-HK" sz="4000" dirty="0"/>
              <a:t>context length (512 tokens for </a:t>
            </a:r>
            <a:r>
              <a:rPr lang="en-HK" sz="4000" dirty="0" err="1"/>
              <a:t>gte</a:t>
            </a:r>
            <a:r>
              <a:rPr lang="en-HK" sz="4000" dirty="0"/>
              <a:t>-large)</a:t>
            </a:r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E9E1B8AA-9609-A119-A693-D8697D4A1F24}"/>
              </a:ext>
            </a:extLst>
          </p:cNvPr>
          <p:cNvSpPr/>
          <p:nvPr/>
        </p:nvSpPr>
        <p:spPr>
          <a:xfrm>
            <a:off x="580600" y="18494639"/>
            <a:ext cx="44088461" cy="2554545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RAG – Retrieval-augmented generation (RAG) is a technique that enhances generative Al models by incorporating external data sources to improve accuracy and relevance in text generation</a:t>
            </a:r>
          </a:p>
        </p:txBody>
      </p:sp>
    </p:spTree>
    <p:extLst>
      <p:ext uri="{BB962C8B-B14F-4D97-AF65-F5344CB8AC3E}">
        <p14:creationId xmlns:p14="http://schemas.microsoft.com/office/powerpoint/2010/main" val="316881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0063 -0.0258 L 0.00063 -0.0258 C 0.00032 -0.02176 -0.00035 -0.01771 -0.00035 -0.01353 C -0.00035 -0.00912 0.00106 -0.00184 0.00159 0.00279 C 0.00197 0.00595 0.00222 0.00918 0.00257 0.01235 C 0.00289 0.01514 0.00321 0.01778 0.00356 0.02058 C 0.00349 0.02116 0.00187 0.03969 0.00159 0.04101 C 0.0006 0.04579 -0.00378 0.04836 -0.0061 0.05064 L -0.01189 0.05608 C -0.01288 0.05696 -0.01369 0.05828 -0.01482 0.0588 C -0.01574 0.05924 -0.01679 0.05953 -0.01768 0.06012 C -0.01873 0.06093 -0.01958 0.0621 -0.02057 0.06291 C -0.02152 0.0635 -0.02258 0.06357 -0.0235 0.06423 C -0.02452 0.06497 -0.02533 0.06629 -0.02635 0.06695 C -0.02822 0.06813 -0.03048 0.06813 -0.03217 0.06975 C -0.0356 0.07298 -0.03591 0.07379 -0.04082 0.07519 L -0.04565 0.07658 C -0.0514 0.07805 -0.05091 0.07761 -0.05627 0.0793 C -0.06326 0.08151 -0.05694 0.07996 -0.06495 0.08202 C -0.06689 0.08253 -0.06883 0.08283 -0.07073 0.08334 C -0.07204 0.08378 -0.07327 0.08445 -0.07458 0.08474 C -0.07684 0.08533 -0.07913 0.08555 -0.08135 0.08614 C -0.08298 0.0865 -0.08456 0.08702 -0.08619 0.08746 C -0.0985 0.084 -0.0882 0.08628 -0.11317 0.08746 C -0.11575 0.08761 -0.11832 0.08746 -0.12086 0.08746 " pathEditMode="relative" rAng="0" ptsTypes="AAAAAAAAAAAAAAAAAAAAAAAAA">
                                      <p:cBhvr>
                                        <p:cTn id="6" dur="2000" fill="hold"/>
                                        <p:tgtEl>
                                          <p:spTgt spid="1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30" y="56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106 0.01095 L -0.00106 0.01102 C -0.03157 0.02624 -0.00226 0.01308 -0.07521 0.01308 C -0.09229 0.01308 -0.1094 0.01455 -0.12651 0.01529 L -0.15692 0.01308 C -0.16323 0.01257 -0.16958 0.01154 -0.1759 0.01095 L -0.231 0.00669 L -0.24049 0.00455 C -0.24339 0.00389 -0.24621 0.00279 -0.24907 0.00235 C -0.26018 0.00081 -0.28752 -0.00096 -0.2975 -0.00191 L -0.33744 -0.00618 C -0.33931 -0.00691 -0.34174 -0.00529 -0.34312 -0.00838 C -0.34393 -0.01014 -0.33913 -0.01213 -0.34026 -0.01264 C -0.34587 -0.01514 -0.35169 -0.01411 -0.35737 -0.01477 C -0.35987 -0.01551 -0.36245 -0.01595 -0.36495 -0.01691 C -0.37229 -0.0197 -0.36506 -0.01889 -0.37353 -0.02124 C -0.38228 -0.02374 -0.39028 -0.02396 -0.39917 -0.02551 C -0.40203 -0.02602 -0.40489 -0.02698 -0.40771 -0.02764 C -0.41815 -0.03352 -0.40179 -0.02455 -0.42292 -0.0341 C -0.4245 -0.03484 -0.42609 -0.03565 -0.42768 -0.03624 C -0.4299 -0.03704 -0.43212 -0.03749 -0.43435 -0.03837 C -0.43558 -0.03896 -0.43685 -0.03991 -0.43812 -0.04057 C -0.43971 -0.04131 -0.4413 -0.04204 -0.44288 -0.0427 C -0.44722 -0.04454 -0.44849 -0.04439 -0.45237 -0.04697 C -0.45431 -0.04829 -0.45611 -0.05042 -0.45809 -0.0513 C -0.46186 -0.05299 -0.46701 -0.05512 -0.47044 -0.0577 L -0.47615 -0.06203 L -0.47897 -0.06416 C -0.47993 -0.0663 -0.48123 -0.06791 -0.48183 -0.07063 C -0.48289 -0.07548 -0.48278 -0.08055 -0.48278 -0.08555 " pathEditMode="relative" rAng="0" ptsTypes="AAAAAAAAAAAAAAAAAAAAAAAAAAAAAA">
                                      <p:cBhvr>
                                        <p:cTn id="8" dur="2000" fill="hold"/>
                                        <p:tgtEl>
                                          <p:spTgt spid="1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88" y="-446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4.12333E-6 3.23534E-6 L -4.12333E-6 7.32353E-5 C 0.00304 0.00066 0.00607 0.0022 0.00914 0.00205 C 0.03426 0.00117 0.05137 -0.00133 0.07416 -0.00427 L 0.08026 -0.0064 C 0.08196 -0.00706 0.08365 -0.00787 0.08534 -0.00853 C 0.0894 -0.01 0.09363 -0.01 0.09751 -0.01272 C 0.10146 -0.01544 0.10076 -0.01529 0.10566 -0.01698 C 0.11639 -0.02066 0.1112 -0.01757 0.12496 -0.0233 C 0.12665 -0.02404 0.12835 -0.02462 0.13004 -0.02543 C 0.13276 -0.02676 0.13544 -0.02852 0.13815 -0.02962 C 0.14535 -0.03264 0.14161 -0.03065 0.14934 -0.03602 C 0.15036 -0.03668 0.15149 -0.0369 0.15241 -0.03815 L 0.15544 -0.04234 C 0.15787 -0.05755 0.15491 -0.03859 0.15749 -0.05718 C 0.15777 -0.05932 0.1578 -0.06174 0.15847 -0.0635 C 0.15925 -0.06549 0.16052 -0.06637 0.16154 -0.06777 C 0.16221 -0.07196 0.16204 -0.07732 0.16355 -0.08041 C 0.16458 -0.08254 0.16549 -0.08497 0.16662 -0.0868 C 0.16853 -0.08989 0.17033 -0.09401 0.17273 -0.09526 C 0.18416 -0.10121 0.17474 -0.0968 0.19912 -0.10158 L 0.22046 -0.10584 C 0.22353 -0.10657 0.22656 -0.10701 0.2296 -0.10797 C 0.23132 -0.10848 0.23298 -0.10951 0.23468 -0.1101 C 0.24053 -0.11209 0.24226 -0.11194 0.24791 -0.11429 C 0.24928 -0.11488 0.25059 -0.11605 0.25196 -0.11642 C 0.25634 -0.11752 0.26078 -0.1176 0.26516 -0.11855 C 0.27119 -0.1198 0.27645 -0.12238 0.28244 -0.12487 C 0.28414 -0.12561 0.28579 -0.12679 0.28752 -0.12701 C 0.30784 -0.12965 0.29839 -0.12818 0.31599 -0.1312 C 0.31479 -0.12392 0.31571 -0.12649 0.31395 -0.12274 " pathEditMode="relative" rAng="0" ptsTypes="AAAAAAAAAAAAAAAAAAAAAAAAAAAAAAA">
                                      <p:cBhvr>
                                        <p:cTn id="10" dur="2000" fill="hold"/>
                                        <p:tgtEl>
                                          <p:spTgt spid="1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98" y="-646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928 4.68911E-7 L -0.02928 7.04689E-5 C -0.02836 0.00022 -0.02744 0.00066 -0.02652 0.00066 C -0.026 0.00066 -0.0255 4.68911E-7 -0.02497 4.68911E-7 C -0.02395 4.68911E-7 -0.02293 0.00044 -0.0219 0.00066 L -0.00282 -0.00066 C -0.00158 -0.00081 -0.00035 -0.0011 0.00089 -0.00132 C 0.00272 -0.00154 0.00459 -0.00169 0.00643 -0.00191 C 0.00713 -0.00213 0.00787 -0.00228 0.00858 -0.00257 C 0.00942 -0.00294 0.00995 -0.00331 0.01073 -0.0039 C 0.01105 -0.00426 0.01133 -0.00485 0.01165 -0.00515 C 0.01225 -0.00573 0.01352 -0.00639 0.01352 -0.00632 C 0.0138 -0.00684 0.01412 -0.00735 0.01443 -0.00772 C 0.01599 -0.00933 0.01525 -0.00691 0.01722 -0.01095 C 0.0187 -0.01404 0.0168 -0.01022 0.01874 -0.01345 C 0.01898 -0.01389 0.01913 -0.01441 0.01937 -0.01477 C 0.02022 -0.01617 0.02022 -0.01602 0.02121 -0.01668 C 0.02152 -0.01713 0.02181 -0.01764 0.02212 -0.01801 C 0.02241 -0.0183 0.02279 -0.01823 0.02304 -0.0186 C 0.02336 -0.01911 0.02339 -0.02007 0.02368 -0.02051 C 0.02424 -0.02154 0.02498 -0.02205 0.02551 -0.02308 C 0.02872 -0.02977 0.02435 -0.02095 0.02738 -0.02631 C 0.0278 -0.02712 0.02812 -0.02822 0.02858 -0.02888 L 0.03045 -0.03146 C 0.03077 -0.0319 0.03112 -0.03219 0.03137 -0.03271 C 0.03168 -0.03337 0.03193 -0.0341 0.03228 -0.03462 C 0.03288 -0.03557 0.03363 -0.03616 0.03415 -0.03719 C 0.03433 -0.03763 0.03454 -0.03815 0.03475 -0.03851 C 0.03504 -0.03895 0.03539 -0.03925 0.03567 -0.03976 C 0.03624 -0.04079 0.03722 -0.043 0.03722 -0.04292 C 0.03733 -0.04366 0.03733 -0.04439 0.03754 -0.04491 C 0.03916 -0.04917 0.03782 -0.043 0.03906 -0.04814 C 0.03934 -0.04917 0.03952 -0.0516 0.03969 -0.05262 C 0.03987 -0.05387 0.04008 -0.0552 0.04029 -0.05645 L 0.04061 -0.05836 C 0.04068 -0.06247 0.04072 -0.07262 0.04121 -0.07827 C 0.04234 -0.09077 0.04142 -0.07916 0.04216 -0.08533 C 0.0423 -0.08665 0.04262 -0.09143 0.04308 -0.09239 C 0.04368 -0.09364 0.04442 -0.09474 0.04491 -0.09621 C 0.04534 -0.09746 0.04555 -0.09849 0.04615 -0.09944 C 0.04675 -0.10032 0.04738 -0.10113 0.04798 -0.10201 L 0.04894 -0.10326 C 0.04922 -0.1037 0.0495 -0.10429 0.04985 -0.10459 L 0.05077 -0.10517 C 0.05253 -0.10767 0.05084 -0.10554 0.0526 -0.10716 C 0.05303 -0.10753 0.05342 -0.10804 0.05384 -0.10841 C 0.05444 -0.10892 0.05507 -0.10929 0.05571 -0.10966 C 0.05599 -0.10988 0.05634 -0.10995 0.05663 -0.11032 C 0.05751 -0.11142 0.05825 -0.1123 0.0591 -0.11355 C 0.05948 -0.11414 0.05991 -0.11488 0.0603 -0.11546 C 0.06061 -0.11591 0.06093 -0.11627 0.06125 -0.11671 C 0.06146 -0.11715 0.0616 -0.11774 0.06185 -0.11804 C 0.06213 -0.1184 0.06248 -0.1184 0.06276 -0.1187 C 0.06598 -0.12156 0.06209 -0.11862 0.06523 -0.12061 C 0.06587 -0.12098 0.06647 -0.12142 0.0671 -0.12186 L 0.06802 -0.12252 C 0.0683 -0.12274 0.06862 -0.12296 0.06894 -0.12318 L 0.07141 -0.12443 C 0.0718 -0.12465 0.07222 -0.12495 0.07264 -0.12509 C 0.07314 -0.12531 0.07367 -0.12546 0.07416 -0.12575 C 0.07635 -0.12671 0.07451 -0.1259 0.07631 -0.127 C 0.07674 -0.12722 0.07716 -0.12737 0.07755 -0.12766 C 0.07818 -0.12803 0.07878 -0.12862 0.07942 -0.12891 C 0.0798 -0.12913 0.08023 -0.12936 0.08065 -0.12958 C 0.08093 -0.12972 0.08125 -0.13002 0.08157 -0.13024 C 0.08206 -0.13046 0.08259 -0.1306 0.08309 -0.13083 C 0.08351 -0.13105 0.08393 -0.13127 0.08432 -0.13149 C 0.08464 -0.13171 0.08496 -0.132 0.08527 -0.13215 C 0.087 -0.13303 0.08644 -0.13244 0.08802 -0.1334 C 0.08866 -0.13384 0.08922 -0.13443 0.08986 -0.13472 C 0.09039 -0.13494 0.09092 -0.13509 0.09141 -0.13531 C 0.09205 -0.13568 0.09265 -0.13626 0.09325 -0.13663 C 0.09367 -0.13685 0.09409 -0.137 0.09448 -0.13729 C 0.09512 -0.13766 0.09571 -0.1381 0.09635 -0.13854 L 0.09818 -0.13987 C 0.0985 -0.14001 0.09878 -0.14031 0.0991 -0.14045 C 0.10171 -0.14156 0.09988 -0.14089 0.10341 -0.14178 C 0.10637 -0.14251 0.10499 -0.14236 0.10683 -0.14236 " pathEditMode="relative" rAng="0" ptsTypes="AAAAAAAAAAAAAAAAAAAAAAAAAAAAAAAAAAAAAAAAAAAAAAAAAAAAAAAAAAAAAAAAAAAAAAAAAAAAAA">
                                      <p:cBhvr>
                                        <p:cTn id="12" dur="2000" fill="hold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05" y="-70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" grpId="0" animBg="1"/>
      <p:bldP spid="1132" grpId="0" animBg="1"/>
      <p:bldP spid="1133" grpId="0" animBg="1"/>
      <p:bldP spid="113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2541</TotalTime>
  <Words>381</Words>
  <Application>Microsoft Macintosh PowerPoint</Application>
  <PresentationFormat>Custom</PresentationFormat>
  <Paragraphs>77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Chugh, Mayank</dc:creator>
  <cp:lastModifiedBy>Chugh, Mayank</cp:lastModifiedBy>
  <cp:revision>18</cp:revision>
  <dcterms:created xsi:type="dcterms:W3CDTF">2024-04-05T11:01:18Z</dcterms:created>
  <dcterms:modified xsi:type="dcterms:W3CDTF">2024-06-17T15:12:24Z</dcterms:modified>
</cp:coreProperties>
</file>