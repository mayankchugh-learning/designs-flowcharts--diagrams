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27"/>
    <p:restoredTop sz="94673"/>
  </p:normalViewPr>
  <p:slideViewPr>
    <p:cSldViewPr snapToGrid="0">
      <p:cViewPr>
        <p:scale>
          <a:sx n="91" d="100"/>
          <a:sy n="91" d="100"/>
        </p:scale>
        <p:origin x="416" y="9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54FCD-78E0-F0A5-A90F-E4C737A6A4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F0CE61-7681-89E7-26DF-782CD3FF35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8A5F45-9C95-A322-936A-77E0A53F9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F1FBA-A8F2-EC4E-925C-9B320FD41557}" type="datetimeFigureOut">
              <a:rPr lang="en-US" smtClean="0"/>
              <a:t>5/4/24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465B6A-8C25-7E16-009A-77699F8DD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6B0446-AFCF-2DE9-E613-35308A18A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909B3-B9BE-BB49-9411-5486AA524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089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9BE4C-9A44-1605-3CE0-32D635843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E85654-629D-BF04-80E2-C89D6BE80C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E58669-7F26-C58A-7387-DF08CADCF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F1FBA-A8F2-EC4E-925C-9B320FD41557}" type="datetimeFigureOut">
              <a:rPr lang="en-US" smtClean="0"/>
              <a:t>5/4/24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0A530-1CC7-4249-15C0-04BAA6ECF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D98925-1B2D-9720-F1F5-AC5E553CB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909B3-B9BE-BB49-9411-5486AA524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929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A8C55-FAC3-E0CF-4F7A-699AE7D82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E9713C-F935-CCCD-D497-8EA6F2D86A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38821B-6965-D430-5AFB-A05524659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F1FBA-A8F2-EC4E-925C-9B320FD41557}" type="datetimeFigureOut">
              <a:rPr lang="en-US" smtClean="0"/>
              <a:t>5/4/24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ECF201-58E5-CF8D-6763-BE6856E7F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B5697-90F9-B595-3C3D-D615FD4A6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909B3-B9BE-BB49-9411-5486AA524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410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921B8-BF74-A5E3-F065-1746CAF94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D40C7E-4AF6-BF13-524D-17D09AEE59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544C23-3D06-382A-4B30-724A853045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374BEF-DB5B-FDD1-64F4-3CC753D7E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F1FBA-A8F2-EC4E-925C-9B320FD41557}" type="datetimeFigureOut">
              <a:rPr lang="en-US" smtClean="0"/>
              <a:t>5/4/24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11E060-897B-51CF-60EC-0C1786205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33BEE2-C359-5FD6-E3B5-04EE4E7EB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909B3-B9BE-BB49-9411-5486AA524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448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21274-F51B-D36A-84EC-0E454C502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93E16A-0F0E-8FB8-4C77-661BF80687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6FA4F9-6733-9F08-E003-20CC8D7F94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05CBBC-7A0F-F8C0-238D-4E048B08AF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21E7F6-99CE-2F86-C797-392CEB0408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629D52-BDFA-4EF0-C6A8-0339F1450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F1FBA-A8F2-EC4E-925C-9B320FD41557}" type="datetimeFigureOut">
              <a:rPr lang="en-US" smtClean="0"/>
              <a:t>5/4/24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E90F28-288E-F377-48F0-F352B5ECD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CEA317-623C-7EC1-B919-5B9FBBDB4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909B3-B9BE-BB49-9411-5486AA524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4107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6F9BB-86BA-8A26-29AF-1EED24741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A529D2-291F-4839-640C-F38E9E968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F1FBA-A8F2-EC4E-925C-9B320FD41557}" type="datetimeFigureOut">
              <a:rPr lang="en-US" smtClean="0"/>
              <a:t>5/4/24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A80EFA-09A8-AD97-CCB3-8B763614A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875621-611B-B0BE-3D39-8751F656C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909B3-B9BE-BB49-9411-5486AA524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725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084119-DD24-64AE-D62D-D7EF319DD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F1FBA-A8F2-EC4E-925C-9B320FD41557}" type="datetimeFigureOut">
              <a:rPr lang="en-US" smtClean="0"/>
              <a:t>5/4/24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7D5B5F-4F51-7A1A-4C49-207D4B1D5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E1C58E-D5EE-204E-F319-CF6EB5718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909B3-B9BE-BB49-9411-5486AA524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218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B5660-2EE1-57B1-49FF-4E2F8010F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3F6A3F-3C41-2897-7361-78830C7769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5FF91A-F098-A971-F56C-538CF36067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1C2192-DA4B-299F-51EA-0A3300298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F1FBA-A8F2-EC4E-925C-9B320FD41557}" type="datetimeFigureOut">
              <a:rPr lang="en-US" smtClean="0"/>
              <a:t>5/4/24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FFE39A-533D-6CBC-2D79-7E33DE26F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EF08DF-2EBD-3731-70A0-2B827BA9B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909B3-B9BE-BB49-9411-5486AA524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026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24690-1FE5-BE94-2662-7617AFFE7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289DCA-4BEC-5F21-68C6-4FB21DDB31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5F616C-4B69-7DF9-63EB-F456E2D3CE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5DCE85-3F6C-AC0B-64BF-315C394BF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F1FBA-A8F2-EC4E-925C-9B320FD41557}" type="datetimeFigureOut">
              <a:rPr lang="en-US" smtClean="0"/>
              <a:t>5/4/24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675A36-BBC2-2445-E38A-74FEE6EC1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A3C770-AB07-AE6F-8B3B-D25154969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909B3-B9BE-BB49-9411-5486AA524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560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F4D12-0187-6D80-FC69-308605DFC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785508-423D-FBFD-2A55-EA0205EA4B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FCEF92-61B3-619F-80AF-D2C608380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F1FBA-A8F2-EC4E-925C-9B320FD41557}" type="datetimeFigureOut">
              <a:rPr lang="en-US" smtClean="0"/>
              <a:t>5/4/24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8C0C16-046B-E94B-3486-A6085D3EA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168FAB-A5C3-40E0-17F2-E083FBA85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909B3-B9BE-BB49-9411-5486AA524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939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0E932A-BC86-643A-02E9-E23AD27A1F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5C8991-F1EB-8C09-A7F8-759A06AC41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8376CA-9DE0-B503-74AE-D42CF0047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F1FBA-A8F2-EC4E-925C-9B320FD41557}" type="datetimeFigureOut">
              <a:rPr lang="en-US" smtClean="0"/>
              <a:t>5/4/24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B5F456-E1C1-54B9-C8D3-68FAC4857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DDF7D5-07A5-E898-A777-616EF0BEA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909B3-B9BE-BB49-9411-5486AA524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338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94EC71-E5CD-F254-AF07-58DA3EC71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006C32-2599-C7DE-7590-2B50877107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ACE4CA-21DA-BA95-B5ED-F1F4577158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DF1FBA-A8F2-EC4E-925C-9B320FD41557}" type="datetimeFigureOut">
              <a:rPr lang="en-US" smtClean="0"/>
              <a:t>5/4/24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DA924D-F104-C56F-0A61-C2DF83D292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0FCC36-829D-7BC4-0707-E91DFFB028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B909B3-B9BE-BB49-9411-5486AA524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269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000">
              <a:srgbClr val="FF0000"/>
            </a:gs>
            <a:gs pos="64000">
              <a:srgbClr val="FFC000"/>
            </a:gs>
            <a:gs pos="90000">
              <a:schemeClr val="accent1">
                <a:lumMod val="55356"/>
                <a:lumOff val="44644"/>
              </a:schemeClr>
            </a:gs>
            <a:gs pos="33000">
              <a:schemeClr val="accent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5D47219-EB04-D545-74EA-93EC4A27CA97}"/>
              </a:ext>
            </a:extLst>
          </p:cNvPr>
          <p:cNvGrpSpPr/>
          <p:nvPr/>
        </p:nvGrpSpPr>
        <p:grpSpPr>
          <a:xfrm>
            <a:off x="1550505" y="3723860"/>
            <a:ext cx="397566" cy="457200"/>
            <a:chOff x="1013791" y="1530626"/>
            <a:chExt cx="397566" cy="4572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ED46FD6-80B4-33F8-B53E-0F1679BDEBB5}"/>
                </a:ext>
              </a:extLst>
            </p:cNvPr>
            <p:cNvSpPr/>
            <p:nvPr/>
          </p:nvSpPr>
          <p:spPr>
            <a:xfrm>
              <a:off x="1013791" y="1530626"/>
              <a:ext cx="397566" cy="228600"/>
            </a:xfrm>
            <a:prstGeom prst="rect">
              <a:avLst/>
            </a:prstGeom>
            <a:ln cap="flat">
              <a:solidFill>
                <a:schemeClr val="tx1"/>
              </a:solidFill>
              <a:miter lim="800000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0588F6F-5445-9D8A-CFCD-5A4F1FF38107}"/>
                </a:ext>
              </a:extLst>
            </p:cNvPr>
            <p:cNvSpPr/>
            <p:nvPr/>
          </p:nvSpPr>
          <p:spPr>
            <a:xfrm>
              <a:off x="1013791" y="1759226"/>
              <a:ext cx="397566" cy="228600"/>
            </a:xfrm>
            <a:prstGeom prst="rect">
              <a:avLst/>
            </a:prstGeom>
            <a:ln cap="flat">
              <a:solidFill>
                <a:schemeClr val="tx1"/>
              </a:solidFill>
              <a:miter lim="800000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ECCD3C3-F59D-1B91-7945-D11569ED1B60}"/>
              </a:ext>
            </a:extLst>
          </p:cNvPr>
          <p:cNvGrpSpPr/>
          <p:nvPr/>
        </p:nvGrpSpPr>
        <p:grpSpPr>
          <a:xfrm>
            <a:off x="3511827" y="4774094"/>
            <a:ext cx="397566" cy="457200"/>
            <a:chOff x="1013791" y="1530626"/>
            <a:chExt cx="397566" cy="4572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AE1D4AB-E37F-B4F1-C6EE-37D5D0D74065}"/>
                </a:ext>
              </a:extLst>
            </p:cNvPr>
            <p:cNvSpPr/>
            <p:nvPr/>
          </p:nvSpPr>
          <p:spPr>
            <a:xfrm>
              <a:off x="1013791" y="1530626"/>
              <a:ext cx="397566" cy="228600"/>
            </a:xfrm>
            <a:prstGeom prst="rect">
              <a:avLst/>
            </a:prstGeom>
            <a:ln cap="flat">
              <a:solidFill>
                <a:schemeClr val="tx1"/>
              </a:solidFill>
              <a:miter lim="800000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69EA349-2486-4CF3-0D8D-D4EA8A4E4BFF}"/>
                </a:ext>
              </a:extLst>
            </p:cNvPr>
            <p:cNvSpPr/>
            <p:nvPr/>
          </p:nvSpPr>
          <p:spPr>
            <a:xfrm>
              <a:off x="1013791" y="1759226"/>
              <a:ext cx="397566" cy="228600"/>
            </a:xfrm>
            <a:prstGeom prst="rect">
              <a:avLst/>
            </a:prstGeom>
            <a:ln cap="flat">
              <a:solidFill>
                <a:schemeClr val="tx1"/>
              </a:solidFill>
              <a:miter lim="800000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EDA0DEF-B231-EEE4-EF66-07CC748369A1}"/>
              </a:ext>
            </a:extLst>
          </p:cNvPr>
          <p:cNvGrpSpPr/>
          <p:nvPr/>
        </p:nvGrpSpPr>
        <p:grpSpPr>
          <a:xfrm>
            <a:off x="5622236" y="3723860"/>
            <a:ext cx="397566" cy="457200"/>
            <a:chOff x="1013791" y="1530626"/>
            <a:chExt cx="397566" cy="4572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AE055C9-071E-DED3-986E-275B6595E610}"/>
                </a:ext>
              </a:extLst>
            </p:cNvPr>
            <p:cNvSpPr/>
            <p:nvPr/>
          </p:nvSpPr>
          <p:spPr>
            <a:xfrm>
              <a:off x="1013791" y="1530626"/>
              <a:ext cx="397566" cy="228600"/>
            </a:xfrm>
            <a:prstGeom prst="rect">
              <a:avLst/>
            </a:prstGeom>
            <a:ln cap="flat">
              <a:solidFill>
                <a:schemeClr val="tx1"/>
              </a:solidFill>
              <a:miter lim="800000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818D040-3BA0-D113-1BE2-B5795D40A558}"/>
                </a:ext>
              </a:extLst>
            </p:cNvPr>
            <p:cNvSpPr/>
            <p:nvPr/>
          </p:nvSpPr>
          <p:spPr>
            <a:xfrm>
              <a:off x="1013791" y="1759226"/>
              <a:ext cx="397566" cy="228600"/>
            </a:xfrm>
            <a:prstGeom prst="rect">
              <a:avLst/>
            </a:prstGeom>
            <a:ln cap="flat">
              <a:solidFill>
                <a:schemeClr val="tx1"/>
              </a:solidFill>
              <a:miter lim="800000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12A8E8B-6C8F-6F29-E382-0AB2F658C556}"/>
              </a:ext>
            </a:extLst>
          </p:cNvPr>
          <p:cNvGrpSpPr/>
          <p:nvPr/>
        </p:nvGrpSpPr>
        <p:grpSpPr>
          <a:xfrm>
            <a:off x="5622236" y="2599081"/>
            <a:ext cx="397566" cy="457200"/>
            <a:chOff x="1013791" y="1530626"/>
            <a:chExt cx="397566" cy="45720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DF1CAEB-4F11-3511-A098-179C6609F4D4}"/>
                </a:ext>
              </a:extLst>
            </p:cNvPr>
            <p:cNvSpPr/>
            <p:nvPr/>
          </p:nvSpPr>
          <p:spPr>
            <a:xfrm>
              <a:off x="1013791" y="1530626"/>
              <a:ext cx="397566" cy="228600"/>
            </a:xfrm>
            <a:prstGeom prst="rect">
              <a:avLst/>
            </a:prstGeom>
            <a:ln cap="flat">
              <a:solidFill>
                <a:schemeClr val="tx1"/>
              </a:solidFill>
              <a:miter lim="800000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7A09C4D-564B-1405-1FFE-2F1B309DA287}"/>
                </a:ext>
              </a:extLst>
            </p:cNvPr>
            <p:cNvSpPr/>
            <p:nvPr/>
          </p:nvSpPr>
          <p:spPr>
            <a:xfrm>
              <a:off x="1013791" y="1759226"/>
              <a:ext cx="397566" cy="228600"/>
            </a:xfrm>
            <a:prstGeom prst="rect">
              <a:avLst/>
            </a:prstGeom>
            <a:ln cap="flat">
              <a:solidFill>
                <a:schemeClr val="tx1"/>
              </a:solidFill>
              <a:miter lim="800000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4359C27-BBB2-CB6B-3401-58A93ABF272E}"/>
              </a:ext>
            </a:extLst>
          </p:cNvPr>
          <p:cNvGrpSpPr/>
          <p:nvPr/>
        </p:nvGrpSpPr>
        <p:grpSpPr>
          <a:xfrm>
            <a:off x="8527775" y="1192695"/>
            <a:ext cx="397566" cy="457200"/>
            <a:chOff x="1013791" y="1530626"/>
            <a:chExt cx="397566" cy="45720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2594BD9-AD65-95CF-F284-E0F5EB12CD97}"/>
                </a:ext>
              </a:extLst>
            </p:cNvPr>
            <p:cNvSpPr/>
            <p:nvPr/>
          </p:nvSpPr>
          <p:spPr>
            <a:xfrm>
              <a:off x="1013791" y="1530626"/>
              <a:ext cx="397566" cy="228600"/>
            </a:xfrm>
            <a:prstGeom prst="rect">
              <a:avLst/>
            </a:prstGeom>
            <a:ln cap="flat">
              <a:solidFill>
                <a:schemeClr val="tx1"/>
              </a:solidFill>
              <a:miter lim="800000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3161468-0328-0C14-A25C-BCF153787F7A}"/>
                </a:ext>
              </a:extLst>
            </p:cNvPr>
            <p:cNvSpPr/>
            <p:nvPr/>
          </p:nvSpPr>
          <p:spPr>
            <a:xfrm>
              <a:off x="1013791" y="1759226"/>
              <a:ext cx="397566" cy="228600"/>
            </a:xfrm>
            <a:prstGeom prst="rect">
              <a:avLst/>
            </a:prstGeom>
            <a:ln cap="flat">
              <a:solidFill>
                <a:schemeClr val="tx1"/>
              </a:solidFill>
              <a:miter lim="800000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F712281-B4B9-B448-C1C9-915D749B728D}"/>
              </a:ext>
            </a:extLst>
          </p:cNvPr>
          <p:cNvGrpSpPr/>
          <p:nvPr/>
        </p:nvGrpSpPr>
        <p:grpSpPr>
          <a:xfrm>
            <a:off x="7822096" y="2592454"/>
            <a:ext cx="397566" cy="457200"/>
            <a:chOff x="1013791" y="1530626"/>
            <a:chExt cx="397566" cy="45720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5F5818D-3F7B-BE73-E588-4C4F4E123960}"/>
                </a:ext>
              </a:extLst>
            </p:cNvPr>
            <p:cNvSpPr/>
            <p:nvPr/>
          </p:nvSpPr>
          <p:spPr>
            <a:xfrm>
              <a:off x="1013791" y="1530626"/>
              <a:ext cx="397566" cy="228600"/>
            </a:xfrm>
            <a:prstGeom prst="rect">
              <a:avLst/>
            </a:prstGeom>
            <a:ln cap="flat">
              <a:solidFill>
                <a:schemeClr val="tx1"/>
              </a:solidFill>
              <a:miter lim="800000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FF94D88-367D-2870-EACB-91C07FB12EB5}"/>
                </a:ext>
              </a:extLst>
            </p:cNvPr>
            <p:cNvSpPr/>
            <p:nvPr/>
          </p:nvSpPr>
          <p:spPr>
            <a:xfrm>
              <a:off x="1013791" y="1759226"/>
              <a:ext cx="397566" cy="228600"/>
            </a:xfrm>
            <a:prstGeom prst="rect">
              <a:avLst/>
            </a:prstGeom>
            <a:ln cap="flat">
              <a:solidFill>
                <a:schemeClr val="tx1"/>
              </a:solidFill>
              <a:miter lim="800000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48E8338-44CA-4956-3303-49F790F97E53}"/>
              </a:ext>
            </a:extLst>
          </p:cNvPr>
          <p:cNvGrpSpPr/>
          <p:nvPr/>
        </p:nvGrpSpPr>
        <p:grpSpPr>
          <a:xfrm>
            <a:off x="9693967" y="3730484"/>
            <a:ext cx="397566" cy="457200"/>
            <a:chOff x="1013791" y="1530626"/>
            <a:chExt cx="397566" cy="45720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3542B578-0047-E744-9534-1F1ACEB91F69}"/>
                </a:ext>
              </a:extLst>
            </p:cNvPr>
            <p:cNvSpPr/>
            <p:nvPr/>
          </p:nvSpPr>
          <p:spPr>
            <a:xfrm>
              <a:off x="1013791" y="1530626"/>
              <a:ext cx="397566" cy="228600"/>
            </a:xfrm>
            <a:prstGeom prst="rect">
              <a:avLst/>
            </a:prstGeom>
            <a:ln cap="flat">
              <a:solidFill>
                <a:schemeClr val="tx1"/>
              </a:solidFill>
              <a:miter lim="800000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1FBE647-F063-6A21-6B58-9ACD66DEBF28}"/>
                </a:ext>
              </a:extLst>
            </p:cNvPr>
            <p:cNvSpPr/>
            <p:nvPr/>
          </p:nvSpPr>
          <p:spPr>
            <a:xfrm>
              <a:off x="1013791" y="1759226"/>
              <a:ext cx="397566" cy="228600"/>
            </a:xfrm>
            <a:prstGeom prst="rect">
              <a:avLst/>
            </a:prstGeom>
            <a:ln cap="flat">
              <a:solidFill>
                <a:schemeClr val="tx1"/>
              </a:solidFill>
              <a:miter lim="800000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DF4F503-253E-927E-2295-06AE49740915}"/>
              </a:ext>
            </a:extLst>
          </p:cNvPr>
          <p:cNvCxnSpPr>
            <a:cxnSpLocks/>
            <a:stCxn id="4" idx="3"/>
            <a:endCxn id="9" idx="1"/>
          </p:cNvCxnSpPr>
          <p:nvPr/>
        </p:nvCxnSpPr>
        <p:spPr>
          <a:xfrm flipV="1">
            <a:off x="1948071" y="2950265"/>
            <a:ext cx="1563756" cy="887895"/>
          </a:xfrm>
          <a:prstGeom prst="straightConnector1">
            <a:avLst/>
          </a:prstGeom>
          <a:ln w="31750" cap="flat">
            <a:solidFill>
              <a:schemeClr val="bg1"/>
            </a:solidFill>
            <a:miter lim="800000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5A0D3536-E7D0-A171-ED33-396E74E7CFEF}"/>
              </a:ext>
            </a:extLst>
          </p:cNvPr>
          <p:cNvGrpSpPr/>
          <p:nvPr/>
        </p:nvGrpSpPr>
        <p:grpSpPr>
          <a:xfrm>
            <a:off x="3511827" y="2607365"/>
            <a:ext cx="397566" cy="457200"/>
            <a:chOff x="1013791" y="1530626"/>
            <a:chExt cx="397566" cy="4572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992A962-1705-6EFC-99C3-814A509AFD09}"/>
                </a:ext>
              </a:extLst>
            </p:cNvPr>
            <p:cNvSpPr/>
            <p:nvPr/>
          </p:nvSpPr>
          <p:spPr>
            <a:xfrm>
              <a:off x="1013791" y="1530626"/>
              <a:ext cx="397566" cy="228600"/>
            </a:xfrm>
            <a:prstGeom prst="rect">
              <a:avLst/>
            </a:prstGeom>
            <a:ln cap="flat">
              <a:solidFill>
                <a:schemeClr val="tx1"/>
              </a:solidFill>
              <a:miter lim="800000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FC3117D-EC2D-CC1C-FF63-3A431F55111A}"/>
                </a:ext>
              </a:extLst>
            </p:cNvPr>
            <p:cNvSpPr/>
            <p:nvPr/>
          </p:nvSpPr>
          <p:spPr>
            <a:xfrm>
              <a:off x="1013791" y="1759226"/>
              <a:ext cx="397566" cy="228600"/>
            </a:xfrm>
            <a:prstGeom prst="rect">
              <a:avLst/>
            </a:prstGeom>
            <a:ln cap="flat">
              <a:solidFill>
                <a:schemeClr val="tx1"/>
              </a:solidFill>
              <a:miter lim="800000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91B880B-CC88-D0C8-3668-B68AB47D7683}"/>
              </a:ext>
            </a:extLst>
          </p:cNvPr>
          <p:cNvCxnSpPr>
            <a:cxnSpLocks/>
          </p:cNvCxnSpPr>
          <p:nvPr/>
        </p:nvCxnSpPr>
        <p:spPr>
          <a:xfrm>
            <a:off x="3909393" y="2827681"/>
            <a:ext cx="1712843" cy="0"/>
          </a:xfrm>
          <a:prstGeom prst="straightConnector1">
            <a:avLst/>
          </a:prstGeom>
          <a:ln w="31750" cap="flat">
            <a:solidFill>
              <a:schemeClr val="bg1"/>
            </a:solidFill>
            <a:miter lim="800000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C58418DE-8D5E-3469-4E02-A348AC25BEA6}"/>
              </a:ext>
            </a:extLst>
          </p:cNvPr>
          <p:cNvCxnSpPr>
            <a:cxnSpLocks/>
          </p:cNvCxnSpPr>
          <p:nvPr/>
        </p:nvCxnSpPr>
        <p:spPr>
          <a:xfrm>
            <a:off x="1948071" y="3952459"/>
            <a:ext cx="3674165" cy="0"/>
          </a:xfrm>
          <a:prstGeom prst="straightConnector1">
            <a:avLst/>
          </a:prstGeom>
          <a:ln w="31750" cap="flat">
            <a:solidFill>
              <a:schemeClr val="bg1"/>
            </a:solidFill>
            <a:miter lim="800000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EC80440C-1F16-E49B-ACF5-1DC6F05653A5}"/>
              </a:ext>
            </a:extLst>
          </p:cNvPr>
          <p:cNvCxnSpPr>
            <a:cxnSpLocks/>
            <a:stCxn id="5" idx="3"/>
            <a:endCxn id="11" idx="1"/>
          </p:cNvCxnSpPr>
          <p:nvPr/>
        </p:nvCxnSpPr>
        <p:spPr>
          <a:xfrm>
            <a:off x="1948071" y="4066760"/>
            <a:ext cx="1563756" cy="821634"/>
          </a:xfrm>
          <a:prstGeom prst="straightConnector1">
            <a:avLst/>
          </a:prstGeom>
          <a:ln w="31750" cap="flat">
            <a:solidFill>
              <a:schemeClr val="bg1"/>
            </a:solidFill>
            <a:miter lim="800000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59B050AC-CBC0-225C-71F4-AD9A1C4ED3AE}"/>
              </a:ext>
            </a:extLst>
          </p:cNvPr>
          <p:cNvCxnSpPr>
            <a:cxnSpLocks/>
            <a:stCxn id="11" idx="3"/>
            <a:endCxn id="15" idx="2"/>
          </p:cNvCxnSpPr>
          <p:nvPr/>
        </p:nvCxnSpPr>
        <p:spPr>
          <a:xfrm flipV="1">
            <a:off x="3909393" y="4181060"/>
            <a:ext cx="1911626" cy="707334"/>
          </a:xfrm>
          <a:prstGeom prst="straightConnector1">
            <a:avLst/>
          </a:prstGeom>
          <a:ln w="31750" cap="flat">
            <a:solidFill>
              <a:schemeClr val="bg1"/>
            </a:solidFill>
            <a:miter lim="800000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0DD69C1F-6B5E-5FF4-7D90-924077527B06}"/>
              </a:ext>
            </a:extLst>
          </p:cNvPr>
          <p:cNvCxnSpPr>
            <a:cxnSpLocks/>
            <a:stCxn id="9" idx="3"/>
            <a:endCxn id="14" idx="0"/>
          </p:cNvCxnSpPr>
          <p:nvPr/>
        </p:nvCxnSpPr>
        <p:spPr>
          <a:xfrm>
            <a:off x="3909393" y="2950265"/>
            <a:ext cx="1911626" cy="773595"/>
          </a:xfrm>
          <a:prstGeom prst="straightConnector1">
            <a:avLst/>
          </a:prstGeom>
          <a:ln w="31750" cap="flat">
            <a:solidFill>
              <a:schemeClr val="bg1"/>
            </a:solidFill>
            <a:miter lim="800000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F7AF0679-619E-908B-8868-6E1C195828B1}"/>
              </a:ext>
            </a:extLst>
          </p:cNvPr>
          <p:cNvCxnSpPr>
            <a:cxnSpLocks/>
            <a:stCxn id="12" idx="3"/>
            <a:endCxn id="27" idx="2"/>
          </p:cNvCxnSpPr>
          <p:nvPr/>
        </p:nvCxnSpPr>
        <p:spPr>
          <a:xfrm flipV="1">
            <a:off x="3909393" y="4187684"/>
            <a:ext cx="5983357" cy="929310"/>
          </a:xfrm>
          <a:prstGeom prst="straightConnector1">
            <a:avLst/>
          </a:prstGeom>
          <a:ln w="31750" cap="flat">
            <a:solidFill>
              <a:schemeClr val="bg1"/>
            </a:solidFill>
            <a:miter lim="800000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E2CC925E-8985-97EA-54A6-AC21D11204E8}"/>
              </a:ext>
            </a:extLst>
          </p:cNvPr>
          <p:cNvCxnSpPr>
            <a:cxnSpLocks/>
          </p:cNvCxnSpPr>
          <p:nvPr/>
        </p:nvCxnSpPr>
        <p:spPr>
          <a:xfrm>
            <a:off x="6019802" y="3952459"/>
            <a:ext cx="3674165" cy="0"/>
          </a:xfrm>
          <a:prstGeom prst="straightConnector1">
            <a:avLst/>
          </a:prstGeom>
          <a:ln w="31750" cap="flat">
            <a:solidFill>
              <a:schemeClr val="bg1"/>
            </a:solidFill>
            <a:miter lim="800000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05ADEB30-650A-E98B-A093-3726AF9B65FF}"/>
              </a:ext>
            </a:extLst>
          </p:cNvPr>
          <p:cNvCxnSpPr>
            <a:cxnSpLocks/>
            <a:stCxn id="24" idx="3"/>
            <a:endCxn id="26" idx="0"/>
          </p:cNvCxnSpPr>
          <p:nvPr/>
        </p:nvCxnSpPr>
        <p:spPr>
          <a:xfrm>
            <a:off x="8219662" y="2935354"/>
            <a:ext cx="1673088" cy="795130"/>
          </a:xfrm>
          <a:prstGeom prst="straightConnector1">
            <a:avLst/>
          </a:prstGeom>
          <a:ln w="31750" cap="flat">
            <a:solidFill>
              <a:schemeClr val="bg1"/>
            </a:solidFill>
            <a:miter lim="800000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3B62FBC1-1BC6-116D-D280-AFA22A78FBA1}"/>
              </a:ext>
            </a:extLst>
          </p:cNvPr>
          <p:cNvCxnSpPr>
            <a:cxnSpLocks/>
          </p:cNvCxnSpPr>
          <p:nvPr/>
        </p:nvCxnSpPr>
        <p:spPr>
          <a:xfrm flipV="1">
            <a:off x="6019802" y="2814431"/>
            <a:ext cx="1802294" cy="13250"/>
          </a:xfrm>
          <a:prstGeom prst="straightConnector1">
            <a:avLst/>
          </a:prstGeom>
          <a:ln w="31750" cap="flat">
            <a:solidFill>
              <a:schemeClr val="bg1"/>
            </a:solidFill>
            <a:miter lim="800000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9A476761-B121-29E6-6048-0E69676CFEDA}"/>
              </a:ext>
            </a:extLst>
          </p:cNvPr>
          <p:cNvCxnSpPr>
            <a:cxnSpLocks/>
            <a:stCxn id="17" idx="3"/>
            <a:endCxn id="21" idx="1"/>
          </p:cNvCxnSpPr>
          <p:nvPr/>
        </p:nvCxnSpPr>
        <p:spPr>
          <a:xfrm flipV="1">
            <a:off x="6019802" y="1535595"/>
            <a:ext cx="2507973" cy="1177786"/>
          </a:xfrm>
          <a:prstGeom prst="straightConnector1">
            <a:avLst/>
          </a:prstGeom>
          <a:ln w="31750" cap="flat">
            <a:solidFill>
              <a:schemeClr val="bg1"/>
            </a:solidFill>
            <a:miter lim="800000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6B5A7456-1929-B26F-643F-4E8861137E71}"/>
              </a:ext>
            </a:extLst>
          </p:cNvPr>
          <p:cNvCxnSpPr>
            <a:cxnSpLocks/>
            <a:stCxn id="23" idx="0"/>
            <a:endCxn id="21" idx="2"/>
          </p:cNvCxnSpPr>
          <p:nvPr/>
        </p:nvCxnSpPr>
        <p:spPr>
          <a:xfrm flipV="1">
            <a:off x="8020879" y="1649895"/>
            <a:ext cx="705679" cy="942559"/>
          </a:xfrm>
          <a:prstGeom prst="straightConnector1">
            <a:avLst/>
          </a:prstGeom>
          <a:ln w="31750" cap="flat">
            <a:solidFill>
              <a:schemeClr val="bg1"/>
            </a:solidFill>
            <a:miter lim="800000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50976CFA-EE07-6A4E-C5F8-882E407A912D}"/>
              </a:ext>
            </a:extLst>
          </p:cNvPr>
          <p:cNvCxnSpPr>
            <a:cxnSpLocks/>
            <a:stCxn id="26" idx="0"/>
            <a:endCxn id="21" idx="2"/>
          </p:cNvCxnSpPr>
          <p:nvPr/>
        </p:nvCxnSpPr>
        <p:spPr>
          <a:xfrm flipH="1" flipV="1">
            <a:off x="8726558" y="1649895"/>
            <a:ext cx="1166192" cy="2080589"/>
          </a:xfrm>
          <a:prstGeom prst="straightConnector1">
            <a:avLst/>
          </a:prstGeom>
          <a:ln w="31750" cap="flat">
            <a:solidFill>
              <a:schemeClr val="bg1"/>
            </a:solidFill>
            <a:miter lim="800000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8433F9DA-0583-231C-2747-2D5DB08C8DFF}"/>
              </a:ext>
            </a:extLst>
          </p:cNvPr>
          <p:cNvCxnSpPr>
            <a:cxnSpLocks/>
            <a:stCxn id="14" idx="0"/>
            <a:endCxn id="18" idx="2"/>
          </p:cNvCxnSpPr>
          <p:nvPr/>
        </p:nvCxnSpPr>
        <p:spPr>
          <a:xfrm flipV="1">
            <a:off x="5821019" y="3056281"/>
            <a:ext cx="0" cy="667579"/>
          </a:xfrm>
          <a:prstGeom prst="straightConnector1">
            <a:avLst/>
          </a:prstGeom>
          <a:ln w="31750" cap="flat">
            <a:solidFill>
              <a:schemeClr val="bg1"/>
            </a:solidFill>
            <a:prstDash val="dash"/>
            <a:miter lim="800000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F9DD2721-C3F9-4474-2251-300EFE2784FB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1948071" y="3389244"/>
            <a:ext cx="768626" cy="448916"/>
          </a:xfrm>
          <a:prstGeom prst="straightConnector1">
            <a:avLst/>
          </a:prstGeom>
          <a:ln w="31750" cap="flat">
            <a:solidFill>
              <a:schemeClr val="bg1"/>
            </a:solidFill>
            <a:miter lim="800000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E3DD6A9F-85DC-2B50-4766-FD7EA8642B4B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1948071" y="4066760"/>
            <a:ext cx="662607" cy="362779"/>
          </a:xfrm>
          <a:prstGeom prst="straightConnector1">
            <a:avLst/>
          </a:prstGeom>
          <a:ln w="31750" cap="flat">
            <a:solidFill>
              <a:schemeClr val="bg1"/>
            </a:solidFill>
            <a:miter lim="800000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AFDCB596-0765-26B4-839F-51FB0654EC2A}"/>
              </a:ext>
            </a:extLst>
          </p:cNvPr>
          <p:cNvCxnSpPr>
            <a:cxnSpLocks/>
          </p:cNvCxnSpPr>
          <p:nvPr/>
        </p:nvCxnSpPr>
        <p:spPr>
          <a:xfrm>
            <a:off x="1948071" y="3952459"/>
            <a:ext cx="1911626" cy="0"/>
          </a:xfrm>
          <a:prstGeom prst="straightConnector1">
            <a:avLst/>
          </a:prstGeom>
          <a:ln w="31750" cap="flat">
            <a:solidFill>
              <a:schemeClr val="bg1"/>
            </a:solidFill>
            <a:miter lim="800000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2058CB7F-C7D4-B6EE-A456-72945F1C6E8A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3909393" y="4538871"/>
            <a:ext cx="954155" cy="349523"/>
          </a:xfrm>
          <a:prstGeom prst="straightConnector1">
            <a:avLst/>
          </a:prstGeom>
          <a:ln w="31750" cap="flat">
            <a:solidFill>
              <a:schemeClr val="bg1"/>
            </a:solidFill>
            <a:miter lim="800000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50DCC812-530A-CECD-2AC2-C9827C8040A1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3909393" y="2950265"/>
            <a:ext cx="1046920" cy="407501"/>
          </a:xfrm>
          <a:prstGeom prst="straightConnector1">
            <a:avLst/>
          </a:prstGeom>
          <a:ln w="31750" cap="flat">
            <a:solidFill>
              <a:schemeClr val="bg1"/>
            </a:solidFill>
            <a:miter lim="800000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A1662701-7BE0-56BB-250E-A2DDC19870D4}"/>
              </a:ext>
            </a:extLst>
          </p:cNvPr>
          <p:cNvCxnSpPr>
            <a:cxnSpLocks/>
          </p:cNvCxnSpPr>
          <p:nvPr/>
        </p:nvCxnSpPr>
        <p:spPr>
          <a:xfrm flipV="1">
            <a:off x="3909393" y="2821054"/>
            <a:ext cx="1046920" cy="6627"/>
          </a:xfrm>
          <a:prstGeom prst="straightConnector1">
            <a:avLst/>
          </a:prstGeom>
          <a:ln w="31750" cap="flat">
            <a:solidFill>
              <a:schemeClr val="bg1"/>
            </a:solidFill>
            <a:miter lim="800000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334D3E37-197C-B9DF-C227-6B9A053DDF37}"/>
              </a:ext>
            </a:extLst>
          </p:cNvPr>
          <p:cNvCxnSpPr>
            <a:cxnSpLocks/>
            <a:stCxn id="12" idx="3"/>
          </p:cNvCxnSpPr>
          <p:nvPr/>
        </p:nvCxnSpPr>
        <p:spPr>
          <a:xfrm flipV="1">
            <a:off x="3909393" y="4626666"/>
            <a:ext cx="3047998" cy="490328"/>
          </a:xfrm>
          <a:prstGeom prst="straightConnector1">
            <a:avLst/>
          </a:prstGeom>
          <a:ln w="31750" cap="flat">
            <a:solidFill>
              <a:schemeClr val="bg1"/>
            </a:solidFill>
            <a:miter lim="800000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A730B789-EFC3-6474-CCAA-D56443795684}"/>
              </a:ext>
            </a:extLst>
          </p:cNvPr>
          <p:cNvCxnSpPr>
            <a:cxnSpLocks/>
          </p:cNvCxnSpPr>
          <p:nvPr/>
        </p:nvCxnSpPr>
        <p:spPr>
          <a:xfrm flipV="1">
            <a:off x="6019802" y="2814431"/>
            <a:ext cx="1215887" cy="13250"/>
          </a:xfrm>
          <a:prstGeom prst="straightConnector1">
            <a:avLst/>
          </a:prstGeom>
          <a:ln w="31750" cap="flat">
            <a:solidFill>
              <a:schemeClr val="bg1"/>
            </a:solidFill>
            <a:miter lim="800000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A72E731B-47C5-0D6D-1657-E4270BC37682}"/>
              </a:ext>
            </a:extLst>
          </p:cNvPr>
          <p:cNvCxnSpPr>
            <a:cxnSpLocks/>
            <a:stCxn id="17" idx="3"/>
          </p:cNvCxnSpPr>
          <p:nvPr/>
        </p:nvCxnSpPr>
        <p:spPr>
          <a:xfrm flipV="1">
            <a:off x="6019802" y="2034621"/>
            <a:ext cx="1404728" cy="678760"/>
          </a:xfrm>
          <a:prstGeom prst="straightConnector1">
            <a:avLst/>
          </a:prstGeom>
          <a:ln w="31750" cap="flat">
            <a:solidFill>
              <a:schemeClr val="bg1"/>
            </a:solidFill>
            <a:miter lim="800000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C451F1AE-E2B4-514D-E3E3-E1E67AC2DBDC}"/>
              </a:ext>
            </a:extLst>
          </p:cNvPr>
          <p:cNvCxnSpPr>
            <a:cxnSpLocks/>
            <a:stCxn id="26" idx="0"/>
          </p:cNvCxnSpPr>
          <p:nvPr/>
        </p:nvCxnSpPr>
        <p:spPr>
          <a:xfrm flipH="1" flipV="1">
            <a:off x="9233454" y="2552701"/>
            <a:ext cx="659296" cy="1177783"/>
          </a:xfrm>
          <a:prstGeom prst="straightConnector1">
            <a:avLst/>
          </a:prstGeom>
          <a:ln w="31750" cap="flat">
            <a:solidFill>
              <a:schemeClr val="bg1"/>
            </a:solidFill>
            <a:miter lim="800000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A7720082-05A0-7FF7-C64C-D32FFFA4EE5C}"/>
              </a:ext>
            </a:extLst>
          </p:cNvPr>
          <p:cNvCxnSpPr>
            <a:cxnSpLocks/>
          </p:cNvCxnSpPr>
          <p:nvPr/>
        </p:nvCxnSpPr>
        <p:spPr>
          <a:xfrm>
            <a:off x="6019802" y="3952459"/>
            <a:ext cx="2001077" cy="6625"/>
          </a:xfrm>
          <a:prstGeom prst="straightConnector1">
            <a:avLst/>
          </a:prstGeom>
          <a:ln w="31750" cap="flat">
            <a:solidFill>
              <a:schemeClr val="bg1"/>
            </a:solidFill>
            <a:miter lim="800000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3BA8A384-A1DE-A64A-B736-418BE6F38345}"/>
              </a:ext>
            </a:extLst>
          </p:cNvPr>
          <p:cNvCxnSpPr>
            <a:cxnSpLocks/>
            <a:stCxn id="23" idx="0"/>
          </p:cNvCxnSpPr>
          <p:nvPr/>
        </p:nvCxnSpPr>
        <p:spPr>
          <a:xfrm flipV="1">
            <a:off x="8020879" y="2060713"/>
            <a:ext cx="397565" cy="531741"/>
          </a:xfrm>
          <a:prstGeom prst="straightConnector1">
            <a:avLst/>
          </a:prstGeom>
          <a:ln w="31750" cap="flat">
            <a:solidFill>
              <a:schemeClr val="bg1"/>
            </a:solidFill>
            <a:miter lim="800000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5D51825A-D45B-7EED-8318-F29EFEDD0C48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8219662" y="2935354"/>
            <a:ext cx="836544" cy="397565"/>
          </a:xfrm>
          <a:prstGeom prst="straightConnector1">
            <a:avLst/>
          </a:prstGeom>
          <a:ln w="31750" cap="flat">
            <a:solidFill>
              <a:schemeClr val="bg1"/>
            </a:solidFill>
            <a:miter lim="800000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TextBox 131">
            <a:extLst>
              <a:ext uri="{FF2B5EF4-FFF2-40B4-BE49-F238E27FC236}">
                <a16:creationId xmlns:a16="http://schemas.microsoft.com/office/drawing/2014/main" id="{0F314B7A-30B0-9C04-B5A1-130A5FA3CF48}"/>
              </a:ext>
            </a:extLst>
          </p:cNvPr>
          <p:cNvSpPr txBox="1"/>
          <p:nvPr/>
        </p:nvSpPr>
        <p:spPr>
          <a:xfrm>
            <a:off x="2165075" y="2975979"/>
            <a:ext cx="765313" cy="369332"/>
          </a:xfrm>
          <a:prstGeom prst="rect">
            <a:avLst/>
          </a:prstGeom>
          <a:noFill/>
          <a:ln cap="flat">
            <a:noFill/>
            <a:miter lim="800000"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 (6)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7B168258-41DB-D9D0-5ACA-8D79275A943A}"/>
              </a:ext>
            </a:extLst>
          </p:cNvPr>
          <p:cNvSpPr txBox="1"/>
          <p:nvPr/>
        </p:nvSpPr>
        <p:spPr>
          <a:xfrm>
            <a:off x="2165074" y="4576212"/>
            <a:ext cx="765313" cy="369332"/>
          </a:xfrm>
          <a:prstGeom prst="rect">
            <a:avLst/>
          </a:prstGeom>
          <a:noFill/>
          <a:ln cap="flat">
            <a:noFill/>
            <a:miter lim="800000"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 (8)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0C88213C-1872-03BC-7A61-865462CA3D8F}"/>
              </a:ext>
            </a:extLst>
          </p:cNvPr>
          <p:cNvSpPr txBox="1"/>
          <p:nvPr/>
        </p:nvSpPr>
        <p:spPr>
          <a:xfrm>
            <a:off x="3337893" y="3497403"/>
            <a:ext cx="765313" cy="369332"/>
          </a:xfrm>
          <a:prstGeom prst="rect">
            <a:avLst/>
          </a:prstGeom>
          <a:noFill/>
          <a:ln cap="flat">
            <a:noFill/>
            <a:miter lim="800000"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 (5)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269CBC00-CB05-A3DA-7FE6-7189D991EB2C}"/>
              </a:ext>
            </a:extLst>
          </p:cNvPr>
          <p:cNvSpPr txBox="1"/>
          <p:nvPr/>
        </p:nvSpPr>
        <p:spPr>
          <a:xfrm>
            <a:off x="4118115" y="3210410"/>
            <a:ext cx="765313" cy="369332"/>
          </a:xfrm>
          <a:prstGeom prst="rect">
            <a:avLst/>
          </a:prstGeom>
          <a:noFill/>
          <a:ln cap="flat">
            <a:noFill/>
            <a:miter lim="800000"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 (11)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00C8CFAE-56C2-2383-A622-63B990464464}"/>
              </a:ext>
            </a:extLst>
          </p:cNvPr>
          <p:cNvSpPr txBox="1"/>
          <p:nvPr/>
        </p:nvSpPr>
        <p:spPr>
          <a:xfrm>
            <a:off x="4416289" y="2368897"/>
            <a:ext cx="765313" cy="369332"/>
          </a:xfrm>
          <a:prstGeom prst="rect">
            <a:avLst/>
          </a:prstGeom>
          <a:noFill/>
          <a:ln cap="flat">
            <a:noFill/>
            <a:miter lim="800000"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 (10)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7D2E440B-DF86-20BF-9E57-7E4746470D9E}"/>
              </a:ext>
            </a:extLst>
          </p:cNvPr>
          <p:cNvSpPr txBox="1"/>
          <p:nvPr/>
        </p:nvSpPr>
        <p:spPr>
          <a:xfrm>
            <a:off x="4305301" y="4181060"/>
            <a:ext cx="765313" cy="369332"/>
          </a:xfrm>
          <a:prstGeom prst="rect">
            <a:avLst/>
          </a:prstGeom>
          <a:noFill/>
          <a:ln cap="flat">
            <a:noFill/>
            <a:miter lim="800000"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 (12)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48F0B6AF-447F-6E02-13C1-1CCA47486198}"/>
              </a:ext>
            </a:extLst>
          </p:cNvPr>
          <p:cNvSpPr txBox="1"/>
          <p:nvPr/>
        </p:nvSpPr>
        <p:spPr>
          <a:xfrm>
            <a:off x="6563971" y="4717812"/>
            <a:ext cx="860559" cy="369332"/>
          </a:xfrm>
          <a:prstGeom prst="rect">
            <a:avLst/>
          </a:prstGeom>
          <a:noFill/>
          <a:ln cap="flat">
            <a:noFill/>
            <a:miter lim="800000"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G (15)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BA20AB95-45C1-A67E-FACE-FA8833B40465}"/>
              </a:ext>
            </a:extLst>
          </p:cNvPr>
          <p:cNvSpPr txBox="1"/>
          <p:nvPr/>
        </p:nvSpPr>
        <p:spPr>
          <a:xfrm>
            <a:off x="7513159" y="3545818"/>
            <a:ext cx="860559" cy="369332"/>
          </a:xfrm>
          <a:prstGeom prst="rect">
            <a:avLst/>
          </a:prstGeom>
          <a:noFill/>
          <a:ln cap="flat">
            <a:noFill/>
            <a:miter lim="800000"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H(4)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B5DAE4D5-9C47-D013-5601-D896EDACE51A}"/>
              </a:ext>
            </a:extLst>
          </p:cNvPr>
          <p:cNvSpPr txBox="1"/>
          <p:nvPr/>
        </p:nvSpPr>
        <p:spPr>
          <a:xfrm>
            <a:off x="6663362" y="2445099"/>
            <a:ext cx="860559" cy="369332"/>
          </a:xfrm>
          <a:prstGeom prst="rect">
            <a:avLst/>
          </a:prstGeom>
          <a:noFill/>
          <a:ln cap="flat">
            <a:noFill/>
            <a:miter lim="800000"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 I (7)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A8ED4234-B1A6-7B44-E792-84B8B9EC12BC}"/>
              </a:ext>
            </a:extLst>
          </p:cNvPr>
          <p:cNvSpPr txBox="1"/>
          <p:nvPr/>
        </p:nvSpPr>
        <p:spPr>
          <a:xfrm>
            <a:off x="6647213" y="1769794"/>
            <a:ext cx="860559" cy="369332"/>
          </a:xfrm>
          <a:prstGeom prst="rect">
            <a:avLst/>
          </a:prstGeom>
          <a:noFill/>
          <a:ln cap="flat">
            <a:noFill/>
            <a:miter lim="800000"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 J (8)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466FCC74-7A39-47B8-4836-3B5EB29F0DA5}"/>
              </a:ext>
            </a:extLst>
          </p:cNvPr>
          <p:cNvSpPr txBox="1"/>
          <p:nvPr/>
        </p:nvSpPr>
        <p:spPr>
          <a:xfrm>
            <a:off x="8480156" y="3364952"/>
            <a:ext cx="860559" cy="369332"/>
          </a:xfrm>
          <a:prstGeom prst="rect">
            <a:avLst/>
          </a:prstGeom>
          <a:noFill/>
          <a:ln cap="flat">
            <a:noFill/>
            <a:miter lim="800000"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 K (6)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C10277FA-EEBF-C15B-F9EB-C849723B5641}"/>
              </a:ext>
            </a:extLst>
          </p:cNvPr>
          <p:cNvSpPr txBox="1"/>
          <p:nvPr/>
        </p:nvSpPr>
        <p:spPr>
          <a:xfrm>
            <a:off x="9343411" y="2378044"/>
            <a:ext cx="860559" cy="369332"/>
          </a:xfrm>
          <a:prstGeom prst="rect">
            <a:avLst/>
          </a:prstGeom>
          <a:noFill/>
          <a:ln cap="flat">
            <a:noFill/>
            <a:miter lim="800000"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 M (10)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054A1EC8-8B57-E720-C9E4-47A978305098}"/>
              </a:ext>
            </a:extLst>
          </p:cNvPr>
          <p:cNvSpPr txBox="1"/>
          <p:nvPr/>
        </p:nvSpPr>
        <p:spPr>
          <a:xfrm>
            <a:off x="7507772" y="1961083"/>
            <a:ext cx="860559" cy="369332"/>
          </a:xfrm>
          <a:prstGeom prst="rect">
            <a:avLst/>
          </a:prstGeom>
          <a:noFill/>
          <a:ln cap="flat">
            <a:noFill/>
            <a:miter lim="800000"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 L (4)</a:t>
            </a:r>
          </a:p>
        </p:txBody>
      </p: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D84F9212-7C1D-879E-50CB-DFCED8320FAE}"/>
              </a:ext>
            </a:extLst>
          </p:cNvPr>
          <p:cNvCxnSpPr>
            <a:cxnSpLocks/>
            <a:stCxn id="18" idx="2"/>
          </p:cNvCxnSpPr>
          <p:nvPr/>
        </p:nvCxnSpPr>
        <p:spPr>
          <a:xfrm>
            <a:off x="5821019" y="3056281"/>
            <a:ext cx="0" cy="372719"/>
          </a:xfrm>
          <a:prstGeom prst="straightConnector1">
            <a:avLst/>
          </a:prstGeom>
          <a:ln w="31750" cap="flat">
            <a:solidFill>
              <a:schemeClr val="bg1"/>
            </a:solidFill>
            <a:prstDash val="sysDot"/>
            <a:miter lim="800000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8757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5D47219-EB04-D545-74EA-93EC4A27CA97}"/>
              </a:ext>
            </a:extLst>
          </p:cNvPr>
          <p:cNvGrpSpPr/>
          <p:nvPr/>
        </p:nvGrpSpPr>
        <p:grpSpPr>
          <a:xfrm>
            <a:off x="1550505" y="3723860"/>
            <a:ext cx="397566" cy="457200"/>
            <a:chOff x="1013791" y="1530626"/>
            <a:chExt cx="397566" cy="4572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ED46FD6-80B4-33F8-B53E-0F1679BDEBB5}"/>
                </a:ext>
              </a:extLst>
            </p:cNvPr>
            <p:cNvSpPr/>
            <p:nvPr/>
          </p:nvSpPr>
          <p:spPr>
            <a:xfrm>
              <a:off x="1013791" y="1530626"/>
              <a:ext cx="397566" cy="228600"/>
            </a:xfrm>
            <a:prstGeom prst="rect">
              <a:avLst/>
            </a:prstGeom>
            <a:ln cap="flat">
              <a:solidFill>
                <a:schemeClr val="tx1"/>
              </a:solidFill>
              <a:miter lim="800000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0588F6F-5445-9D8A-CFCD-5A4F1FF38107}"/>
                </a:ext>
              </a:extLst>
            </p:cNvPr>
            <p:cNvSpPr/>
            <p:nvPr/>
          </p:nvSpPr>
          <p:spPr>
            <a:xfrm>
              <a:off x="1013791" y="1759226"/>
              <a:ext cx="397566" cy="228600"/>
            </a:xfrm>
            <a:prstGeom prst="rect">
              <a:avLst/>
            </a:prstGeom>
            <a:ln cap="flat">
              <a:solidFill>
                <a:schemeClr val="tx1"/>
              </a:solidFill>
              <a:miter lim="800000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ECCD3C3-F59D-1B91-7945-D11569ED1B60}"/>
              </a:ext>
            </a:extLst>
          </p:cNvPr>
          <p:cNvGrpSpPr/>
          <p:nvPr/>
        </p:nvGrpSpPr>
        <p:grpSpPr>
          <a:xfrm>
            <a:off x="3511827" y="4774094"/>
            <a:ext cx="397566" cy="457200"/>
            <a:chOff x="1013791" y="1530626"/>
            <a:chExt cx="397566" cy="4572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AE1D4AB-E37F-B4F1-C6EE-37D5D0D74065}"/>
                </a:ext>
              </a:extLst>
            </p:cNvPr>
            <p:cNvSpPr/>
            <p:nvPr/>
          </p:nvSpPr>
          <p:spPr>
            <a:xfrm>
              <a:off x="1013791" y="1530626"/>
              <a:ext cx="397566" cy="228600"/>
            </a:xfrm>
            <a:prstGeom prst="rect">
              <a:avLst/>
            </a:prstGeom>
            <a:ln cap="flat">
              <a:solidFill>
                <a:schemeClr val="tx1"/>
              </a:solidFill>
              <a:miter lim="800000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69EA349-2486-4CF3-0D8D-D4EA8A4E4BFF}"/>
                </a:ext>
              </a:extLst>
            </p:cNvPr>
            <p:cNvSpPr/>
            <p:nvPr/>
          </p:nvSpPr>
          <p:spPr>
            <a:xfrm>
              <a:off x="1013791" y="1759226"/>
              <a:ext cx="397566" cy="228600"/>
            </a:xfrm>
            <a:prstGeom prst="rect">
              <a:avLst/>
            </a:prstGeom>
            <a:ln cap="flat">
              <a:solidFill>
                <a:schemeClr val="tx1"/>
              </a:solidFill>
              <a:miter lim="800000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EDA0DEF-B231-EEE4-EF66-07CC748369A1}"/>
              </a:ext>
            </a:extLst>
          </p:cNvPr>
          <p:cNvGrpSpPr/>
          <p:nvPr/>
        </p:nvGrpSpPr>
        <p:grpSpPr>
          <a:xfrm>
            <a:off x="5622236" y="3723860"/>
            <a:ext cx="397566" cy="457200"/>
            <a:chOff x="1013791" y="1530626"/>
            <a:chExt cx="397566" cy="4572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AE055C9-071E-DED3-986E-275B6595E610}"/>
                </a:ext>
              </a:extLst>
            </p:cNvPr>
            <p:cNvSpPr/>
            <p:nvPr/>
          </p:nvSpPr>
          <p:spPr>
            <a:xfrm>
              <a:off x="1013791" y="1530626"/>
              <a:ext cx="397566" cy="228600"/>
            </a:xfrm>
            <a:prstGeom prst="rect">
              <a:avLst/>
            </a:prstGeom>
            <a:ln cap="flat">
              <a:solidFill>
                <a:schemeClr val="tx1"/>
              </a:solidFill>
              <a:miter lim="800000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818D040-3BA0-D113-1BE2-B5795D40A558}"/>
                </a:ext>
              </a:extLst>
            </p:cNvPr>
            <p:cNvSpPr/>
            <p:nvPr/>
          </p:nvSpPr>
          <p:spPr>
            <a:xfrm>
              <a:off x="1013791" y="1759226"/>
              <a:ext cx="397566" cy="228600"/>
            </a:xfrm>
            <a:prstGeom prst="rect">
              <a:avLst/>
            </a:prstGeom>
            <a:ln cap="flat">
              <a:solidFill>
                <a:schemeClr val="tx1"/>
              </a:solidFill>
              <a:miter lim="800000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12A8E8B-6C8F-6F29-E382-0AB2F658C556}"/>
              </a:ext>
            </a:extLst>
          </p:cNvPr>
          <p:cNvGrpSpPr/>
          <p:nvPr/>
        </p:nvGrpSpPr>
        <p:grpSpPr>
          <a:xfrm>
            <a:off x="5622236" y="2599081"/>
            <a:ext cx="397566" cy="457200"/>
            <a:chOff x="1013791" y="1530626"/>
            <a:chExt cx="397566" cy="45720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DF1CAEB-4F11-3511-A098-179C6609F4D4}"/>
                </a:ext>
              </a:extLst>
            </p:cNvPr>
            <p:cNvSpPr/>
            <p:nvPr/>
          </p:nvSpPr>
          <p:spPr>
            <a:xfrm>
              <a:off x="1013791" y="1530626"/>
              <a:ext cx="397566" cy="228600"/>
            </a:xfrm>
            <a:prstGeom prst="rect">
              <a:avLst/>
            </a:prstGeom>
            <a:ln cap="flat">
              <a:solidFill>
                <a:schemeClr val="tx1"/>
              </a:solidFill>
              <a:miter lim="800000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7A09C4D-564B-1405-1FFE-2F1B309DA287}"/>
                </a:ext>
              </a:extLst>
            </p:cNvPr>
            <p:cNvSpPr/>
            <p:nvPr/>
          </p:nvSpPr>
          <p:spPr>
            <a:xfrm>
              <a:off x="1013791" y="1759226"/>
              <a:ext cx="397566" cy="228600"/>
            </a:xfrm>
            <a:prstGeom prst="rect">
              <a:avLst/>
            </a:prstGeom>
            <a:ln cap="flat">
              <a:solidFill>
                <a:schemeClr val="tx1"/>
              </a:solidFill>
              <a:miter lim="800000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4359C27-BBB2-CB6B-3401-58A93ABF272E}"/>
              </a:ext>
            </a:extLst>
          </p:cNvPr>
          <p:cNvGrpSpPr/>
          <p:nvPr/>
        </p:nvGrpSpPr>
        <p:grpSpPr>
          <a:xfrm>
            <a:off x="8527775" y="1192695"/>
            <a:ext cx="397566" cy="457200"/>
            <a:chOff x="1013791" y="1530626"/>
            <a:chExt cx="397566" cy="45720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2594BD9-AD65-95CF-F284-E0F5EB12CD97}"/>
                </a:ext>
              </a:extLst>
            </p:cNvPr>
            <p:cNvSpPr/>
            <p:nvPr/>
          </p:nvSpPr>
          <p:spPr>
            <a:xfrm>
              <a:off x="1013791" y="1530626"/>
              <a:ext cx="397566" cy="228600"/>
            </a:xfrm>
            <a:prstGeom prst="rect">
              <a:avLst/>
            </a:prstGeom>
            <a:ln cap="flat">
              <a:solidFill>
                <a:schemeClr val="tx1"/>
              </a:solidFill>
              <a:miter lim="800000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3161468-0328-0C14-A25C-BCF153787F7A}"/>
                </a:ext>
              </a:extLst>
            </p:cNvPr>
            <p:cNvSpPr/>
            <p:nvPr/>
          </p:nvSpPr>
          <p:spPr>
            <a:xfrm>
              <a:off x="1013791" y="1759226"/>
              <a:ext cx="397566" cy="228600"/>
            </a:xfrm>
            <a:prstGeom prst="rect">
              <a:avLst/>
            </a:prstGeom>
            <a:ln cap="flat">
              <a:solidFill>
                <a:schemeClr val="tx1"/>
              </a:solidFill>
              <a:miter lim="800000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F712281-B4B9-B448-C1C9-915D749B728D}"/>
              </a:ext>
            </a:extLst>
          </p:cNvPr>
          <p:cNvGrpSpPr/>
          <p:nvPr/>
        </p:nvGrpSpPr>
        <p:grpSpPr>
          <a:xfrm>
            <a:off x="7822096" y="2592454"/>
            <a:ext cx="397566" cy="457200"/>
            <a:chOff x="1013791" y="1530626"/>
            <a:chExt cx="397566" cy="45720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5F5818D-3F7B-BE73-E588-4C4F4E123960}"/>
                </a:ext>
              </a:extLst>
            </p:cNvPr>
            <p:cNvSpPr/>
            <p:nvPr/>
          </p:nvSpPr>
          <p:spPr>
            <a:xfrm>
              <a:off x="1013791" y="1530626"/>
              <a:ext cx="397566" cy="228600"/>
            </a:xfrm>
            <a:prstGeom prst="rect">
              <a:avLst/>
            </a:prstGeom>
            <a:ln cap="flat">
              <a:solidFill>
                <a:schemeClr val="tx1"/>
              </a:solidFill>
              <a:miter lim="800000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FF94D88-367D-2870-EACB-91C07FB12EB5}"/>
                </a:ext>
              </a:extLst>
            </p:cNvPr>
            <p:cNvSpPr/>
            <p:nvPr/>
          </p:nvSpPr>
          <p:spPr>
            <a:xfrm>
              <a:off x="1013791" y="1759226"/>
              <a:ext cx="397566" cy="228600"/>
            </a:xfrm>
            <a:prstGeom prst="rect">
              <a:avLst/>
            </a:prstGeom>
            <a:ln cap="flat">
              <a:solidFill>
                <a:schemeClr val="tx1"/>
              </a:solidFill>
              <a:miter lim="800000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48E8338-44CA-4956-3303-49F790F97E53}"/>
              </a:ext>
            </a:extLst>
          </p:cNvPr>
          <p:cNvGrpSpPr/>
          <p:nvPr/>
        </p:nvGrpSpPr>
        <p:grpSpPr>
          <a:xfrm>
            <a:off x="9693967" y="3730484"/>
            <a:ext cx="397566" cy="457200"/>
            <a:chOff x="1013791" y="1530626"/>
            <a:chExt cx="397566" cy="45720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3542B578-0047-E744-9534-1F1ACEB91F69}"/>
                </a:ext>
              </a:extLst>
            </p:cNvPr>
            <p:cNvSpPr/>
            <p:nvPr/>
          </p:nvSpPr>
          <p:spPr>
            <a:xfrm>
              <a:off x="1013791" y="1530626"/>
              <a:ext cx="397566" cy="228600"/>
            </a:xfrm>
            <a:prstGeom prst="rect">
              <a:avLst/>
            </a:prstGeom>
            <a:ln cap="flat">
              <a:solidFill>
                <a:schemeClr val="tx1"/>
              </a:solidFill>
              <a:miter lim="800000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1FBE647-F063-6A21-6B58-9ACD66DEBF28}"/>
                </a:ext>
              </a:extLst>
            </p:cNvPr>
            <p:cNvSpPr/>
            <p:nvPr/>
          </p:nvSpPr>
          <p:spPr>
            <a:xfrm>
              <a:off x="1013791" y="1759226"/>
              <a:ext cx="397566" cy="228600"/>
            </a:xfrm>
            <a:prstGeom prst="rect">
              <a:avLst/>
            </a:prstGeom>
            <a:ln cap="flat">
              <a:solidFill>
                <a:schemeClr val="tx1"/>
              </a:solidFill>
              <a:miter lim="800000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DF4F503-253E-927E-2295-06AE49740915}"/>
              </a:ext>
            </a:extLst>
          </p:cNvPr>
          <p:cNvCxnSpPr>
            <a:cxnSpLocks/>
            <a:stCxn id="4" idx="3"/>
            <a:endCxn id="9" idx="1"/>
          </p:cNvCxnSpPr>
          <p:nvPr/>
        </p:nvCxnSpPr>
        <p:spPr>
          <a:xfrm flipV="1">
            <a:off x="1948071" y="2950265"/>
            <a:ext cx="1563756" cy="887895"/>
          </a:xfrm>
          <a:prstGeom prst="straightConnector1">
            <a:avLst/>
          </a:prstGeom>
          <a:ln w="31750" cap="flat">
            <a:solidFill>
              <a:schemeClr val="tx1"/>
            </a:solidFill>
            <a:miter lim="800000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5A0D3536-E7D0-A171-ED33-396E74E7CFEF}"/>
              </a:ext>
            </a:extLst>
          </p:cNvPr>
          <p:cNvGrpSpPr/>
          <p:nvPr/>
        </p:nvGrpSpPr>
        <p:grpSpPr>
          <a:xfrm>
            <a:off x="3511827" y="2607365"/>
            <a:ext cx="397566" cy="457200"/>
            <a:chOff x="1013791" y="1530626"/>
            <a:chExt cx="397566" cy="4572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992A962-1705-6EFC-99C3-814A509AFD09}"/>
                </a:ext>
              </a:extLst>
            </p:cNvPr>
            <p:cNvSpPr/>
            <p:nvPr/>
          </p:nvSpPr>
          <p:spPr>
            <a:xfrm>
              <a:off x="1013791" y="1530626"/>
              <a:ext cx="397566" cy="228600"/>
            </a:xfrm>
            <a:prstGeom prst="rect">
              <a:avLst/>
            </a:prstGeom>
            <a:ln cap="flat">
              <a:solidFill>
                <a:schemeClr val="tx1"/>
              </a:solidFill>
              <a:miter lim="800000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FC3117D-EC2D-CC1C-FF63-3A431F55111A}"/>
                </a:ext>
              </a:extLst>
            </p:cNvPr>
            <p:cNvSpPr/>
            <p:nvPr/>
          </p:nvSpPr>
          <p:spPr>
            <a:xfrm>
              <a:off x="1013791" y="1759226"/>
              <a:ext cx="397566" cy="228600"/>
            </a:xfrm>
            <a:prstGeom prst="rect">
              <a:avLst/>
            </a:prstGeom>
            <a:ln cap="flat">
              <a:solidFill>
                <a:schemeClr val="tx1"/>
              </a:solidFill>
              <a:miter lim="800000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91B880B-CC88-D0C8-3668-B68AB47D7683}"/>
              </a:ext>
            </a:extLst>
          </p:cNvPr>
          <p:cNvCxnSpPr>
            <a:cxnSpLocks/>
            <a:stCxn id="9" idx="0"/>
            <a:endCxn id="18" idx="0"/>
          </p:cNvCxnSpPr>
          <p:nvPr/>
        </p:nvCxnSpPr>
        <p:spPr>
          <a:xfrm flipV="1">
            <a:off x="3710610" y="2827681"/>
            <a:ext cx="2110409" cy="8284"/>
          </a:xfrm>
          <a:prstGeom prst="straightConnector1">
            <a:avLst/>
          </a:prstGeom>
          <a:ln w="31750" cap="flat">
            <a:solidFill>
              <a:schemeClr val="tx1"/>
            </a:solidFill>
            <a:miter lim="800000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C58418DE-8D5E-3469-4E02-A348AC25BEA6}"/>
              </a:ext>
            </a:extLst>
          </p:cNvPr>
          <p:cNvCxnSpPr>
            <a:cxnSpLocks/>
            <a:stCxn id="4" idx="2"/>
            <a:endCxn id="15" idx="0"/>
          </p:cNvCxnSpPr>
          <p:nvPr/>
        </p:nvCxnSpPr>
        <p:spPr>
          <a:xfrm>
            <a:off x="1749288" y="3952460"/>
            <a:ext cx="4071731" cy="0"/>
          </a:xfrm>
          <a:prstGeom prst="straightConnector1">
            <a:avLst/>
          </a:prstGeom>
          <a:ln w="31750" cap="flat">
            <a:solidFill>
              <a:schemeClr val="tx1"/>
            </a:solidFill>
            <a:miter lim="800000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EC80440C-1F16-E49B-ACF5-1DC6F05653A5}"/>
              </a:ext>
            </a:extLst>
          </p:cNvPr>
          <p:cNvCxnSpPr>
            <a:cxnSpLocks/>
            <a:stCxn id="5" idx="3"/>
            <a:endCxn id="11" idx="1"/>
          </p:cNvCxnSpPr>
          <p:nvPr/>
        </p:nvCxnSpPr>
        <p:spPr>
          <a:xfrm>
            <a:off x="1948071" y="4066760"/>
            <a:ext cx="1563756" cy="821634"/>
          </a:xfrm>
          <a:prstGeom prst="straightConnector1">
            <a:avLst/>
          </a:prstGeom>
          <a:ln w="31750" cap="flat">
            <a:solidFill>
              <a:schemeClr val="tx1"/>
            </a:solidFill>
            <a:miter lim="800000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59B050AC-CBC0-225C-71F4-AD9A1C4ED3AE}"/>
              </a:ext>
            </a:extLst>
          </p:cNvPr>
          <p:cNvCxnSpPr>
            <a:cxnSpLocks/>
            <a:stCxn id="11" idx="3"/>
            <a:endCxn id="15" idx="2"/>
          </p:cNvCxnSpPr>
          <p:nvPr/>
        </p:nvCxnSpPr>
        <p:spPr>
          <a:xfrm flipV="1">
            <a:off x="3909393" y="4181060"/>
            <a:ext cx="1911626" cy="707334"/>
          </a:xfrm>
          <a:prstGeom prst="straightConnector1">
            <a:avLst/>
          </a:prstGeom>
          <a:ln w="31750" cap="flat">
            <a:solidFill>
              <a:schemeClr val="tx1"/>
            </a:solidFill>
            <a:miter lim="800000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0DD69C1F-6B5E-5FF4-7D90-924077527B06}"/>
              </a:ext>
            </a:extLst>
          </p:cNvPr>
          <p:cNvCxnSpPr>
            <a:cxnSpLocks/>
            <a:stCxn id="9" idx="3"/>
            <a:endCxn id="14" idx="0"/>
          </p:cNvCxnSpPr>
          <p:nvPr/>
        </p:nvCxnSpPr>
        <p:spPr>
          <a:xfrm>
            <a:off x="3909393" y="2950265"/>
            <a:ext cx="1911626" cy="773595"/>
          </a:xfrm>
          <a:prstGeom prst="straightConnector1">
            <a:avLst/>
          </a:prstGeom>
          <a:ln w="31750" cap="flat">
            <a:solidFill>
              <a:schemeClr val="tx1"/>
            </a:solidFill>
            <a:miter lim="800000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F7AF0679-619E-908B-8868-6E1C195828B1}"/>
              </a:ext>
            </a:extLst>
          </p:cNvPr>
          <p:cNvCxnSpPr>
            <a:cxnSpLocks/>
            <a:stCxn id="12" idx="3"/>
            <a:endCxn id="27" idx="2"/>
          </p:cNvCxnSpPr>
          <p:nvPr/>
        </p:nvCxnSpPr>
        <p:spPr>
          <a:xfrm flipV="1">
            <a:off x="3909393" y="4187684"/>
            <a:ext cx="5983357" cy="929310"/>
          </a:xfrm>
          <a:prstGeom prst="straightConnector1">
            <a:avLst/>
          </a:prstGeom>
          <a:ln w="31750" cap="flat">
            <a:solidFill>
              <a:schemeClr val="tx1"/>
            </a:solidFill>
            <a:miter lim="800000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E2CC925E-8985-97EA-54A6-AC21D11204E8}"/>
              </a:ext>
            </a:extLst>
          </p:cNvPr>
          <p:cNvCxnSpPr>
            <a:cxnSpLocks/>
            <a:stCxn id="15" idx="0"/>
            <a:endCxn id="27" idx="0"/>
          </p:cNvCxnSpPr>
          <p:nvPr/>
        </p:nvCxnSpPr>
        <p:spPr>
          <a:xfrm>
            <a:off x="5821019" y="3952460"/>
            <a:ext cx="4071731" cy="6624"/>
          </a:xfrm>
          <a:prstGeom prst="straightConnector1">
            <a:avLst/>
          </a:prstGeom>
          <a:ln w="31750" cap="flat">
            <a:solidFill>
              <a:schemeClr val="tx1"/>
            </a:solidFill>
            <a:miter lim="800000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05ADEB30-650A-E98B-A093-3726AF9B65FF}"/>
              </a:ext>
            </a:extLst>
          </p:cNvPr>
          <p:cNvCxnSpPr>
            <a:cxnSpLocks/>
            <a:stCxn id="24" idx="3"/>
            <a:endCxn id="26" idx="0"/>
          </p:cNvCxnSpPr>
          <p:nvPr/>
        </p:nvCxnSpPr>
        <p:spPr>
          <a:xfrm>
            <a:off x="8219662" y="2935354"/>
            <a:ext cx="1673088" cy="795130"/>
          </a:xfrm>
          <a:prstGeom prst="straightConnector1">
            <a:avLst/>
          </a:prstGeom>
          <a:ln w="31750" cap="flat">
            <a:solidFill>
              <a:schemeClr val="tx1"/>
            </a:solidFill>
            <a:miter lim="800000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3B62FBC1-1BC6-116D-D280-AFA22A78FBA1}"/>
              </a:ext>
            </a:extLst>
          </p:cNvPr>
          <p:cNvCxnSpPr>
            <a:cxnSpLocks/>
            <a:stCxn id="18" idx="0"/>
            <a:endCxn id="24" idx="0"/>
          </p:cNvCxnSpPr>
          <p:nvPr/>
        </p:nvCxnSpPr>
        <p:spPr>
          <a:xfrm flipV="1">
            <a:off x="5821019" y="2821054"/>
            <a:ext cx="2199860" cy="6627"/>
          </a:xfrm>
          <a:prstGeom prst="straightConnector1">
            <a:avLst/>
          </a:prstGeom>
          <a:ln w="31750" cap="flat">
            <a:solidFill>
              <a:schemeClr val="tx1"/>
            </a:solidFill>
            <a:miter lim="800000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9A476761-B121-29E6-6048-0E69676CFEDA}"/>
              </a:ext>
            </a:extLst>
          </p:cNvPr>
          <p:cNvCxnSpPr>
            <a:cxnSpLocks/>
            <a:stCxn id="17" idx="3"/>
            <a:endCxn id="21" idx="1"/>
          </p:cNvCxnSpPr>
          <p:nvPr/>
        </p:nvCxnSpPr>
        <p:spPr>
          <a:xfrm flipV="1">
            <a:off x="6019802" y="1535595"/>
            <a:ext cx="2507973" cy="1177786"/>
          </a:xfrm>
          <a:prstGeom prst="straightConnector1">
            <a:avLst/>
          </a:prstGeom>
          <a:ln w="31750" cap="flat">
            <a:solidFill>
              <a:schemeClr val="tx1"/>
            </a:solidFill>
            <a:miter lim="800000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6B5A7456-1929-B26F-643F-4E8861137E71}"/>
              </a:ext>
            </a:extLst>
          </p:cNvPr>
          <p:cNvCxnSpPr>
            <a:cxnSpLocks/>
            <a:stCxn id="23" idx="0"/>
            <a:endCxn id="21" idx="2"/>
          </p:cNvCxnSpPr>
          <p:nvPr/>
        </p:nvCxnSpPr>
        <p:spPr>
          <a:xfrm flipV="1">
            <a:off x="8020879" y="1649895"/>
            <a:ext cx="705679" cy="942559"/>
          </a:xfrm>
          <a:prstGeom prst="straightConnector1">
            <a:avLst/>
          </a:prstGeom>
          <a:ln w="31750" cap="flat">
            <a:solidFill>
              <a:schemeClr val="tx1"/>
            </a:solidFill>
            <a:miter lim="800000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50976CFA-EE07-6A4E-C5F8-882E407A912D}"/>
              </a:ext>
            </a:extLst>
          </p:cNvPr>
          <p:cNvCxnSpPr>
            <a:cxnSpLocks/>
            <a:stCxn id="26" idx="0"/>
            <a:endCxn id="21" idx="2"/>
          </p:cNvCxnSpPr>
          <p:nvPr/>
        </p:nvCxnSpPr>
        <p:spPr>
          <a:xfrm flipH="1" flipV="1">
            <a:off x="8726558" y="1649895"/>
            <a:ext cx="1166192" cy="2080589"/>
          </a:xfrm>
          <a:prstGeom prst="straightConnector1">
            <a:avLst/>
          </a:prstGeom>
          <a:ln w="31750" cap="flat">
            <a:solidFill>
              <a:schemeClr val="tx1"/>
            </a:solidFill>
            <a:miter lim="800000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8433F9DA-0583-231C-2747-2D5DB08C8DFF}"/>
              </a:ext>
            </a:extLst>
          </p:cNvPr>
          <p:cNvCxnSpPr>
            <a:cxnSpLocks/>
            <a:stCxn id="14" idx="0"/>
            <a:endCxn id="18" idx="2"/>
          </p:cNvCxnSpPr>
          <p:nvPr/>
        </p:nvCxnSpPr>
        <p:spPr>
          <a:xfrm flipV="1">
            <a:off x="5821019" y="3056281"/>
            <a:ext cx="0" cy="667579"/>
          </a:xfrm>
          <a:prstGeom prst="straightConnector1">
            <a:avLst/>
          </a:prstGeom>
          <a:ln w="31750" cap="flat">
            <a:solidFill>
              <a:srgbClr val="0070C0"/>
            </a:solidFill>
            <a:prstDash val="dash"/>
            <a:miter lim="800000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F9DD2721-C3F9-4474-2251-300EFE2784FB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1948071" y="3389244"/>
            <a:ext cx="768626" cy="448916"/>
          </a:xfrm>
          <a:prstGeom prst="straightConnector1">
            <a:avLst/>
          </a:prstGeom>
          <a:ln w="31750" cap="flat">
            <a:solidFill>
              <a:schemeClr val="tx1"/>
            </a:solidFill>
            <a:miter lim="800000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E3DD6A9F-85DC-2B50-4766-FD7EA8642B4B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1948071" y="4066760"/>
            <a:ext cx="662607" cy="362779"/>
          </a:xfrm>
          <a:prstGeom prst="straightConnector1">
            <a:avLst/>
          </a:prstGeom>
          <a:ln w="31750" cap="flat">
            <a:solidFill>
              <a:schemeClr val="tx1"/>
            </a:solidFill>
            <a:miter lim="800000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AFDCB596-0765-26B4-839F-51FB0654EC2A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1749288" y="3952459"/>
            <a:ext cx="2110409" cy="1"/>
          </a:xfrm>
          <a:prstGeom prst="straightConnector1">
            <a:avLst/>
          </a:prstGeom>
          <a:ln w="31750" cap="flat">
            <a:solidFill>
              <a:schemeClr val="tx1"/>
            </a:solidFill>
            <a:miter lim="800000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2058CB7F-C7D4-B6EE-A456-72945F1C6E8A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3909393" y="4538871"/>
            <a:ext cx="954155" cy="349523"/>
          </a:xfrm>
          <a:prstGeom prst="straightConnector1">
            <a:avLst/>
          </a:prstGeom>
          <a:ln w="31750" cap="flat">
            <a:solidFill>
              <a:schemeClr val="tx1"/>
            </a:solidFill>
            <a:miter lim="800000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50DCC812-530A-CECD-2AC2-C9827C8040A1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3909393" y="2950265"/>
            <a:ext cx="1046920" cy="407501"/>
          </a:xfrm>
          <a:prstGeom prst="straightConnector1">
            <a:avLst/>
          </a:prstGeom>
          <a:ln w="31750" cap="flat">
            <a:solidFill>
              <a:schemeClr val="tx1"/>
            </a:solidFill>
            <a:miter lim="800000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A1662701-7BE0-56BB-250E-A2DDC19870D4}"/>
              </a:ext>
            </a:extLst>
          </p:cNvPr>
          <p:cNvCxnSpPr>
            <a:cxnSpLocks/>
            <a:stCxn id="9" idx="0"/>
          </p:cNvCxnSpPr>
          <p:nvPr/>
        </p:nvCxnSpPr>
        <p:spPr>
          <a:xfrm flipV="1">
            <a:off x="3710610" y="2821054"/>
            <a:ext cx="1245703" cy="14911"/>
          </a:xfrm>
          <a:prstGeom prst="straightConnector1">
            <a:avLst/>
          </a:prstGeom>
          <a:ln w="31750" cap="flat">
            <a:solidFill>
              <a:schemeClr val="tx1"/>
            </a:solidFill>
            <a:miter lim="800000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334D3E37-197C-B9DF-C227-6B9A053DDF37}"/>
              </a:ext>
            </a:extLst>
          </p:cNvPr>
          <p:cNvCxnSpPr>
            <a:cxnSpLocks/>
            <a:stCxn id="12" idx="3"/>
          </p:cNvCxnSpPr>
          <p:nvPr/>
        </p:nvCxnSpPr>
        <p:spPr>
          <a:xfrm flipV="1">
            <a:off x="3909393" y="4626666"/>
            <a:ext cx="3047998" cy="490328"/>
          </a:xfrm>
          <a:prstGeom prst="straightConnector1">
            <a:avLst/>
          </a:prstGeom>
          <a:ln w="31750" cap="flat">
            <a:solidFill>
              <a:schemeClr val="tx1"/>
            </a:solidFill>
            <a:miter lim="800000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A730B789-EFC3-6474-CCAA-D56443795684}"/>
              </a:ext>
            </a:extLst>
          </p:cNvPr>
          <p:cNvCxnSpPr>
            <a:cxnSpLocks/>
            <a:stCxn id="18" idx="0"/>
          </p:cNvCxnSpPr>
          <p:nvPr/>
        </p:nvCxnSpPr>
        <p:spPr>
          <a:xfrm flipV="1">
            <a:off x="5821019" y="2814431"/>
            <a:ext cx="1414670" cy="13250"/>
          </a:xfrm>
          <a:prstGeom prst="straightConnector1">
            <a:avLst/>
          </a:prstGeom>
          <a:ln w="31750" cap="flat">
            <a:solidFill>
              <a:schemeClr val="tx1"/>
            </a:solidFill>
            <a:miter lim="800000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A72E731B-47C5-0D6D-1657-E4270BC37682}"/>
              </a:ext>
            </a:extLst>
          </p:cNvPr>
          <p:cNvCxnSpPr>
            <a:cxnSpLocks/>
            <a:stCxn id="17" idx="3"/>
          </p:cNvCxnSpPr>
          <p:nvPr/>
        </p:nvCxnSpPr>
        <p:spPr>
          <a:xfrm flipV="1">
            <a:off x="6019802" y="2034621"/>
            <a:ext cx="1404728" cy="678760"/>
          </a:xfrm>
          <a:prstGeom prst="straightConnector1">
            <a:avLst/>
          </a:prstGeom>
          <a:ln w="31750" cap="flat">
            <a:solidFill>
              <a:schemeClr val="tx1"/>
            </a:solidFill>
            <a:miter lim="800000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C451F1AE-E2B4-514D-E3E3-E1E67AC2DBDC}"/>
              </a:ext>
            </a:extLst>
          </p:cNvPr>
          <p:cNvCxnSpPr>
            <a:cxnSpLocks/>
            <a:stCxn id="26" idx="0"/>
          </p:cNvCxnSpPr>
          <p:nvPr/>
        </p:nvCxnSpPr>
        <p:spPr>
          <a:xfrm flipH="1" flipV="1">
            <a:off x="9233454" y="2552701"/>
            <a:ext cx="659296" cy="1177783"/>
          </a:xfrm>
          <a:prstGeom prst="straightConnector1">
            <a:avLst/>
          </a:prstGeom>
          <a:ln w="31750" cap="flat">
            <a:solidFill>
              <a:schemeClr val="tx1"/>
            </a:solidFill>
            <a:miter lim="800000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A7720082-05A0-7FF7-C64C-D32FFFA4EE5C}"/>
              </a:ext>
            </a:extLst>
          </p:cNvPr>
          <p:cNvCxnSpPr>
            <a:cxnSpLocks/>
            <a:stCxn id="14" idx="2"/>
          </p:cNvCxnSpPr>
          <p:nvPr/>
        </p:nvCxnSpPr>
        <p:spPr>
          <a:xfrm>
            <a:off x="5821019" y="3952460"/>
            <a:ext cx="2199860" cy="6624"/>
          </a:xfrm>
          <a:prstGeom prst="straightConnector1">
            <a:avLst/>
          </a:prstGeom>
          <a:ln w="31750" cap="flat">
            <a:solidFill>
              <a:schemeClr val="tx1"/>
            </a:solidFill>
            <a:miter lim="800000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3BA8A384-A1DE-A64A-B736-418BE6F38345}"/>
              </a:ext>
            </a:extLst>
          </p:cNvPr>
          <p:cNvCxnSpPr>
            <a:cxnSpLocks/>
            <a:stCxn id="23" idx="0"/>
          </p:cNvCxnSpPr>
          <p:nvPr/>
        </p:nvCxnSpPr>
        <p:spPr>
          <a:xfrm flipV="1">
            <a:off x="8020879" y="2060713"/>
            <a:ext cx="397565" cy="531741"/>
          </a:xfrm>
          <a:prstGeom prst="straightConnector1">
            <a:avLst/>
          </a:prstGeom>
          <a:ln w="31750" cap="flat">
            <a:solidFill>
              <a:schemeClr val="tx1"/>
            </a:solidFill>
            <a:miter lim="800000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5D51825A-D45B-7EED-8318-F29EFEDD0C48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8219662" y="2935354"/>
            <a:ext cx="836544" cy="397565"/>
          </a:xfrm>
          <a:prstGeom prst="straightConnector1">
            <a:avLst/>
          </a:prstGeom>
          <a:ln w="31750" cap="flat">
            <a:solidFill>
              <a:schemeClr val="tx1"/>
            </a:solidFill>
            <a:miter lim="800000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TextBox 131">
            <a:extLst>
              <a:ext uri="{FF2B5EF4-FFF2-40B4-BE49-F238E27FC236}">
                <a16:creationId xmlns:a16="http://schemas.microsoft.com/office/drawing/2014/main" id="{0F314B7A-30B0-9C04-B5A1-130A5FA3CF48}"/>
              </a:ext>
            </a:extLst>
          </p:cNvPr>
          <p:cNvSpPr txBox="1"/>
          <p:nvPr/>
        </p:nvSpPr>
        <p:spPr>
          <a:xfrm>
            <a:off x="2165075" y="2975979"/>
            <a:ext cx="765313" cy="369332"/>
          </a:xfrm>
          <a:prstGeom prst="rect">
            <a:avLst/>
          </a:prstGeom>
          <a:noFill/>
          <a:ln cap="flat">
            <a:noFill/>
            <a:miter lim="800000"/>
          </a:ln>
        </p:spPr>
        <p:txBody>
          <a:bodyPr wrap="square" rtlCol="0">
            <a:spAutoFit/>
          </a:bodyPr>
          <a:lstStyle/>
          <a:p>
            <a:r>
              <a:rPr lang="en-US" dirty="0"/>
              <a:t>A (6)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7B168258-41DB-D9D0-5ACA-8D79275A943A}"/>
              </a:ext>
            </a:extLst>
          </p:cNvPr>
          <p:cNvSpPr txBox="1"/>
          <p:nvPr/>
        </p:nvSpPr>
        <p:spPr>
          <a:xfrm>
            <a:off x="2165074" y="4576212"/>
            <a:ext cx="765313" cy="369332"/>
          </a:xfrm>
          <a:prstGeom prst="rect">
            <a:avLst/>
          </a:prstGeom>
          <a:noFill/>
          <a:ln cap="flat">
            <a:noFill/>
            <a:miter lim="800000"/>
          </a:ln>
        </p:spPr>
        <p:txBody>
          <a:bodyPr wrap="square" rtlCol="0">
            <a:spAutoFit/>
          </a:bodyPr>
          <a:lstStyle/>
          <a:p>
            <a:r>
              <a:rPr lang="en-US" dirty="0"/>
              <a:t>B (8)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0C88213C-1872-03BC-7A61-865462CA3D8F}"/>
              </a:ext>
            </a:extLst>
          </p:cNvPr>
          <p:cNvSpPr txBox="1"/>
          <p:nvPr/>
        </p:nvSpPr>
        <p:spPr>
          <a:xfrm>
            <a:off x="3337893" y="3497403"/>
            <a:ext cx="765313" cy="369332"/>
          </a:xfrm>
          <a:prstGeom prst="rect">
            <a:avLst/>
          </a:prstGeom>
          <a:noFill/>
          <a:ln cap="flat">
            <a:noFill/>
            <a:miter lim="800000"/>
          </a:ln>
        </p:spPr>
        <p:txBody>
          <a:bodyPr wrap="square" rtlCol="0">
            <a:spAutoFit/>
          </a:bodyPr>
          <a:lstStyle/>
          <a:p>
            <a:r>
              <a:rPr lang="en-US" dirty="0"/>
              <a:t>C (5)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269CBC00-CB05-A3DA-7FE6-7189D991EB2C}"/>
              </a:ext>
            </a:extLst>
          </p:cNvPr>
          <p:cNvSpPr txBox="1"/>
          <p:nvPr/>
        </p:nvSpPr>
        <p:spPr>
          <a:xfrm>
            <a:off x="4118115" y="3210410"/>
            <a:ext cx="765313" cy="369332"/>
          </a:xfrm>
          <a:prstGeom prst="rect">
            <a:avLst/>
          </a:prstGeom>
          <a:noFill/>
          <a:ln cap="flat">
            <a:noFill/>
            <a:miter lim="800000"/>
          </a:ln>
        </p:spPr>
        <p:txBody>
          <a:bodyPr wrap="square" rtlCol="0">
            <a:spAutoFit/>
          </a:bodyPr>
          <a:lstStyle/>
          <a:p>
            <a:r>
              <a:rPr lang="en-US" dirty="0"/>
              <a:t>D (11)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00C8CFAE-56C2-2383-A622-63B990464464}"/>
              </a:ext>
            </a:extLst>
          </p:cNvPr>
          <p:cNvSpPr txBox="1"/>
          <p:nvPr/>
        </p:nvSpPr>
        <p:spPr>
          <a:xfrm>
            <a:off x="4416289" y="2368897"/>
            <a:ext cx="765313" cy="369332"/>
          </a:xfrm>
          <a:prstGeom prst="rect">
            <a:avLst/>
          </a:prstGeom>
          <a:noFill/>
          <a:ln cap="flat">
            <a:noFill/>
            <a:miter lim="800000"/>
          </a:ln>
        </p:spPr>
        <p:txBody>
          <a:bodyPr wrap="square" rtlCol="0">
            <a:spAutoFit/>
          </a:bodyPr>
          <a:lstStyle/>
          <a:p>
            <a:r>
              <a:rPr lang="en-US" dirty="0"/>
              <a:t>E (10)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7D2E440B-DF86-20BF-9E57-7E4746470D9E}"/>
              </a:ext>
            </a:extLst>
          </p:cNvPr>
          <p:cNvSpPr txBox="1"/>
          <p:nvPr/>
        </p:nvSpPr>
        <p:spPr>
          <a:xfrm>
            <a:off x="4305301" y="4181060"/>
            <a:ext cx="765313" cy="369332"/>
          </a:xfrm>
          <a:prstGeom prst="rect">
            <a:avLst/>
          </a:prstGeom>
          <a:noFill/>
          <a:ln cap="flat">
            <a:noFill/>
            <a:miter lim="800000"/>
          </a:ln>
        </p:spPr>
        <p:txBody>
          <a:bodyPr wrap="square" rtlCol="0">
            <a:spAutoFit/>
          </a:bodyPr>
          <a:lstStyle/>
          <a:p>
            <a:r>
              <a:rPr lang="en-US" dirty="0"/>
              <a:t>F (12)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48F0B6AF-447F-6E02-13C1-1CCA47486198}"/>
              </a:ext>
            </a:extLst>
          </p:cNvPr>
          <p:cNvSpPr txBox="1"/>
          <p:nvPr/>
        </p:nvSpPr>
        <p:spPr>
          <a:xfrm>
            <a:off x="6563971" y="4717812"/>
            <a:ext cx="860559" cy="369332"/>
          </a:xfrm>
          <a:prstGeom prst="rect">
            <a:avLst/>
          </a:prstGeom>
          <a:noFill/>
          <a:ln cap="flat">
            <a:noFill/>
            <a:miter lim="800000"/>
          </a:ln>
        </p:spPr>
        <p:txBody>
          <a:bodyPr wrap="square" rtlCol="0">
            <a:spAutoFit/>
          </a:bodyPr>
          <a:lstStyle/>
          <a:p>
            <a:r>
              <a:rPr lang="en-US" dirty="0"/>
              <a:t>G (15)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BA20AB95-45C1-A67E-FACE-FA8833B40465}"/>
              </a:ext>
            </a:extLst>
          </p:cNvPr>
          <p:cNvSpPr txBox="1"/>
          <p:nvPr/>
        </p:nvSpPr>
        <p:spPr>
          <a:xfrm>
            <a:off x="7513159" y="3545818"/>
            <a:ext cx="860559" cy="369332"/>
          </a:xfrm>
          <a:prstGeom prst="rect">
            <a:avLst/>
          </a:prstGeom>
          <a:noFill/>
          <a:ln cap="flat">
            <a:noFill/>
            <a:miter lim="800000"/>
          </a:ln>
        </p:spPr>
        <p:txBody>
          <a:bodyPr wrap="square" rtlCol="0">
            <a:spAutoFit/>
          </a:bodyPr>
          <a:lstStyle/>
          <a:p>
            <a:r>
              <a:rPr lang="en-US" dirty="0"/>
              <a:t>H(4)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B5DAE4D5-9C47-D013-5601-D896EDACE51A}"/>
              </a:ext>
            </a:extLst>
          </p:cNvPr>
          <p:cNvSpPr txBox="1"/>
          <p:nvPr/>
        </p:nvSpPr>
        <p:spPr>
          <a:xfrm>
            <a:off x="6663362" y="2445099"/>
            <a:ext cx="860559" cy="369332"/>
          </a:xfrm>
          <a:prstGeom prst="rect">
            <a:avLst/>
          </a:prstGeom>
          <a:noFill/>
          <a:ln cap="flat">
            <a:noFill/>
            <a:miter lim="800000"/>
          </a:ln>
        </p:spPr>
        <p:txBody>
          <a:bodyPr wrap="square" rtlCol="0">
            <a:spAutoFit/>
          </a:bodyPr>
          <a:lstStyle/>
          <a:p>
            <a:r>
              <a:rPr lang="en-US" dirty="0"/>
              <a:t> I (7)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A8ED4234-B1A6-7B44-E792-84B8B9EC12BC}"/>
              </a:ext>
            </a:extLst>
          </p:cNvPr>
          <p:cNvSpPr txBox="1"/>
          <p:nvPr/>
        </p:nvSpPr>
        <p:spPr>
          <a:xfrm>
            <a:off x="6647213" y="1769794"/>
            <a:ext cx="860559" cy="369332"/>
          </a:xfrm>
          <a:prstGeom prst="rect">
            <a:avLst/>
          </a:prstGeom>
          <a:noFill/>
          <a:ln cap="flat">
            <a:noFill/>
            <a:miter lim="800000"/>
          </a:ln>
        </p:spPr>
        <p:txBody>
          <a:bodyPr wrap="square" rtlCol="0">
            <a:spAutoFit/>
          </a:bodyPr>
          <a:lstStyle/>
          <a:p>
            <a:r>
              <a:rPr lang="en-US" dirty="0"/>
              <a:t> J (8)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466FCC74-7A39-47B8-4836-3B5EB29F0DA5}"/>
              </a:ext>
            </a:extLst>
          </p:cNvPr>
          <p:cNvSpPr txBox="1"/>
          <p:nvPr/>
        </p:nvSpPr>
        <p:spPr>
          <a:xfrm>
            <a:off x="8480156" y="3364952"/>
            <a:ext cx="860559" cy="369332"/>
          </a:xfrm>
          <a:prstGeom prst="rect">
            <a:avLst/>
          </a:prstGeom>
          <a:noFill/>
          <a:ln cap="flat">
            <a:noFill/>
            <a:miter lim="800000"/>
          </a:ln>
        </p:spPr>
        <p:txBody>
          <a:bodyPr wrap="square" rtlCol="0">
            <a:spAutoFit/>
          </a:bodyPr>
          <a:lstStyle/>
          <a:p>
            <a:r>
              <a:rPr lang="en-US" dirty="0"/>
              <a:t> K (6)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C10277FA-EEBF-C15B-F9EB-C849723B5641}"/>
              </a:ext>
            </a:extLst>
          </p:cNvPr>
          <p:cNvSpPr txBox="1"/>
          <p:nvPr/>
        </p:nvSpPr>
        <p:spPr>
          <a:xfrm>
            <a:off x="9343411" y="2378044"/>
            <a:ext cx="860559" cy="369332"/>
          </a:xfrm>
          <a:prstGeom prst="rect">
            <a:avLst/>
          </a:prstGeom>
          <a:noFill/>
          <a:ln cap="flat">
            <a:noFill/>
            <a:miter lim="800000"/>
          </a:ln>
        </p:spPr>
        <p:txBody>
          <a:bodyPr wrap="square" rtlCol="0">
            <a:spAutoFit/>
          </a:bodyPr>
          <a:lstStyle/>
          <a:p>
            <a:r>
              <a:rPr lang="en-US" dirty="0"/>
              <a:t> M (10)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054A1EC8-8B57-E720-C9E4-47A978305098}"/>
              </a:ext>
            </a:extLst>
          </p:cNvPr>
          <p:cNvSpPr txBox="1"/>
          <p:nvPr/>
        </p:nvSpPr>
        <p:spPr>
          <a:xfrm>
            <a:off x="7507772" y="1961083"/>
            <a:ext cx="860559" cy="369332"/>
          </a:xfrm>
          <a:prstGeom prst="rect">
            <a:avLst/>
          </a:prstGeom>
          <a:noFill/>
          <a:ln cap="flat">
            <a:noFill/>
            <a:miter lim="800000"/>
          </a:ln>
        </p:spPr>
        <p:txBody>
          <a:bodyPr wrap="square" rtlCol="0">
            <a:spAutoFit/>
          </a:bodyPr>
          <a:lstStyle/>
          <a:p>
            <a:r>
              <a:rPr lang="en-US" dirty="0"/>
              <a:t> L (4)</a:t>
            </a:r>
          </a:p>
        </p:txBody>
      </p: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D84F9212-7C1D-879E-50CB-DFCED8320FAE}"/>
              </a:ext>
            </a:extLst>
          </p:cNvPr>
          <p:cNvCxnSpPr>
            <a:cxnSpLocks/>
            <a:stCxn id="18" idx="2"/>
          </p:cNvCxnSpPr>
          <p:nvPr/>
        </p:nvCxnSpPr>
        <p:spPr>
          <a:xfrm>
            <a:off x="5821019" y="3056281"/>
            <a:ext cx="0" cy="372719"/>
          </a:xfrm>
          <a:prstGeom prst="straightConnector1">
            <a:avLst/>
          </a:prstGeom>
          <a:ln w="31750" cap="flat">
            <a:solidFill>
              <a:srgbClr val="0070C0"/>
            </a:solidFill>
            <a:prstDash val="sysDot"/>
            <a:miter lim="800000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8211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397</TotalTime>
  <Words>114</Words>
  <Application>Microsoft Macintosh PowerPoint</Application>
  <PresentationFormat>Widescreen</PresentationFormat>
  <Paragraphs>26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Chugh, Mayank</dc:creator>
  <cp:lastModifiedBy>Chugh, Mayank</cp:lastModifiedBy>
  <cp:revision>4</cp:revision>
  <cp:lastPrinted>2024-05-04T12:51:43Z</cp:lastPrinted>
  <dcterms:created xsi:type="dcterms:W3CDTF">2024-05-04T09:54:10Z</dcterms:created>
  <dcterms:modified xsi:type="dcterms:W3CDTF">2024-05-04T16:31:52Z</dcterms:modified>
</cp:coreProperties>
</file>