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7"/>
    <p:restoredTop sz="96512"/>
  </p:normalViewPr>
  <p:slideViewPr>
    <p:cSldViewPr snapToGrid="0">
      <p:cViewPr>
        <p:scale>
          <a:sx n="99" d="100"/>
          <a:sy n="99" d="100"/>
        </p:scale>
        <p:origin x="4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F076-FB7F-4E81-E1D4-358A3F8F6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3E8C8-5A3D-7F9A-082F-99FD18AF5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CF6E3-3E7D-986F-3001-B914A38E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03B70-6DD6-6B3B-EA18-CEFA69768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D9C56-F59F-3D61-2CA2-7ED1EA11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88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2CF1-B2BD-A771-C25D-CBCE18FA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60A8E-E346-43DB-D2A4-E707EFC2A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8734-B9C0-402B-55AD-716BC27A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DBF45-BC07-7979-D4EA-32194DDB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49A1-B14B-0698-5BFA-3335F57B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7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745E-836C-BC80-6E67-DF093E678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D35F7-9ECB-5ECB-7E0F-3EB7F2031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1B51F-2807-CA19-75A3-97307691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D1B-4666-7EF0-DA06-31041374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3979C-4949-A7D9-CE1C-88D54E44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5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79A7-BEDF-5571-CAE6-825F2FD9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BA48B-1FC5-415F-0947-C30FBA12E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C7C70-C39A-24A9-E6E1-4F4E40D4C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BD95C-67F6-41F2-83D5-41D325FF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8AE7B-4825-BF0D-4485-447A0349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BA57B-7483-D92D-B31D-245E5BFA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6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BF7E-9022-BD00-AFB4-2AB67B22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2DD26-AF6C-3689-8A8B-6220F30E1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B6333-5029-6E5F-EA8A-45D4ECF54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D9877-ADDF-47E1-B5B8-00BDBBA39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28805-EF6E-45D2-12C5-BCFE82265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7401CD-43AE-F083-11AA-48B8E40A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B65F7-FC9F-B150-DE4C-06432FE4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034A3-1830-9C15-C572-3B69CA82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03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EDF9-36DE-4909-78A8-11CE92D3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9CDE0-6F5B-080F-8117-091DBFAB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2C674-F46B-0D6B-4EEF-E29181EE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9D7B9-7BB0-4A79-ED34-39D5C681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86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99203-BEFD-0AB2-6BF9-820DB63F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50349-3692-D10B-1CAF-265FD02C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5F57B-48C4-0D38-3351-A990F3B6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2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7B1-1154-DA94-3829-238CB106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00C58-AD3F-6707-AA3A-43F6A5E62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ECD65-5A09-FD3D-0266-598A8251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4182A-CC4A-4E65-A2E0-8E414172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2F282-7EFB-75B7-9E77-8D0EB17D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3D1C6-61BE-599F-8507-634EF633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4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45D2-EE62-EDD7-97DA-F32A6C8B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DB3CFD-DD60-17F5-1DD6-B3FDDF319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2C65C-0123-C154-832E-FB710ED15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045B8-37D8-B38C-933E-07C18FA7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04406-2C31-09EE-BB31-955A8721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D70F5-0B92-F9C0-DA82-C0955A7A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2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3AE5-4BF7-2DB3-4D77-FA612820F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97E12-ADD6-4D16-4A12-B39DBDCFE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F4AA5-E688-6D87-6607-51105C78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09F16-E2F1-6FC8-4563-CC84BCF5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7B319-166C-7486-DDDB-EE88DC2D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2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326A0-5AA2-7C16-7006-6EF69E5C6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6BDD0-2D75-ED47-6EB8-CBEEA2F92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0FF25-987D-1F99-A9DB-04F9A36D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5B254-828F-036B-B6B8-61FBB32D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BB430-9E2D-B820-7957-EAB4D643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1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AD1EE-E649-35E1-0DA6-F88C1ED6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C722C-DD81-14C8-C2B7-4D4A11827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A7531-E5E8-DB8E-8D85-4AEE1EA72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0E0FD-A5C6-704E-9F76-5388810447E3}" type="datetimeFigureOut">
              <a:rPr lang="en-US" smtClean="0"/>
              <a:t>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07933-959F-D427-7AA1-1B0464AC0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A4A3D-EECD-523C-66D1-FC334F4EB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646ED-FF33-A243-8953-D873A9B5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22A84B4-E518-9D03-A794-D73034B49A76}"/>
              </a:ext>
            </a:extLst>
          </p:cNvPr>
          <p:cNvSpPr/>
          <p:nvPr/>
        </p:nvSpPr>
        <p:spPr>
          <a:xfrm>
            <a:off x="2495282" y="3429000"/>
            <a:ext cx="505496" cy="47008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B7BBA7-BA19-6AF5-D695-446C4BC47D1F}"/>
              </a:ext>
            </a:extLst>
          </p:cNvPr>
          <p:cNvSpPr/>
          <p:nvPr/>
        </p:nvSpPr>
        <p:spPr>
          <a:xfrm>
            <a:off x="1576052" y="2794715"/>
            <a:ext cx="128789" cy="11591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46 -0.00833 C 0.15247 -0.00833 0.20846 0.04769 0.20846 0.11667 C 0.20846 0.18565 0.15247 0.24167 0.08346 0.24167 C 0.01445 0.24167 -0.04154 0.18565 -0.04154 0.11667 C -0.04154 0.04769 0.01445 -0.00833 0.08346 -0.00833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path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46 -0.00833 C 0.15247 -0.00833 0.20846 0.04769 0.20846 0.11667 C 0.20846 0.18565 0.15247 0.24167 0.08346 0.24167 C 0.01445 0.24167 -0.04154 0.18565 -0.04154 0.11667 C -0.04154 0.04769 0.01445 -0.00833 0.08346 -0.00833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Chugh, Mayank</dc:creator>
  <cp:lastModifiedBy>Chugh, Mayank</cp:lastModifiedBy>
  <cp:revision>9</cp:revision>
  <dcterms:created xsi:type="dcterms:W3CDTF">2024-02-08T09:41:07Z</dcterms:created>
  <dcterms:modified xsi:type="dcterms:W3CDTF">2024-02-12T16:06:57Z</dcterms:modified>
</cp:coreProperties>
</file>