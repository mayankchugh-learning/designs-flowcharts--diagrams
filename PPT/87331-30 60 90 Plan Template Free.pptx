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81" d="100"/>
          <a:sy n="81" d="100"/>
        </p:scale>
        <p:origin x="126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B8751-BF3B-4065-A434-9EAE80B998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7A8A0F-5CD0-4398-A74B-CA7E9B543F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985CFC-B589-48CD-90FD-ED9622240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15717-85E9-45BA-A0EB-9B46F2FD0234}" type="datetimeFigureOut">
              <a:rPr lang="en-US" smtClean="0"/>
              <a:t>12/28/2021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4E8F04-954A-437E-9643-54DBA37B0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9ED37E-912A-4170-8146-D64AE4233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B2323-4983-42E9-A074-9DB5F3AB4A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6769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D9502-002A-45DF-A5E4-681E59E30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8B35BD-008F-45F0-AAEB-D12483DCC8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A63E8E-255D-4A8B-867A-EA7BC88BA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15717-85E9-45BA-A0EB-9B46F2FD0234}" type="datetimeFigureOut">
              <a:rPr lang="en-US" smtClean="0"/>
              <a:t>12/28/2021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719ECE-5772-4F26-89E6-2E1E61CA0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D2335A-303D-470A-B826-82FA6894E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B2323-4983-42E9-A074-9DB5F3AB4A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40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95188-CD9A-467E-9D3B-FA4DC254C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115E61-A92C-41B0-B313-A972085DD7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6C12CF-C42E-4347-B686-8488887EB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15717-85E9-45BA-A0EB-9B46F2FD0234}" type="datetimeFigureOut">
              <a:rPr lang="en-US" smtClean="0"/>
              <a:t>12/28/2021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6E7B65-7349-4CFC-88C9-47B6E0178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DB57EF-6FD6-45B2-862B-F4BF7034A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B2323-4983-42E9-A074-9DB5F3AB4A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57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FD6DE-C63D-4C9A-959B-109FB6B7B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DA4B97-1642-4F5E-AF7F-6D02A8649E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689685-F806-4E83-BC26-45344253E4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DB3E18-D2C0-432E-B1C3-D50A457A1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15717-85E9-45BA-A0EB-9B46F2FD0234}" type="datetimeFigureOut">
              <a:rPr lang="en-US" smtClean="0"/>
              <a:t>12/28/2021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A8EF38-ECDA-42A5-AB27-1774DE7DA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9FA316-FE85-4E3C-87F8-34F1EC235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B2323-4983-42E9-A074-9DB5F3AB4A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8408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A7EEC-080E-4FE6-9BDA-AFADB272C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C62022-428F-4D2D-A661-38FAB31641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E9C0C0-2135-497A-813A-5B050C0754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40018-DEDA-4697-964A-2DF595823E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D67291-EC57-4BB4-AF80-30479140ED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13889F-A8EE-43BE-8732-4326EB2DA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15717-85E9-45BA-A0EB-9B46F2FD0234}" type="datetimeFigureOut">
              <a:rPr lang="en-US" smtClean="0"/>
              <a:t>12/28/2021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9FF6EB-C757-4581-BDFB-0005E2361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05B368-1438-4237-B6E1-ADCC63CA9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B2323-4983-42E9-A074-9DB5F3AB4A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2127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D96292-EF2A-489E-A4B1-246FF9AD9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9B403B-CB21-4F85-B959-6E25D17D1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15717-85E9-45BA-A0EB-9B46F2FD0234}" type="datetimeFigureOut">
              <a:rPr lang="en-US" smtClean="0"/>
              <a:t>12/28/2021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F5EC0B-546D-4CFC-A00C-BB97D9E01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4C630D-6C6C-4AF2-A177-52FAE4C63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B2323-4983-42E9-A074-9DB5F3AB4A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847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94E339-9EE9-4003-8BAB-9BA54BF5F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15717-85E9-45BA-A0EB-9B46F2FD0234}" type="datetimeFigureOut">
              <a:rPr lang="en-US" smtClean="0"/>
              <a:t>12/28/2021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028BE-5CC8-4749-8E7C-A17514C39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D64FB7-9691-49F4-BC0F-9124A1785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B2323-4983-42E9-A074-9DB5F3AB4A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563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50488-C374-41EE-985E-52BFAC8B4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B1541D-9E54-4ACF-A65A-1E43716092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CAA249-C23C-43D7-BC23-EEE0EA1FBD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EBE1C6-6EB5-44CB-B951-0208C502E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15717-85E9-45BA-A0EB-9B46F2FD0234}" type="datetimeFigureOut">
              <a:rPr lang="en-US" smtClean="0"/>
              <a:t>12/28/2021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47DB46-0A71-4945-BF1B-59574F2EA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B8846B-A253-4E67-9061-90CC7D49F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B2323-4983-42E9-A074-9DB5F3AB4A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4819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B264A-5860-47C9-B0F0-694FB80D1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486EE6-42B3-43B4-AEBB-03B6818645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1C320C-69EA-4E7C-A01F-DDB9F77324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A54685-E57C-4B08-9ABD-2969590EF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15717-85E9-45BA-A0EB-9B46F2FD0234}" type="datetimeFigureOut">
              <a:rPr lang="en-US" smtClean="0"/>
              <a:t>12/28/2021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4B0417-1B7F-4507-8577-1B049647A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8345CE-15D0-434B-8BF7-773E538A2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B2323-4983-42E9-A074-9DB5F3AB4A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1078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20A6A-5078-4AE6-BBC7-EBEC31967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215F52-018C-4FEE-90FA-32EEC7BBDE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E6F930-9B96-473F-887B-6CCD11AF2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15717-85E9-45BA-A0EB-9B46F2FD0234}" type="datetimeFigureOut">
              <a:rPr lang="en-US" smtClean="0"/>
              <a:t>12/28/2021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FF88ED-B0B2-445A-B93F-E287423D53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DE3DBE-CA73-4275-B097-FA24ABE76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B2323-4983-42E9-A074-9DB5F3AB4A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0843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73C8EB-6D39-4E86-91D3-9A0AEEF29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599073-D929-4F07-9C47-5C6F5C945C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6FC60E-C5A1-41DB-9B43-F0DF5417A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15717-85E9-45BA-A0EB-9B46F2FD0234}" type="datetimeFigureOut">
              <a:rPr lang="en-US" smtClean="0"/>
              <a:t>12/28/2021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017EDD-6C60-430B-A75C-F62A98715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4FDB6F-4C73-4D00-95F5-E1F61338E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B2323-4983-42E9-A074-9DB5F3AB4A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4885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6664AB-5E86-49AF-A65C-04EDFB2F5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7B054C-5532-44AF-AEF8-EC3AE7A436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868ED9-2C20-4D48-9555-7D617191ED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315717-85E9-45BA-A0EB-9B46F2FD0234}" type="datetimeFigureOut">
              <a:rPr lang="en-US" smtClean="0"/>
              <a:t>12/28/2021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D30AFF-03E7-40D7-AE93-E25E91E9FD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FCAC36-9361-4C9A-9117-C36529DAC2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9B2323-4983-42E9-A074-9DB5F3AB4A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564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B1CDC78-63E1-4DF7-9432-2F9F260F45BC}"/>
              </a:ext>
            </a:extLst>
          </p:cNvPr>
          <p:cNvSpPr txBox="1"/>
          <p:nvPr/>
        </p:nvSpPr>
        <p:spPr>
          <a:xfrm>
            <a:off x="0" y="25730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00000"/>
                </a:solidFill>
                <a:latin typeface="Georgia Pro Cond" panose="02040506050405020303" pitchFamily="18" charset="0"/>
                <a:cs typeface="Arial" panose="020B0604020202020204" pitchFamily="34" charset="0"/>
              </a:rPr>
              <a:t>30 60 90 </a:t>
            </a:r>
            <a:r>
              <a:rPr lang="en-US" sz="3200" dirty="0">
                <a:solidFill>
                  <a:srgbClr val="000000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Plan Template</a:t>
            </a:r>
            <a:endParaRPr lang="ko-KR" altLang="en-US" sz="3200" dirty="0">
              <a:solidFill>
                <a:srgbClr val="000000"/>
              </a:solidFill>
              <a:latin typeface="Georgia" panose="02040502050405020303" pitchFamily="18" charset="0"/>
              <a:cs typeface="Arial" panose="020B0604020202020204" pitchFamily="34" charset="0"/>
            </a:endParaRP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1350817B-1CBB-4683-A894-1E06A34AC9B0}"/>
              </a:ext>
            </a:extLst>
          </p:cNvPr>
          <p:cNvGrpSpPr/>
          <p:nvPr/>
        </p:nvGrpSpPr>
        <p:grpSpPr>
          <a:xfrm>
            <a:off x="135938" y="1745739"/>
            <a:ext cx="11920124" cy="3785162"/>
            <a:chOff x="-115828" y="1755824"/>
            <a:chExt cx="11920124" cy="3785162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41057392-0438-4896-A980-8B4FE7D4E6B2}"/>
                </a:ext>
              </a:extLst>
            </p:cNvPr>
            <p:cNvGrpSpPr/>
            <p:nvPr/>
          </p:nvGrpSpPr>
          <p:grpSpPr>
            <a:xfrm>
              <a:off x="697584" y="2562386"/>
              <a:ext cx="10543164" cy="2172039"/>
              <a:chOff x="697584" y="2562386"/>
              <a:chExt cx="10543164" cy="2172039"/>
            </a:xfrm>
          </p:grpSpPr>
          <p:sp>
            <p:nvSpPr>
              <p:cNvPr id="6" name="Rectangle 51">
                <a:extLst>
                  <a:ext uri="{FF2B5EF4-FFF2-40B4-BE49-F238E27FC236}">
                    <a16:creationId xmlns:a16="http://schemas.microsoft.com/office/drawing/2014/main" id="{4E27D2CD-CD42-404C-9E02-67C6040FBDD2}"/>
                  </a:ext>
                </a:extLst>
              </p:cNvPr>
              <p:cNvSpPr/>
              <p:nvPr/>
            </p:nvSpPr>
            <p:spPr>
              <a:xfrm>
                <a:off x="1175726" y="2964275"/>
                <a:ext cx="9348444" cy="1452208"/>
              </a:xfrm>
              <a:custGeom>
                <a:avLst/>
                <a:gdLst>
                  <a:gd name="connsiteX0" fmla="*/ 0 w 7776819"/>
                  <a:gd name="connsiteY0" fmla="*/ 0 h 1452208"/>
                  <a:gd name="connsiteX1" fmla="*/ 7776819 w 7776819"/>
                  <a:gd name="connsiteY1" fmla="*/ 0 h 1452208"/>
                  <a:gd name="connsiteX2" fmla="*/ 7776819 w 7776819"/>
                  <a:gd name="connsiteY2" fmla="*/ 1452208 h 1452208"/>
                  <a:gd name="connsiteX3" fmla="*/ 0 w 7776819"/>
                  <a:gd name="connsiteY3" fmla="*/ 1452208 h 1452208"/>
                  <a:gd name="connsiteX4" fmla="*/ 0 w 7776819"/>
                  <a:gd name="connsiteY4" fmla="*/ 0 h 1452208"/>
                  <a:gd name="connsiteX0" fmla="*/ 0 w 7776819"/>
                  <a:gd name="connsiteY0" fmla="*/ 247650 h 1452208"/>
                  <a:gd name="connsiteX1" fmla="*/ 7776819 w 7776819"/>
                  <a:gd name="connsiteY1" fmla="*/ 0 h 1452208"/>
                  <a:gd name="connsiteX2" fmla="*/ 7776819 w 7776819"/>
                  <a:gd name="connsiteY2" fmla="*/ 1452208 h 1452208"/>
                  <a:gd name="connsiteX3" fmla="*/ 0 w 7776819"/>
                  <a:gd name="connsiteY3" fmla="*/ 1452208 h 1452208"/>
                  <a:gd name="connsiteX4" fmla="*/ 0 w 7776819"/>
                  <a:gd name="connsiteY4" fmla="*/ 247650 h 1452208"/>
                  <a:gd name="connsiteX0" fmla="*/ 9525 w 7786344"/>
                  <a:gd name="connsiteY0" fmla="*/ 247650 h 1452208"/>
                  <a:gd name="connsiteX1" fmla="*/ 7786344 w 7786344"/>
                  <a:gd name="connsiteY1" fmla="*/ 0 h 1452208"/>
                  <a:gd name="connsiteX2" fmla="*/ 7786344 w 7786344"/>
                  <a:gd name="connsiteY2" fmla="*/ 1452208 h 1452208"/>
                  <a:gd name="connsiteX3" fmla="*/ 0 w 7786344"/>
                  <a:gd name="connsiteY3" fmla="*/ 1204558 h 1452208"/>
                  <a:gd name="connsiteX4" fmla="*/ 9525 w 7786344"/>
                  <a:gd name="connsiteY4" fmla="*/ 247650 h 1452208"/>
                  <a:gd name="connsiteX0" fmla="*/ 0 w 7776819"/>
                  <a:gd name="connsiteY0" fmla="*/ 247650 h 1452208"/>
                  <a:gd name="connsiteX1" fmla="*/ 7776819 w 7776819"/>
                  <a:gd name="connsiteY1" fmla="*/ 0 h 1452208"/>
                  <a:gd name="connsiteX2" fmla="*/ 7776819 w 7776819"/>
                  <a:gd name="connsiteY2" fmla="*/ 1452208 h 1452208"/>
                  <a:gd name="connsiteX3" fmla="*/ 0 w 7776819"/>
                  <a:gd name="connsiteY3" fmla="*/ 1004533 h 1452208"/>
                  <a:gd name="connsiteX4" fmla="*/ 0 w 7776819"/>
                  <a:gd name="connsiteY4" fmla="*/ 247650 h 1452208"/>
                  <a:gd name="connsiteX0" fmla="*/ 0 w 7776819"/>
                  <a:gd name="connsiteY0" fmla="*/ 419100 h 1452208"/>
                  <a:gd name="connsiteX1" fmla="*/ 7776819 w 7776819"/>
                  <a:gd name="connsiteY1" fmla="*/ 0 h 1452208"/>
                  <a:gd name="connsiteX2" fmla="*/ 7776819 w 7776819"/>
                  <a:gd name="connsiteY2" fmla="*/ 1452208 h 1452208"/>
                  <a:gd name="connsiteX3" fmla="*/ 0 w 7776819"/>
                  <a:gd name="connsiteY3" fmla="*/ 1004533 h 1452208"/>
                  <a:gd name="connsiteX4" fmla="*/ 0 w 7776819"/>
                  <a:gd name="connsiteY4" fmla="*/ 419100 h 1452208"/>
                  <a:gd name="connsiteX0" fmla="*/ 0 w 7776819"/>
                  <a:gd name="connsiteY0" fmla="*/ 419100 h 1452208"/>
                  <a:gd name="connsiteX1" fmla="*/ 7776819 w 7776819"/>
                  <a:gd name="connsiteY1" fmla="*/ 0 h 1452208"/>
                  <a:gd name="connsiteX2" fmla="*/ 7776819 w 7776819"/>
                  <a:gd name="connsiteY2" fmla="*/ 1452208 h 1452208"/>
                  <a:gd name="connsiteX3" fmla="*/ 0 w 7776819"/>
                  <a:gd name="connsiteY3" fmla="*/ 1004533 h 1452208"/>
                  <a:gd name="connsiteX4" fmla="*/ 0 w 7776819"/>
                  <a:gd name="connsiteY4" fmla="*/ 419100 h 1452208"/>
                  <a:gd name="connsiteX0" fmla="*/ 0 w 7776819"/>
                  <a:gd name="connsiteY0" fmla="*/ 419100 h 1452208"/>
                  <a:gd name="connsiteX1" fmla="*/ 7776819 w 7776819"/>
                  <a:gd name="connsiteY1" fmla="*/ 0 h 1452208"/>
                  <a:gd name="connsiteX2" fmla="*/ 7776819 w 7776819"/>
                  <a:gd name="connsiteY2" fmla="*/ 1452208 h 1452208"/>
                  <a:gd name="connsiteX3" fmla="*/ 0 w 7776819"/>
                  <a:gd name="connsiteY3" fmla="*/ 1004533 h 1452208"/>
                  <a:gd name="connsiteX4" fmla="*/ 0 w 7776819"/>
                  <a:gd name="connsiteY4" fmla="*/ 419100 h 1452208"/>
                  <a:gd name="connsiteX0" fmla="*/ 0 w 7776819"/>
                  <a:gd name="connsiteY0" fmla="*/ 419100 h 1452208"/>
                  <a:gd name="connsiteX1" fmla="*/ 7776819 w 7776819"/>
                  <a:gd name="connsiteY1" fmla="*/ 0 h 1452208"/>
                  <a:gd name="connsiteX2" fmla="*/ 7776819 w 7776819"/>
                  <a:gd name="connsiteY2" fmla="*/ 1452208 h 1452208"/>
                  <a:gd name="connsiteX3" fmla="*/ 0 w 7776819"/>
                  <a:gd name="connsiteY3" fmla="*/ 1004533 h 1452208"/>
                  <a:gd name="connsiteX4" fmla="*/ 0 w 7776819"/>
                  <a:gd name="connsiteY4" fmla="*/ 419100 h 1452208"/>
                  <a:gd name="connsiteX0" fmla="*/ 0 w 7776819"/>
                  <a:gd name="connsiteY0" fmla="*/ 419100 h 1452208"/>
                  <a:gd name="connsiteX1" fmla="*/ 7776819 w 7776819"/>
                  <a:gd name="connsiteY1" fmla="*/ 0 h 1452208"/>
                  <a:gd name="connsiteX2" fmla="*/ 7776819 w 7776819"/>
                  <a:gd name="connsiteY2" fmla="*/ 1452208 h 1452208"/>
                  <a:gd name="connsiteX3" fmla="*/ 0 w 7776819"/>
                  <a:gd name="connsiteY3" fmla="*/ 1004533 h 1452208"/>
                  <a:gd name="connsiteX4" fmla="*/ 0 w 7776819"/>
                  <a:gd name="connsiteY4" fmla="*/ 419100 h 14522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76819" h="1452208">
                    <a:moveTo>
                      <a:pt x="0" y="419100"/>
                    </a:moveTo>
                    <a:cubicBezTo>
                      <a:pt x="3744798" y="336550"/>
                      <a:pt x="5355996" y="244475"/>
                      <a:pt x="7776819" y="0"/>
                    </a:cubicBezTo>
                    <a:lnTo>
                      <a:pt x="7776819" y="1452208"/>
                    </a:lnTo>
                    <a:cubicBezTo>
                      <a:pt x="5365521" y="1207733"/>
                      <a:pt x="3763848" y="1125183"/>
                      <a:pt x="0" y="1004533"/>
                    </a:cubicBezTo>
                    <a:lnTo>
                      <a:pt x="0" y="419100"/>
                    </a:lnTo>
                    <a:close/>
                  </a:path>
                </a:pathLst>
              </a:custGeom>
              <a:solidFill>
                <a:schemeClr val="bg1">
                  <a:lumMod val="95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000000"/>
                  </a:solidFill>
                </a:endParaRPr>
              </a:p>
            </p:txBody>
          </p: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4B1F2AEE-1AE4-4B72-9F6E-C0E478196329}"/>
                  </a:ext>
                </a:extLst>
              </p:cNvPr>
              <p:cNvCxnSpPr>
                <a:stCxn id="8" idx="6"/>
              </p:cNvCxnSpPr>
              <p:nvPr/>
            </p:nvCxnSpPr>
            <p:spPr>
              <a:xfrm flipV="1">
                <a:off x="1650065" y="3678634"/>
                <a:ext cx="8138475" cy="11746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2E6B4EDC-71CC-4020-87F9-8C730A76171E}"/>
                  </a:ext>
                </a:extLst>
              </p:cNvPr>
              <p:cNvSpPr/>
              <p:nvPr/>
            </p:nvSpPr>
            <p:spPr>
              <a:xfrm>
                <a:off x="2511727" y="3614179"/>
                <a:ext cx="152400" cy="152400"/>
              </a:xfrm>
              <a:prstGeom prst="ellipse">
                <a:avLst/>
              </a:prstGeom>
              <a:solidFill>
                <a:srgbClr val="F5AF19"/>
              </a:solidFill>
              <a:ln w="38100">
                <a:solidFill>
                  <a:schemeClr val="bg1">
                    <a:lumMod val="95000"/>
                    <a:alpha val="7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A2FC8CF1-C5B4-4BF1-BD18-466B54ECB9E0}"/>
                  </a:ext>
                </a:extLst>
              </p:cNvPr>
              <p:cNvSpPr/>
              <p:nvPr/>
            </p:nvSpPr>
            <p:spPr>
              <a:xfrm>
                <a:off x="3971524" y="3614179"/>
                <a:ext cx="152400" cy="152400"/>
              </a:xfrm>
              <a:prstGeom prst="ellipse">
                <a:avLst/>
              </a:prstGeom>
              <a:solidFill>
                <a:srgbClr val="F5AF19"/>
              </a:solidFill>
              <a:ln w="38100">
                <a:solidFill>
                  <a:schemeClr val="bg1">
                    <a:lumMod val="95000"/>
                    <a:alpha val="7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000000"/>
                  </a:solidFill>
                </a:endParaRPr>
              </a:p>
            </p:txBody>
          </p: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9BE3DEA6-0E1C-4422-8474-0B6B99A89BB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87760" y="3871038"/>
                <a:ext cx="0" cy="541020"/>
              </a:xfrm>
              <a:prstGeom prst="line">
                <a:avLst/>
              </a:prstGeom>
              <a:ln w="12700">
                <a:solidFill>
                  <a:srgbClr val="F5AF19"/>
                </a:solidFill>
                <a:head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9DA017C9-DB90-4F18-B519-BE65842718A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047724" y="2933742"/>
                <a:ext cx="0" cy="541020"/>
              </a:xfrm>
              <a:prstGeom prst="line">
                <a:avLst/>
              </a:prstGeom>
              <a:ln w="12700">
                <a:solidFill>
                  <a:srgbClr val="F5AF19"/>
                </a:solidFill>
                <a:head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5A6995A3-1356-4530-AA9A-2C8F19A2D950}"/>
                  </a:ext>
                </a:extLst>
              </p:cNvPr>
              <p:cNvSpPr/>
              <p:nvPr/>
            </p:nvSpPr>
            <p:spPr>
              <a:xfrm flipH="1">
                <a:off x="8804085" y="3614179"/>
                <a:ext cx="152400" cy="152400"/>
              </a:xfrm>
              <a:prstGeom prst="ellipse">
                <a:avLst/>
              </a:prstGeom>
              <a:solidFill>
                <a:srgbClr val="F5AF19"/>
              </a:solidFill>
              <a:ln w="38100">
                <a:solidFill>
                  <a:schemeClr val="bg1">
                    <a:lumMod val="95000"/>
                    <a:alpha val="7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73A3069E-B81B-4ECE-8F2A-CCCED63303F2}"/>
                  </a:ext>
                </a:extLst>
              </p:cNvPr>
              <p:cNvSpPr/>
              <p:nvPr/>
            </p:nvSpPr>
            <p:spPr>
              <a:xfrm flipH="1">
                <a:off x="7344288" y="3614179"/>
                <a:ext cx="152400" cy="152400"/>
              </a:xfrm>
              <a:prstGeom prst="ellipse">
                <a:avLst/>
              </a:prstGeom>
              <a:solidFill>
                <a:srgbClr val="F5AF19"/>
              </a:solidFill>
              <a:ln w="38100">
                <a:solidFill>
                  <a:schemeClr val="bg1">
                    <a:lumMod val="95000"/>
                    <a:alpha val="7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000000"/>
                  </a:solidFill>
                </a:endParaRPr>
              </a:p>
            </p:txBody>
          </p: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A3FA7E33-DFB6-45B5-865A-BD576E10D06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880452" y="3871038"/>
                <a:ext cx="0" cy="541020"/>
              </a:xfrm>
              <a:prstGeom prst="line">
                <a:avLst/>
              </a:prstGeom>
              <a:ln w="12700">
                <a:solidFill>
                  <a:srgbClr val="F5AF19"/>
                </a:solidFill>
                <a:head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91D59D9B-CD53-42FD-8134-339724012B3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7420488" y="2933742"/>
                <a:ext cx="0" cy="541020"/>
              </a:xfrm>
              <a:prstGeom prst="line">
                <a:avLst/>
              </a:prstGeom>
              <a:ln w="12700">
                <a:solidFill>
                  <a:srgbClr val="F5AF19"/>
                </a:solidFill>
                <a:head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3" name="Group 42">
                <a:extLst>
                  <a:ext uri="{FF2B5EF4-FFF2-40B4-BE49-F238E27FC236}">
                    <a16:creationId xmlns:a16="http://schemas.microsoft.com/office/drawing/2014/main" id="{1EF7B6B8-66EB-480D-9C10-73989D9CBD21}"/>
                  </a:ext>
                </a:extLst>
              </p:cNvPr>
              <p:cNvGrpSpPr/>
              <p:nvPr/>
            </p:nvGrpSpPr>
            <p:grpSpPr>
              <a:xfrm>
                <a:off x="697584" y="2818057"/>
                <a:ext cx="952481" cy="1348563"/>
                <a:chOff x="699486" y="2818057"/>
                <a:chExt cx="952481" cy="1348563"/>
              </a:xfrm>
            </p:grpSpPr>
            <p:sp>
              <p:nvSpPr>
                <p:cNvPr id="8" name="Oval 7">
                  <a:extLst>
                    <a:ext uri="{FF2B5EF4-FFF2-40B4-BE49-F238E27FC236}">
                      <a16:creationId xmlns:a16="http://schemas.microsoft.com/office/drawing/2014/main" id="{D51E8900-6FE1-4147-B0BF-B5A4B01F1FCB}"/>
                    </a:ext>
                  </a:extLst>
                </p:cNvPr>
                <p:cNvSpPr/>
                <p:nvPr/>
              </p:nvSpPr>
              <p:spPr>
                <a:xfrm>
                  <a:off x="699486" y="3214139"/>
                  <a:ext cx="952481" cy="952481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1"/>
                    </a:gs>
                  </a:gsLst>
                  <a:lin ang="16200000" scaled="1"/>
                  <a:tileRect/>
                </a:gradFill>
                <a:ln>
                  <a:noFill/>
                </a:ln>
                <a:effectLst>
                  <a:outerShdw blurRad="38100" dist="38100" dir="2700000" algn="tl" rotWithShape="0">
                    <a:prstClr val="black">
                      <a:alpha val="13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rgbClr val="000000"/>
                    </a:solidFill>
                  </a:endParaRPr>
                </a:p>
              </p:txBody>
            </p:sp>
            <p:grpSp>
              <p:nvGrpSpPr>
                <p:cNvPr id="23" name="Group 22">
                  <a:extLst>
                    <a:ext uri="{FF2B5EF4-FFF2-40B4-BE49-F238E27FC236}">
                      <a16:creationId xmlns:a16="http://schemas.microsoft.com/office/drawing/2014/main" id="{3451E286-5E33-4CAD-A51F-036C39D440F0}"/>
                    </a:ext>
                  </a:extLst>
                </p:cNvPr>
                <p:cNvGrpSpPr/>
                <p:nvPr/>
              </p:nvGrpSpPr>
              <p:grpSpPr>
                <a:xfrm>
                  <a:off x="870858" y="2818057"/>
                  <a:ext cx="605936" cy="1180098"/>
                  <a:chOff x="719413" y="2556677"/>
                  <a:chExt cx="605936" cy="1180098"/>
                </a:xfrm>
              </p:grpSpPr>
              <p:sp>
                <p:nvSpPr>
                  <p:cNvPr id="34" name="TextBox 33">
                    <a:extLst>
                      <a:ext uri="{FF2B5EF4-FFF2-40B4-BE49-F238E27FC236}">
                        <a16:creationId xmlns:a16="http://schemas.microsoft.com/office/drawing/2014/main" id="{AFD33D79-DB99-40AF-A3AB-C1623E3F9552}"/>
                      </a:ext>
                    </a:extLst>
                  </p:cNvPr>
                  <p:cNvSpPr txBox="1"/>
                  <p:nvPr/>
                </p:nvSpPr>
                <p:spPr>
                  <a:xfrm>
                    <a:off x="719413" y="3121222"/>
                    <a:ext cx="605936" cy="615553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algn="ctr"/>
                    <a:r>
                      <a:rPr lang="en-US" sz="4000" b="1" dirty="0">
                        <a:solidFill>
                          <a:schemeClr val="bg1"/>
                        </a:solidFill>
                        <a:latin typeface="Georgia Pro Cond" panose="02040506050405020303" pitchFamily="18" charset="0"/>
                      </a:rPr>
                      <a:t>30</a:t>
                    </a:r>
                  </a:p>
                </p:txBody>
              </p:sp>
              <p:grpSp>
                <p:nvGrpSpPr>
                  <p:cNvPr id="35" name="Group 34">
                    <a:extLst>
                      <a:ext uri="{FF2B5EF4-FFF2-40B4-BE49-F238E27FC236}">
                        <a16:creationId xmlns:a16="http://schemas.microsoft.com/office/drawing/2014/main" id="{7955F154-D52A-4290-B84E-D1D047ABD436}"/>
                      </a:ext>
                    </a:extLst>
                  </p:cNvPr>
                  <p:cNvGrpSpPr/>
                  <p:nvPr/>
                </p:nvGrpSpPr>
                <p:grpSpPr>
                  <a:xfrm>
                    <a:off x="733038" y="2556677"/>
                    <a:ext cx="578685" cy="534006"/>
                    <a:chOff x="733038" y="2556677"/>
                    <a:chExt cx="578685" cy="534006"/>
                  </a:xfrm>
                </p:grpSpPr>
                <p:sp>
                  <p:nvSpPr>
                    <p:cNvPr id="36" name="TextBox 35">
                      <a:extLst>
                        <a:ext uri="{FF2B5EF4-FFF2-40B4-BE49-F238E27FC236}">
                          <a16:creationId xmlns:a16="http://schemas.microsoft.com/office/drawing/2014/main" id="{A60A50E4-FA99-4F23-BD5F-D0B307CA698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33038" y="2556677"/>
                      <a:ext cx="578685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 algn="ctr"/>
                      <a:r>
                        <a:rPr lang="en-US" b="1" dirty="0">
                          <a:solidFill>
                            <a:srgbClr val="000000"/>
                          </a:solidFill>
                          <a:latin typeface="Georgia" panose="02040502050405020303" pitchFamily="18" charset="0"/>
                        </a:rPr>
                        <a:t>Days</a:t>
                      </a:r>
                    </a:p>
                  </p:txBody>
                </p:sp>
                <p:sp>
                  <p:nvSpPr>
                    <p:cNvPr id="37" name="Isosceles Triangle 36">
                      <a:extLst>
                        <a:ext uri="{FF2B5EF4-FFF2-40B4-BE49-F238E27FC236}">
                          <a16:creationId xmlns:a16="http://schemas.microsoft.com/office/drawing/2014/main" id="{428CDA36-40AE-42CD-A121-8D4153623077}"/>
                        </a:ext>
                      </a:extLst>
                    </p:cNvPr>
                    <p:cNvSpPr/>
                    <p:nvPr/>
                  </p:nvSpPr>
                  <p:spPr>
                    <a:xfrm flipV="1">
                      <a:off x="880822" y="2938383"/>
                      <a:ext cx="283116" cy="152300"/>
                    </a:xfrm>
                    <a:prstGeom prst="triangle">
                      <a:avLst/>
                    </a:pr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/>
                      <a:endParaRPr lang="en-US">
                        <a:solidFill>
                          <a:srgbClr val="000000"/>
                        </a:solidFill>
                      </a:endParaRPr>
                    </a:p>
                  </p:txBody>
                </p:sp>
                <p:sp>
                  <p:nvSpPr>
                    <p:cNvPr id="38" name="Isosceles Triangle 37">
                      <a:extLst>
                        <a:ext uri="{FF2B5EF4-FFF2-40B4-BE49-F238E27FC236}">
                          <a16:creationId xmlns:a16="http://schemas.microsoft.com/office/drawing/2014/main" id="{2F1D1452-6D70-47E5-9CEA-0D94AF387B4C}"/>
                        </a:ext>
                      </a:extLst>
                    </p:cNvPr>
                    <p:cNvSpPr/>
                    <p:nvPr/>
                  </p:nvSpPr>
                  <p:spPr>
                    <a:xfrm flipV="1">
                      <a:off x="942064" y="2948167"/>
                      <a:ext cx="160632" cy="86410"/>
                    </a:xfrm>
                    <a:prstGeom prst="triangle">
                      <a:avLst/>
                    </a:prstGeom>
                    <a:solidFill>
                      <a:srgbClr val="F13612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/>
                      <a:endParaRPr lang="en-US">
                        <a:solidFill>
                          <a:srgbClr val="000000"/>
                        </a:solidFill>
                      </a:endParaRPr>
                    </a:p>
                  </p:txBody>
                </p:sp>
              </p:grpSp>
            </p:grpSp>
          </p:grpSp>
          <p:grpSp>
            <p:nvGrpSpPr>
              <p:cNvPr id="45" name="Group 44">
                <a:extLst>
                  <a:ext uri="{FF2B5EF4-FFF2-40B4-BE49-F238E27FC236}">
                    <a16:creationId xmlns:a16="http://schemas.microsoft.com/office/drawing/2014/main" id="{A39FF4A3-03F5-463C-AF00-0300880E8EC4}"/>
                  </a:ext>
                </a:extLst>
              </p:cNvPr>
              <p:cNvGrpSpPr/>
              <p:nvPr/>
            </p:nvGrpSpPr>
            <p:grpSpPr>
              <a:xfrm>
                <a:off x="5242904" y="3083337"/>
                <a:ext cx="1214084" cy="1651088"/>
                <a:chOff x="5242906" y="3083337"/>
                <a:chExt cx="1214084" cy="1651088"/>
              </a:xfrm>
            </p:grpSpPr>
            <p:sp>
              <p:nvSpPr>
                <p:cNvPr id="9" name="Oval 8">
                  <a:extLst>
                    <a:ext uri="{FF2B5EF4-FFF2-40B4-BE49-F238E27FC236}">
                      <a16:creationId xmlns:a16="http://schemas.microsoft.com/office/drawing/2014/main" id="{7230865F-E43B-4A6F-AFCF-F65DB3AEB4B7}"/>
                    </a:ext>
                  </a:extLst>
                </p:cNvPr>
                <p:cNvSpPr/>
                <p:nvPr/>
              </p:nvSpPr>
              <p:spPr>
                <a:xfrm>
                  <a:off x="5242906" y="3083337"/>
                  <a:ext cx="1214084" cy="1214084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16200000" scaled="1"/>
                  <a:tileRect/>
                </a:gradFill>
                <a:ln>
                  <a:noFill/>
                </a:ln>
                <a:effectLst>
                  <a:outerShdw blurRad="50800" dist="38100" dir="16200000" rotWithShape="0">
                    <a:prstClr val="black">
                      <a:alpha val="13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C5AC9637-413B-4748-8E45-A145074B8ED0}"/>
                    </a:ext>
                  </a:extLst>
                </p:cNvPr>
                <p:cNvSpPr txBox="1"/>
                <p:nvPr/>
              </p:nvSpPr>
              <p:spPr>
                <a:xfrm>
                  <a:off x="5546980" y="3361881"/>
                  <a:ext cx="605936" cy="61555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:r>
                    <a:rPr lang="en-US" sz="4000" b="1" dirty="0">
                      <a:solidFill>
                        <a:schemeClr val="bg1"/>
                      </a:solidFill>
                      <a:latin typeface="Georgia Pro Cond" panose="02040506050405020303" pitchFamily="18" charset="0"/>
                    </a:rPr>
                    <a:t>60</a:t>
                  </a:r>
                </a:p>
              </p:txBody>
            </p:sp>
            <p:grpSp>
              <p:nvGrpSpPr>
                <p:cNvPr id="25" name="Group 24">
                  <a:extLst>
                    <a:ext uri="{FF2B5EF4-FFF2-40B4-BE49-F238E27FC236}">
                      <a16:creationId xmlns:a16="http://schemas.microsoft.com/office/drawing/2014/main" id="{86B49735-5D42-4316-95D6-0AE26AC9BD1C}"/>
                    </a:ext>
                  </a:extLst>
                </p:cNvPr>
                <p:cNvGrpSpPr/>
                <p:nvPr/>
              </p:nvGrpSpPr>
              <p:grpSpPr>
                <a:xfrm flipV="1">
                  <a:off x="5560605" y="4169641"/>
                  <a:ext cx="578685" cy="564784"/>
                  <a:chOff x="733038" y="2525899"/>
                  <a:chExt cx="578685" cy="564784"/>
                </a:xfrm>
              </p:grpSpPr>
              <p:sp>
                <p:nvSpPr>
                  <p:cNvPr id="31" name="TextBox 30">
                    <a:extLst>
                      <a:ext uri="{FF2B5EF4-FFF2-40B4-BE49-F238E27FC236}">
                        <a16:creationId xmlns:a16="http://schemas.microsoft.com/office/drawing/2014/main" id="{484BA111-145B-4FBC-A58D-75F4EF7C4D22}"/>
                      </a:ext>
                    </a:extLst>
                  </p:cNvPr>
                  <p:cNvSpPr txBox="1"/>
                  <p:nvPr/>
                </p:nvSpPr>
                <p:spPr>
                  <a:xfrm flipV="1">
                    <a:off x="733038" y="2525899"/>
                    <a:ext cx="578685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algn="ctr"/>
                    <a:r>
                      <a:rPr lang="en-US" b="1" dirty="0">
                        <a:solidFill>
                          <a:srgbClr val="000000"/>
                        </a:solidFill>
                        <a:latin typeface="Georgia" panose="02040502050405020303" pitchFamily="18" charset="0"/>
                      </a:rPr>
                      <a:t>Days</a:t>
                    </a:r>
                  </a:p>
                </p:txBody>
              </p:sp>
              <p:sp>
                <p:nvSpPr>
                  <p:cNvPr id="32" name="Isosceles Triangle 31">
                    <a:extLst>
                      <a:ext uri="{FF2B5EF4-FFF2-40B4-BE49-F238E27FC236}">
                        <a16:creationId xmlns:a16="http://schemas.microsoft.com/office/drawing/2014/main" id="{750897E5-C6B8-401A-A5C0-3FED145D2D6D}"/>
                      </a:ext>
                    </a:extLst>
                  </p:cNvPr>
                  <p:cNvSpPr/>
                  <p:nvPr/>
                </p:nvSpPr>
                <p:spPr>
                  <a:xfrm flipV="1">
                    <a:off x="880822" y="2938383"/>
                    <a:ext cx="283116" cy="152300"/>
                  </a:xfrm>
                  <a:prstGeom prst="triangl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33" name="Isosceles Triangle 32">
                    <a:extLst>
                      <a:ext uri="{FF2B5EF4-FFF2-40B4-BE49-F238E27FC236}">
                        <a16:creationId xmlns:a16="http://schemas.microsoft.com/office/drawing/2014/main" id="{575EE811-7951-4BF5-BFD1-BA0ADB1BFE17}"/>
                      </a:ext>
                    </a:extLst>
                  </p:cNvPr>
                  <p:cNvSpPr/>
                  <p:nvPr/>
                </p:nvSpPr>
                <p:spPr>
                  <a:xfrm flipV="1">
                    <a:off x="942064" y="2948167"/>
                    <a:ext cx="160632" cy="86410"/>
                  </a:xfrm>
                  <a:prstGeom prst="triangle">
                    <a:avLst/>
                  </a:prstGeom>
                  <a:solidFill>
                    <a:srgbClr val="F1361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</p:grpSp>
          </p:grpSp>
          <p:grpSp>
            <p:nvGrpSpPr>
              <p:cNvPr id="44" name="Group 43">
                <a:extLst>
                  <a:ext uri="{FF2B5EF4-FFF2-40B4-BE49-F238E27FC236}">
                    <a16:creationId xmlns:a16="http://schemas.microsoft.com/office/drawing/2014/main" id="{3F3F47A4-32D9-477A-9810-567B2C516D35}"/>
                  </a:ext>
                </a:extLst>
              </p:cNvPr>
              <p:cNvGrpSpPr/>
              <p:nvPr/>
            </p:nvGrpSpPr>
            <p:grpSpPr>
              <a:xfrm>
                <a:off x="9788539" y="2562386"/>
                <a:ext cx="1452209" cy="1854098"/>
                <a:chOff x="9788540" y="2562386"/>
                <a:chExt cx="1452209" cy="1854098"/>
              </a:xfrm>
            </p:grpSpPr>
            <p:sp>
              <p:nvSpPr>
                <p:cNvPr id="10" name="Oval 9">
                  <a:extLst>
                    <a:ext uri="{FF2B5EF4-FFF2-40B4-BE49-F238E27FC236}">
                      <a16:creationId xmlns:a16="http://schemas.microsoft.com/office/drawing/2014/main" id="{C0EFEF36-FA80-4363-9AC5-ED3AF7A331ED}"/>
                    </a:ext>
                  </a:extLst>
                </p:cNvPr>
                <p:cNvSpPr/>
                <p:nvPr/>
              </p:nvSpPr>
              <p:spPr>
                <a:xfrm>
                  <a:off x="9788540" y="2964275"/>
                  <a:ext cx="1452209" cy="1452209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3">
                        <a:lumMod val="50000"/>
                      </a:schemeClr>
                    </a:gs>
                    <a:gs pos="100000">
                      <a:schemeClr val="accent3"/>
                    </a:gs>
                  </a:gsLst>
                  <a:lin ang="16200000" scaled="1"/>
                  <a:tileRect/>
                </a:gradFill>
                <a:ln>
                  <a:noFill/>
                </a:ln>
                <a:effectLst>
                  <a:outerShdw blurRad="38100" dist="38100" dir="2700000" algn="tl" rotWithShape="0">
                    <a:prstClr val="black">
                      <a:alpha val="13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D1550779-73BC-42DC-96ED-CB88A1BD777A}"/>
                    </a:ext>
                  </a:extLst>
                </p:cNvPr>
                <p:cNvSpPr txBox="1"/>
                <p:nvPr/>
              </p:nvSpPr>
              <p:spPr>
                <a:xfrm>
                  <a:off x="10211677" y="3361881"/>
                  <a:ext cx="605936" cy="61555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:r>
                    <a:rPr lang="en-US" sz="4000" b="1" dirty="0">
                      <a:solidFill>
                        <a:schemeClr val="bg1"/>
                      </a:solidFill>
                      <a:latin typeface="Georgia Pro Cond" panose="02040506050405020303" pitchFamily="18" charset="0"/>
                    </a:rPr>
                    <a:t>90</a:t>
                  </a:r>
                </a:p>
              </p:txBody>
            </p:sp>
            <p:grpSp>
              <p:nvGrpSpPr>
                <p:cNvPr id="27" name="Group 26">
                  <a:extLst>
                    <a:ext uri="{FF2B5EF4-FFF2-40B4-BE49-F238E27FC236}">
                      <a16:creationId xmlns:a16="http://schemas.microsoft.com/office/drawing/2014/main" id="{39C2DBAE-987C-4805-B430-15FC3102A232}"/>
                    </a:ext>
                  </a:extLst>
                </p:cNvPr>
                <p:cNvGrpSpPr/>
                <p:nvPr/>
              </p:nvGrpSpPr>
              <p:grpSpPr>
                <a:xfrm>
                  <a:off x="10225302" y="2562386"/>
                  <a:ext cx="578685" cy="534006"/>
                  <a:chOff x="733038" y="2556677"/>
                  <a:chExt cx="578685" cy="534006"/>
                </a:xfrm>
              </p:grpSpPr>
              <p:sp>
                <p:nvSpPr>
                  <p:cNvPr id="28" name="TextBox 27">
                    <a:extLst>
                      <a:ext uri="{FF2B5EF4-FFF2-40B4-BE49-F238E27FC236}">
                        <a16:creationId xmlns:a16="http://schemas.microsoft.com/office/drawing/2014/main" id="{44A19E78-777A-4745-B061-EDE07A589B1B}"/>
                      </a:ext>
                    </a:extLst>
                  </p:cNvPr>
                  <p:cNvSpPr txBox="1"/>
                  <p:nvPr/>
                </p:nvSpPr>
                <p:spPr>
                  <a:xfrm>
                    <a:off x="733038" y="2556677"/>
                    <a:ext cx="578685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algn="ctr"/>
                    <a:r>
                      <a:rPr lang="en-US" b="1" dirty="0">
                        <a:solidFill>
                          <a:srgbClr val="000000"/>
                        </a:solidFill>
                        <a:latin typeface="Georgia" panose="02040502050405020303" pitchFamily="18" charset="0"/>
                      </a:rPr>
                      <a:t>Days</a:t>
                    </a:r>
                  </a:p>
                </p:txBody>
              </p:sp>
              <p:sp>
                <p:nvSpPr>
                  <p:cNvPr id="29" name="Isosceles Triangle 28">
                    <a:extLst>
                      <a:ext uri="{FF2B5EF4-FFF2-40B4-BE49-F238E27FC236}">
                        <a16:creationId xmlns:a16="http://schemas.microsoft.com/office/drawing/2014/main" id="{5BB2F251-5271-4E8E-95DA-A84F882E4109}"/>
                      </a:ext>
                    </a:extLst>
                  </p:cNvPr>
                  <p:cNvSpPr/>
                  <p:nvPr/>
                </p:nvSpPr>
                <p:spPr>
                  <a:xfrm flipV="1">
                    <a:off x="880822" y="2938383"/>
                    <a:ext cx="283116" cy="152300"/>
                  </a:xfrm>
                  <a:prstGeom prst="triangl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30" name="Isosceles Triangle 29">
                    <a:extLst>
                      <a:ext uri="{FF2B5EF4-FFF2-40B4-BE49-F238E27FC236}">
                        <a16:creationId xmlns:a16="http://schemas.microsoft.com/office/drawing/2014/main" id="{2BA0E1A3-67B2-47D3-A12E-B8EC0DFE9416}"/>
                      </a:ext>
                    </a:extLst>
                  </p:cNvPr>
                  <p:cNvSpPr/>
                  <p:nvPr/>
                </p:nvSpPr>
                <p:spPr>
                  <a:xfrm flipV="1">
                    <a:off x="942064" y="2948167"/>
                    <a:ext cx="160632" cy="86410"/>
                  </a:xfrm>
                  <a:prstGeom prst="triangle">
                    <a:avLst/>
                  </a:prstGeom>
                  <a:solidFill>
                    <a:srgbClr val="F1361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</p:grpSp>
          </p:grpSp>
        </p:grp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62297158-FDB7-4E5E-BF93-F09649B32128}"/>
                </a:ext>
              </a:extLst>
            </p:cNvPr>
            <p:cNvSpPr txBox="1"/>
            <p:nvPr/>
          </p:nvSpPr>
          <p:spPr>
            <a:xfrm>
              <a:off x="-115828" y="1755824"/>
              <a:ext cx="2579305" cy="68326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 defTabSz="1219170">
                <a:spcBef>
                  <a:spcPct val="20000"/>
                </a:spcBef>
                <a:defRPr/>
              </a:pPr>
              <a:r>
                <a:rPr lang="en-US" sz="1400" b="1" dirty="0">
                  <a:solidFill>
                    <a:srgbClr val="000000"/>
                  </a:solidFill>
                  <a:latin typeface="Georgia" panose="02040502050405020303" pitchFamily="18" charset="0"/>
                </a:rPr>
                <a:t>Lorem ipsum dolor</a:t>
              </a:r>
            </a:p>
            <a:p>
              <a:pPr algn="ctr" defTabSz="1219170">
                <a:spcBef>
                  <a:spcPct val="20000"/>
                </a:spcBef>
                <a:defRPr/>
              </a:pPr>
              <a:endParaRPr lang="en-US" sz="200" b="1" dirty="0">
                <a:solidFill>
                  <a:srgbClr val="000000"/>
                </a:solidFill>
                <a:latin typeface="Candara" panose="020E0502030303020204" pitchFamily="34" charset="0"/>
              </a:endParaRPr>
            </a:p>
            <a:p>
              <a:pPr algn="ctr"/>
              <a:r>
                <a:rPr lang="en-US" sz="1100" dirty="0">
                  <a:solidFill>
                    <a:srgbClr val="000000"/>
                  </a:solidFill>
                  <a:latin typeface="Georgia Pro Light" panose="02040302050405020303" pitchFamily="18" charset="0"/>
                </a:rPr>
                <a:t>Lorem ipsum dolor sit </a:t>
              </a:r>
              <a:r>
                <a:rPr lang="en-US" sz="1100" dirty="0" err="1">
                  <a:solidFill>
                    <a:srgbClr val="000000"/>
                  </a:solidFill>
                  <a:latin typeface="Georgia Pro Light" panose="02040302050405020303" pitchFamily="18" charset="0"/>
                </a:rPr>
                <a:t>amet</a:t>
              </a:r>
              <a:r>
                <a:rPr lang="en-US" sz="1100" dirty="0">
                  <a:solidFill>
                    <a:srgbClr val="000000"/>
                  </a:solidFill>
                  <a:latin typeface="Georgia Pro Light" panose="02040302050405020303" pitchFamily="18" charset="0"/>
                </a:rPr>
                <a:t>, consectetur </a:t>
              </a:r>
              <a:r>
                <a:rPr lang="en-US" sz="1100" dirty="0" err="1">
                  <a:solidFill>
                    <a:srgbClr val="000000"/>
                  </a:solidFill>
                  <a:latin typeface="Georgia Pro Light" panose="02040302050405020303" pitchFamily="18" charset="0"/>
                </a:rPr>
                <a:t>adipiscing</a:t>
              </a:r>
              <a:r>
                <a:rPr lang="en-US" sz="1100" dirty="0">
                  <a:solidFill>
                    <a:srgbClr val="000000"/>
                  </a:solidFill>
                  <a:latin typeface="Georgia Pro Light" panose="02040302050405020303" pitchFamily="18" charset="0"/>
                </a:rPr>
                <a:t> elit, sed do eiusmod.  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705AE090-9929-4605-A8CA-E02AEBBCDF62}"/>
                </a:ext>
              </a:extLst>
            </p:cNvPr>
            <p:cNvSpPr txBox="1"/>
            <p:nvPr/>
          </p:nvSpPr>
          <p:spPr>
            <a:xfrm>
              <a:off x="9224991" y="1755824"/>
              <a:ext cx="2579305" cy="68326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 defTabSz="1219170">
                <a:spcBef>
                  <a:spcPct val="20000"/>
                </a:spcBef>
                <a:defRPr/>
              </a:pPr>
              <a:r>
                <a:rPr lang="en-US" sz="1400" b="1" dirty="0">
                  <a:solidFill>
                    <a:srgbClr val="000000"/>
                  </a:solidFill>
                  <a:latin typeface="Georgia" panose="02040502050405020303" pitchFamily="18" charset="0"/>
                </a:rPr>
                <a:t>Lorem ipsum dolor</a:t>
              </a:r>
            </a:p>
            <a:p>
              <a:pPr algn="ctr" defTabSz="1219170">
                <a:spcBef>
                  <a:spcPct val="20000"/>
                </a:spcBef>
                <a:defRPr/>
              </a:pPr>
              <a:endParaRPr lang="en-US" sz="200" b="1" dirty="0">
                <a:solidFill>
                  <a:srgbClr val="000000"/>
                </a:solidFill>
                <a:latin typeface="Candara" panose="020E0502030303020204" pitchFamily="34" charset="0"/>
              </a:endParaRPr>
            </a:p>
            <a:p>
              <a:pPr algn="ctr"/>
              <a:r>
                <a:rPr lang="en-US" sz="1100" dirty="0">
                  <a:solidFill>
                    <a:srgbClr val="000000"/>
                  </a:solidFill>
                  <a:latin typeface="Georgia Pro Light" panose="02040302050405020303" pitchFamily="18" charset="0"/>
                </a:rPr>
                <a:t>Lorem ipsum dolor sit </a:t>
              </a:r>
              <a:r>
                <a:rPr lang="en-US" sz="1100" dirty="0" err="1">
                  <a:solidFill>
                    <a:srgbClr val="000000"/>
                  </a:solidFill>
                  <a:latin typeface="Georgia Pro Light" panose="02040302050405020303" pitchFamily="18" charset="0"/>
                </a:rPr>
                <a:t>amet</a:t>
              </a:r>
              <a:r>
                <a:rPr lang="en-US" sz="1100" dirty="0">
                  <a:solidFill>
                    <a:srgbClr val="000000"/>
                  </a:solidFill>
                  <a:latin typeface="Georgia Pro Light" panose="02040302050405020303" pitchFamily="18" charset="0"/>
                </a:rPr>
                <a:t>, consectetur </a:t>
              </a:r>
              <a:r>
                <a:rPr lang="en-US" sz="1100" dirty="0" err="1">
                  <a:solidFill>
                    <a:srgbClr val="000000"/>
                  </a:solidFill>
                  <a:latin typeface="Georgia Pro Light" panose="02040302050405020303" pitchFamily="18" charset="0"/>
                </a:rPr>
                <a:t>adipiscing</a:t>
              </a:r>
              <a:r>
                <a:rPr lang="en-US" sz="1100" dirty="0">
                  <a:solidFill>
                    <a:srgbClr val="000000"/>
                  </a:solidFill>
                  <a:latin typeface="Georgia Pro Light" panose="02040302050405020303" pitchFamily="18" charset="0"/>
                </a:rPr>
                <a:t> elit, sed do eiusmod.  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B5FB1604-4E81-4BB3-A338-B745BECDAFD1}"/>
                </a:ext>
              </a:extLst>
            </p:cNvPr>
            <p:cNvSpPr txBox="1"/>
            <p:nvPr/>
          </p:nvSpPr>
          <p:spPr>
            <a:xfrm>
              <a:off x="4560294" y="4857722"/>
              <a:ext cx="2579305" cy="68326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 defTabSz="1219170">
                <a:spcBef>
                  <a:spcPct val="20000"/>
                </a:spcBef>
                <a:defRPr/>
              </a:pPr>
              <a:r>
                <a:rPr lang="en-US" sz="1400" b="1" dirty="0">
                  <a:solidFill>
                    <a:srgbClr val="000000"/>
                  </a:solidFill>
                  <a:latin typeface="Georgia" panose="02040502050405020303" pitchFamily="18" charset="0"/>
                </a:rPr>
                <a:t>Lorem ipsum dolor</a:t>
              </a:r>
            </a:p>
            <a:p>
              <a:pPr algn="ctr" defTabSz="1219170">
                <a:spcBef>
                  <a:spcPct val="20000"/>
                </a:spcBef>
                <a:defRPr/>
              </a:pPr>
              <a:endParaRPr lang="en-US" sz="200" b="1" dirty="0">
                <a:solidFill>
                  <a:srgbClr val="000000"/>
                </a:solidFill>
                <a:latin typeface="Candara" panose="020E0502030303020204" pitchFamily="34" charset="0"/>
              </a:endParaRPr>
            </a:p>
            <a:p>
              <a:pPr algn="ctr"/>
              <a:r>
                <a:rPr lang="en-US" sz="1100" dirty="0">
                  <a:solidFill>
                    <a:srgbClr val="000000"/>
                  </a:solidFill>
                  <a:latin typeface="Georgia Pro Light" panose="02040302050405020303" pitchFamily="18" charset="0"/>
                </a:rPr>
                <a:t>Lorem ipsum dolor sit </a:t>
              </a:r>
              <a:r>
                <a:rPr lang="en-US" sz="1100" dirty="0" err="1">
                  <a:solidFill>
                    <a:srgbClr val="000000"/>
                  </a:solidFill>
                  <a:latin typeface="Georgia Pro Light" panose="02040302050405020303" pitchFamily="18" charset="0"/>
                </a:rPr>
                <a:t>amet</a:t>
              </a:r>
              <a:r>
                <a:rPr lang="en-US" sz="1100" dirty="0">
                  <a:solidFill>
                    <a:srgbClr val="000000"/>
                  </a:solidFill>
                  <a:latin typeface="Georgia Pro Light" panose="02040302050405020303" pitchFamily="18" charset="0"/>
                </a:rPr>
                <a:t>, consectetur </a:t>
              </a:r>
              <a:r>
                <a:rPr lang="en-US" sz="1100" dirty="0" err="1">
                  <a:solidFill>
                    <a:srgbClr val="000000"/>
                  </a:solidFill>
                  <a:latin typeface="Georgia Pro Light" panose="02040302050405020303" pitchFamily="18" charset="0"/>
                </a:rPr>
                <a:t>adipiscing</a:t>
              </a:r>
              <a:r>
                <a:rPr lang="en-US" sz="1100" dirty="0">
                  <a:solidFill>
                    <a:srgbClr val="000000"/>
                  </a:solidFill>
                  <a:latin typeface="Georgia Pro Light" panose="02040302050405020303" pitchFamily="18" charset="0"/>
                </a:rPr>
                <a:t> elit, sed do eiusmod. 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833540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1">
      <a:dk1>
        <a:srgbClr val="44546A"/>
      </a:dk1>
      <a:lt1>
        <a:srgbClr val="FFFFFF"/>
      </a:lt1>
      <a:dk2>
        <a:srgbClr val="44546A"/>
      </a:dk2>
      <a:lt2>
        <a:srgbClr val="E7E6E6"/>
      </a:lt2>
      <a:accent1>
        <a:srgbClr val="501845"/>
      </a:accent1>
      <a:accent2>
        <a:srgbClr val="900C3E"/>
      </a:accent2>
      <a:accent3>
        <a:srgbClr val="C70039"/>
      </a:accent3>
      <a:accent4>
        <a:srgbClr val="ED4540"/>
      </a:accent4>
      <a:accent5>
        <a:srgbClr val="FF5733"/>
      </a:accent5>
      <a:accent6>
        <a:srgbClr val="BF360C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62</Words>
  <Application>Microsoft Office PowerPoint</Application>
  <PresentationFormat>Widescreen</PresentationFormat>
  <Paragraphs>16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Calibri</vt:lpstr>
      <vt:lpstr>Calibri Light</vt:lpstr>
      <vt:lpstr>Candara</vt:lpstr>
      <vt:lpstr>Georgia</vt:lpstr>
      <vt:lpstr>Georgia Pro Cond</vt:lpstr>
      <vt:lpstr>Georgia Pro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Deckzi Solutions</dc:creator>
  <cp:lastModifiedBy>Deckzi Solutions</cp:lastModifiedBy>
  <cp:revision>2</cp:revision>
  <dcterms:created xsi:type="dcterms:W3CDTF">2021-12-28T06:10:10Z</dcterms:created>
  <dcterms:modified xsi:type="dcterms:W3CDTF">2021-12-28T06:16:16Z</dcterms:modified>
</cp:coreProperties>
</file>