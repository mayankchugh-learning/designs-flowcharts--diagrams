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  <p:sldMasterId id="2147483651" r:id="rId2"/>
  </p:sldMasterIdLst>
  <p:notesMasterIdLst>
    <p:notesMasterId r:id="rId10"/>
  </p:notesMasterIdLst>
  <p:sldIdLst>
    <p:sldId id="256" r:id="rId3"/>
    <p:sldId id="257" r:id="rId4"/>
    <p:sldId id="269" r:id="rId5"/>
    <p:sldId id="270" r:id="rId6"/>
    <p:sldId id="271" r:id="rId7"/>
    <p:sldId id="272" r:id="rId8"/>
    <p:sldId id="268" r:id="rId9"/>
  </p:sldIdLst>
  <p:sldSz cx="9144000" cy="6858000" type="screen4x3"/>
  <p:notesSz cx="6858000" cy="9144000"/>
  <p:embeddedFontLst>
    <p:embeddedFont>
      <p:font typeface="Helvetica Neue" panose="020B0604020202020204" charset="0"/>
      <p:regular r:id="rId11"/>
      <p:bold r:id="rId12"/>
      <p:italic r:id="rId13"/>
      <p:boldItalic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rbel" panose="020B0503020204020204" pitchFamily="34" charset="0"/>
      <p:regular r:id="rId19"/>
      <p:bold r:id="rId20"/>
      <p:italic r:id="rId21"/>
      <p:boldItalic r:id="rId22"/>
    </p:embeddedFont>
    <p:embeddedFont>
      <p:font typeface="Candara" panose="020E0502030303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42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4346c26fe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/>
          </a:p>
        </p:txBody>
      </p:sp>
      <p:sp>
        <p:nvSpPr>
          <p:cNvPr id="45" name="Google Shape;45;g4346c26fe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4346c26fe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/>
          </a:p>
        </p:txBody>
      </p:sp>
      <p:sp>
        <p:nvSpPr>
          <p:cNvPr id="45" name="Google Shape;45;g4346c26fe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5283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4346c26fe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/>
          </a:p>
        </p:txBody>
      </p:sp>
      <p:sp>
        <p:nvSpPr>
          <p:cNvPr id="45" name="Google Shape;45;g4346c26fe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6972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4346c26fe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/>
          </a:p>
        </p:txBody>
      </p:sp>
      <p:sp>
        <p:nvSpPr>
          <p:cNvPr id="45" name="Google Shape;45;g4346c26fe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8901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4346c26fe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/>
          </a:p>
        </p:txBody>
      </p:sp>
      <p:sp>
        <p:nvSpPr>
          <p:cNvPr id="45" name="Google Shape;45;g4346c26fe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2015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346c26fe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/>
          </a:p>
        </p:txBody>
      </p:sp>
      <p:sp>
        <p:nvSpPr>
          <p:cNvPr id="122" name="Google Shape;122;g4346c26fe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" y="64770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0"/>
            <a:ext cx="381000" cy="6858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0" y="685800"/>
            <a:ext cx="381000" cy="6858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/>
        </p:nvSpPr>
        <p:spPr>
          <a:xfrm>
            <a:off x="0" y="0"/>
            <a:ext cx="381000" cy="6858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0" y="685800"/>
            <a:ext cx="381000" cy="6858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457200" y="64770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 rotWithShape="1">
          <a:blip r:embed="rId3">
            <a:alphaModFix/>
          </a:blip>
          <a:srcRect l="6414" r="5113"/>
          <a:stretch/>
        </p:blipFill>
        <p:spPr>
          <a:xfrm>
            <a:off x="0" y="0"/>
            <a:ext cx="9144000" cy="581417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/>
          <p:nvPr/>
        </p:nvSpPr>
        <p:spPr>
          <a:xfrm>
            <a:off x="0" y="5661300"/>
            <a:ext cx="9144000" cy="119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Helvetica Neue"/>
                <a:ea typeface="Helvetica Neue"/>
                <a:cs typeface="Helvetica Neue"/>
                <a:sym typeface="Helvetica Neue"/>
              </a:rPr>
              <a:t>&lt;Project Name&gt;</a:t>
            </a:r>
            <a:endParaRPr sz="28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3200" b="1" dirty="0" smtClean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Case</a:t>
            </a:r>
            <a:endParaRPr dirty="0"/>
          </a:p>
        </p:txBody>
      </p:sp>
      <p:sp>
        <p:nvSpPr>
          <p:cNvPr id="48" name="Google Shape;48;p6"/>
          <p:cNvSpPr txBox="1"/>
          <p:nvPr/>
        </p:nvSpPr>
        <p:spPr>
          <a:xfrm>
            <a:off x="838200" y="1030514"/>
            <a:ext cx="7620000" cy="5683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184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318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60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Brief Description of the use case</a:t>
            </a:r>
          </a:p>
          <a:p>
            <a:pPr marL="8318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Helvetica Neue"/>
                <a:ea typeface="Helvetica Neue"/>
                <a:cs typeface="Helvetica Neue"/>
                <a:sym typeface="Helvetica Neue"/>
              </a:rPr>
              <a:t>You can explain it with LOGICAL (FUNCTIONAL) Architecture / Flowchart as well.</a:t>
            </a:r>
            <a:endParaRPr sz="160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l="16790" t="40712" r="16922" b="40920"/>
          <a:stretch/>
        </p:blipFill>
        <p:spPr>
          <a:xfrm>
            <a:off x="7364302" y="87774"/>
            <a:ext cx="1677800" cy="33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3200" b="1" dirty="0" smtClean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</a:t>
            </a:r>
            <a:endParaRPr dirty="0"/>
          </a:p>
        </p:txBody>
      </p:sp>
      <p:sp>
        <p:nvSpPr>
          <p:cNvPr id="48" name="Google Shape;48;p6"/>
          <p:cNvSpPr txBox="1"/>
          <p:nvPr/>
        </p:nvSpPr>
        <p:spPr>
          <a:xfrm>
            <a:off x="838200" y="1030514"/>
            <a:ext cx="7620000" cy="5683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184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318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60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Implemented Architecture Diagram</a:t>
            </a:r>
          </a:p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l="16790" t="40712" r="16922" b="40920"/>
          <a:stretch/>
        </p:blipFill>
        <p:spPr>
          <a:xfrm>
            <a:off x="7364302" y="87774"/>
            <a:ext cx="1677800" cy="332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6501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3200" b="1" dirty="0" smtClean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 of Cloud</a:t>
            </a:r>
            <a:endParaRPr dirty="0"/>
          </a:p>
        </p:txBody>
      </p:sp>
      <p:sp>
        <p:nvSpPr>
          <p:cNvPr id="48" name="Google Shape;48;p6"/>
          <p:cNvSpPr txBox="1"/>
          <p:nvPr/>
        </p:nvSpPr>
        <p:spPr>
          <a:xfrm>
            <a:off x="838200" y="1030514"/>
            <a:ext cx="7620000" cy="5683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184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318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60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Cloud services selected, their impact on the </a:t>
            </a:r>
            <a:r>
              <a:rPr lang="en-IN" sz="160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usecase</a:t>
            </a:r>
            <a:endParaRPr lang="en-IN" sz="1600" i="0" u="none" strike="noStrike" cap="none" dirty="0" smtClea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l="16790" t="40712" r="16922" b="40920"/>
          <a:stretch/>
        </p:blipFill>
        <p:spPr>
          <a:xfrm>
            <a:off x="7364302" y="87774"/>
            <a:ext cx="1677800" cy="332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7265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3200" b="1" dirty="0" smtClean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Demo</a:t>
            </a:r>
            <a:endParaRPr dirty="0"/>
          </a:p>
        </p:txBody>
      </p:sp>
      <p:sp>
        <p:nvSpPr>
          <p:cNvPr id="48" name="Google Shape;48;p6"/>
          <p:cNvSpPr txBox="1"/>
          <p:nvPr/>
        </p:nvSpPr>
        <p:spPr>
          <a:xfrm>
            <a:off x="1015851" y="841829"/>
            <a:ext cx="7620000" cy="5683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184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318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60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to End demo of the project including : </a:t>
            </a:r>
          </a:p>
          <a:p>
            <a:pPr marL="831850" lvl="3" indent="-285750">
              <a:lnSpc>
                <a:spcPct val="120000"/>
              </a:lnSpc>
              <a:buSzPts val="1400"/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Helvetica Neue"/>
                <a:ea typeface="Helvetica Neue"/>
                <a:cs typeface="Helvetica Neue"/>
                <a:sym typeface="Helvetica Neue"/>
              </a:rPr>
              <a:t>Technical Demo – explaining the implemented architecture</a:t>
            </a:r>
          </a:p>
          <a:p>
            <a:pPr marL="831850" lvl="3" indent="-285750">
              <a:lnSpc>
                <a:spcPct val="120000"/>
              </a:lnSpc>
              <a:buSzPts val="1400"/>
              <a:buFont typeface="Arial" panose="020B0604020202020204" pitchFamily="34" charset="0"/>
              <a:buChar char="•"/>
            </a:pPr>
            <a:r>
              <a:rPr lang="en-IN" sz="160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Functional Demo – explaining the end user view / functionality</a:t>
            </a:r>
          </a:p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l="16790" t="40712" r="16922" b="40920"/>
          <a:stretch/>
        </p:blipFill>
        <p:spPr>
          <a:xfrm>
            <a:off x="7364302" y="87774"/>
            <a:ext cx="1677800" cy="332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5850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3200" b="1" dirty="0" smtClean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</a:t>
            </a:r>
            <a:r>
              <a:rPr lang="en-US" sz="3200" b="1" dirty="0" smtClean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 &amp; Lessons learnt</a:t>
            </a:r>
            <a:endParaRPr dirty="0"/>
          </a:p>
        </p:txBody>
      </p:sp>
      <p:sp>
        <p:nvSpPr>
          <p:cNvPr id="48" name="Google Shape;48;p6"/>
          <p:cNvSpPr txBox="1"/>
          <p:nvPr/>
        </p:nvSpPr>
        <p:spPr>
          <a:xfrm>
            <a:off x="1015851" y="841829"/>
            <a:ext cx="7620000" cy="5683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184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318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60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Contribution and Role </a:t>
            </a:r>
            <a:r>
              <a:rPr lang="en-IN" sz="160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each team member in the </a:t>
            </a:r>
            <a:r>
              <a:rPr lang="en-IN" sz="160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</a:t>
            </a:r>
          </a:p>
          <a:p>
            <a:pPr marL="8318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Helvetica Neue"/>
                <a:ea typeface="Helvetica Neue"/>
                <a:cs typeface="Helvetica Neue"/>
                <a:sym typeface="Helvetica Neue"/>
              </a:rPr>
              <a:t>Lessons learnt</a:t>
            </a:r>
            <a:endParaRPr lang="en-IN" sz="1600" i="0" u="none" strike="noStrike" cap="none" dirty="0" smtClea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l="16790" t="40712" r="16922" b="40920"/>
          <a:stretch/>
        </p:blipFill>
        <p:spPr>
          <a:xfrm>
            <a:off x="7364302" y="87774"/>
            <a:ext cx="1677800" cy="332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379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3490687" y="2641601"/>
            <a:ext cx="257628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3200" b="1" dirty="0" smtClean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 !</a:t>
            </a:r>
            <a:endParaRPr dirty="0"/>
          </a:p>
        </p:txBody>
      </p:sp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/>
          </a:blip>
          <a:srcRect l="16790" t="40712" r="16922" b="40920"/>
          <a:stretch/>
        </p:blipFill>
        <p:spPr>
          <a:xfrm>
            <a:off x="7364302" y="87774"/>
            <a:ext cx="1677800" cy="33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92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Helvetica Neue</vt:lpstr>
      <vt:lpstr>Calibri</vt:lpstr>
      <vt:lpstr>Corbel</vt:lpstr>
      <vt:lpstr>Candara</vt:lpstr>
      <vt:lpstr>Arial</vt:lpstr>
      <vt:lpstr>2_Office Theme</vt:lpstr>
      <vt:lpstr>3_Office Theme</vt:lpstr>
      <vt:lpstr>PowerPoint Presentation</vt:lpstr>
      <vt:lpstr>Use Case</vt:lpstr>
      <vt:lpstr>Architecture</vt:lpstr>
      <vt:lpstr>Role of Cloud</vt:lpstr>
      <vt:lpstr>Project Demo</vt:lpstr>
      <vt:lpstr>Team Role &amp; Lessons learnt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Test</cp:lastModifiedBy>
  <cp:revision>4</cp:revision>
  <dcterms:modified xsi:type="dcterms:W3CDTF">2018-12-17T06:48:33Z</dcterms:modified>
</cp:coreProperties>
</file>