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7" r:id="rId2"/>
    <p:sldId id="258" r:id="rId3"/>
    <p:sldId id="259" r:id="rId4"/>
    <p:sldId id="260" r:id="rId5"/>
    <p:sldId id="261" r:id="rId6"/>
    <p:sldId id="262" r:id="rId7"/>
    <p:sldId id="263" r:id="rId8"/>
    <p:sldId id="264" r:id="rId9"/>
    <p:sldId id="266"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2587"/>
    <p:restoredTop sz="87517"/>
  </p:normalViewPr>
  <p:slideViewPr>
    <p:cSldViewPr snapToGrid="0">
      <p:cViewPr>
        <p:scale>
          <a:sx n="120" d="100"/>
          <a:sy n="120" d="100"/>
        </p:scale>
        <p:origin x="-2728"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rawing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colors1.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8D4C25E-0340-4183-9F4D-F317076523FA}" type="doc">
      <dgm:prSet loTypeId="urn:microsoft.com/office/officeart/2018/5/layout/IconCircle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A3390588-96AD-4017-B1CF-AE9DFDBA8651}">
      <dgm:prSet/>
      <dgm:spPr/>
      <dgm:t>
        <a:bodyPr/>
        <a:lstStyle/>
        <a:p>
          <a:pPr>
            <a:lnSpc>
              <a:spcPct val="100000"/>
            </a:lnSpc>
            <a:defRPr cap="all"/>
          </a:pPr>
          <a:r>
            <a:rPr lang="en-US"/>
            <a:t>Lesson 01: Azure Active Directory</a:t>
          </a:r>
        </a:p>
      </dgm:t>
    </dgm:pt>
    <dgm:pt modelId="{49858A25-B90F-4C7A-9A42-24D4A6FF4DCA}" type="parTrans" cxnId="{5BD60C16-BCEC-4D1E-ADB3-C0547FE36FB0}">
      <dgm:prSet/>
      <dgm:spPr/>
      <dgm:t>
        <a:bodyPr/>
        <a:lstStyle/>
        <a:p>
          <a:endParaRPr lang="en-US"/>
        </a:p>
      </dgm:t>
    </dgm:pt>
    <dgm:pt modelId="{6189CB6C-8984-4CFB-9576-9CF4FC532CDB}" type="sibTrans" cxnId="{5BD60C16-BCEC-4D1E-ADB3-C0547FE36FB0}">
      <dgm:prSet/>
      <dgm:spPr/>
      <dgm:t>
        <a:bodyPr/>
        <a:lstStyle/>
        <a:p>
          <a:endParaRPr lang="en-US"/>
        </a:p>
      </dgm:t>
    </dgm:pt>
    <dgm:pt modelId="{D515224A-85D4-4E92-99FC-4B101403D0DE}">
      <dgm:prSet/>
      <dgm:spPr/>
      <dgm:t>
        <a:bodyPr/>
        <a:lstStyle/>
        <a:p>
          <a:pPr>
            <a:lnSpc>
              <a:spcPct val="100000"/>
            </a:lnSpc>
            <a:defRPr cap="all"/>
          </a:pPr>
          <a:r>
            <a:rPr lang="en-US"/>
            <a:t>Lesson 02: Users and Groups</a:t>
          </a:r>
        </a:p>
      </dgm:t>
    </dgm:pt>
    <dgm:pt modelId="{5210A51A-3408-42EF-B3D4-9BF443825A59}" type="parTrans" cxnId="{B29EE5F7-7951-42F9-8517-288C25133599}">
      <dgm:prSet/>
      <dgm:spPr/>
      <dgm:t>
        <a:bodyPr/>
        <a:lstStyle/>
        <a:p>
          <a:endParaRPr lang="en-US"/>
        </a:p>
      </dgm:t>
    </dgm:pt>
    <dgm:pt modelId="{847937F6-C326-42AB-B692-C374F20CE30F}" type="sibTrans" cxnId="{B29EE5F7-7951-42F9-8517-288C25133599}">
      <dgm:prSet/>
      <dgm:spPr/>
      <dgm:t>
        <a:bodyPr/>
        <a:lstStyle/>
        <a:p>
          <a:endParaRPr lang="en-US"/>
        </a:p>
      </dgm:t>
    </dgm:pt>
    <dgm:pt modelId="{FC760991-5FD4-48F5-A4E3-063363C04F90}">
      <dgm:prSet/>
      <dgm:spPr/>
      <dgm:t>
        <a:bodyPr/>
        <a:lstStyle/>
        <a:p>
          <a:pPr>
            <a:lnSpc>
              <a:spcPct val="100000"/>
            </a:lnSpc>
            <a:defRPr cap="all"/>
          </a:pPr>
          <a:r>
            <a:rPr lang="en-US"/>
            <a:t>Lesson 03: Module 01 Lab</a:t>
          </a:r>
        </a:p>
      </dgm:t>
    </dgm:pt>
    <dgm:pt modelId="{32106DD8-81E0-426E-8133-47D32BE5BF47}" type="parTrans" cxnId="{2C65963C-496F-40AE-A44F-2D919B812113}">
      <dgm:prSet/>
      <dgm:spPr/>
      <dgm:t>
        <a:bodyPr/>
        <a:lstStyle/>
        <a:p>
          <a:endParaRPr lang="en-US"/>
        </a:p>
      </dgm:t>
    </dgm:pt>
    <dgm:pt modelId="{AD35F3CF-F861-49B8-90C4-0CB6DB90DFDA}" type="sibTrans" cxnId="{2C65963C-496F-40AE-A44F-2D919B812113}">
      <dgm:prSet/>
      <dgm:spPr/>
      <dgm:t>
        <a:bodyPr/>
        <a:lstStyle/>
        <a:p>
          <a:endParaRPr lang="en-US"/>
        </a:p>
      </dgm:t>
    </dgm:pt>
    <dgm:pt modelId="{0BF6D2C9-23AC-43B2-B86D-BD35D290AF24}" type="pres">
      <dgm:prSet presAssocID="{28D4C25E-0340-4183-9F4D-F317076523FA}" presName="root" presStyleCnt="0">
        <dgm:presLayoutVars>
          <dgm:dir/>
          <dgm:resizeHandles val="exact"/>
        </dgm:presLayoutVars>
      </dgm:prSet>
      <dgm:spPr/>
    </dgm:pt>
    <dgm:pt modelId="{13220B32-0BBF-46EF-B548-253143EAA563}" type="pres">
      <dgm:prSet presAssocID="{A3390588-96AD-4017-B1CF-AE9DFDBA8651}" presName="compNode" presStyleCnt="0"/>
      <dgm:spPr/>
    </dgm:pt>
    <dgm:pt modelId="{11C68630-F513-4285-8C19-1F1DE8B64A8C}" type="pres">
      <dgm:prSet presAssocID="{A3390588-96AD-4017-B1CF-AE9DFDBA8651}" presName="iconBgRect" presStyleLbl="bgShp" presStyleIdx="0" presStyleCnt="3"/>
      <dgm:spPr/>
    </dgm:pt>
    <dgm:pt modelId="{EDB79AFE-4280-4A74-9156-954C3DD8F583}" type="pres">
      <dgm:prSet presAssocID="{A3390588-96AD-4017-B1CF-AE9DFDBA8651}"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loud"/>
        </a:ext>
      </dgm:extLst>
    </dgm:pt>
    <dgm:pt modelId="{41051E6E-11D4-4571-84DC-CDDE69A6A446}" type="pres">
      <dgm:prSet presAssocID="{A3390588-96AD-4017-B1CF-AE9DFDBA8651}" presName="spaceRect" presStyleCnt="0"/>
      <dgm:spPr/>
    </dgm:pt>
    <dgm:pt modelId="{745073FC-35FF-4D2F-963F-AA2C53349A8A}" type="pres">
      <dgm:prSet presAssocID="{A3390588-96AD-4017-B1CF-AE9DFDBA8651}" presName="textRect" presStyleLbl="revTx" presStyleIdx="0" presStyleCnt="3">
        <dgm:presLayoutVars>
          <dgm:chMax val="1"/>
          <dgm:chPref val="1"/>
        </dgm:presLayoutVars>
      </dgm:prSet>
      <dgm:spPr/>
    </dgm:pt>
    <dgm:pt modelId="{21981A6B-78E7-4958-B72B-96F57EB2FEB3}" type="pres">
      <dgm:prSet presAssocID="{6189CB6C-8984-4CFB-9576-9CF4FC532CDB}" presName="sibTrans" presStyleCnt="0"/>
      <dgm:spPr/>
    </dgm:pt>
    <dgm:pt modelId="{7C78EE86-EF35-467D-A59B-F9E0B2B23935}" type="pres">
      <dgm:prSet presAssocID="{D515224A-85D4-4E92-99FC-4B101403D0DE}" presName="compNode" presStyleCnt="0"/>
      <dgm:spPr/>
    </dgm:pt>
    <dgm:pt modelId="{E73BD46D-EBC3-4304-9AAF-1DF134AAAE9E}" type="pres">
      <dgm:prSet presAssocID="{D515224A-85D4-4E92-99FC-4B101403D0DE}" presName="iconBgRect" presStyleLbl="bgShp" presStyleIdx="1" presStyleCnt="3"/>
      <dgm:spPr/>
    </dgm:pt>
    <dgm:pt modelId="{865242A9-6899-4012-A857-BF3F3EAD8162}" type="pres">
      <dgm:prSet presAssocID="{D515224A-85D4-4E92-99FC-4B101403D0DE}"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Users"/>
        </a:ext>
      </dgm:extLst>
    </dgm:pt>
    <dgm:pt modelId="{AD6A617A-CFDF-48FB-932C-667916868166}" type="pres">
      <dgm:prSet presAssocID="{D515224A-85D4-4E92-99FC-4B101403D0DE}" presName="spaceRect" presStyleCnt="0"/>
      <dgm:spPr/>
    </dgm:pt>
    <dgm:pt modelId="{89F1D08B-1387-4CAD-B5C2-B2C9822641F7}" type="pres">
      <dgm:prSet presAssocID="{D515224A-85D4-4E92-99FC-4B101403D0DE}" presName="textRect" presStyleLbl="revTx" presStyleIdx="1" presStyleCnt="3">
        <dgm:presLayoutVars>
          <dgm:chMax val="1"/>
          <dgm:chPref val="1"/>
        </dgm:presLayoutVars>
      </dgm:prSet>
      <dgm:spPr/>
    </dgm:pt>
    <dgm:pt modelId="{A9EE1841-1EB7-4D6F-B29C-5F9FDE59F86E}" type="pres">
      <dgm:prSet presAssocID="{847937F6-C326-42AB-B692-C374F20CE30F}" presName="sibTrans" presStyleCnt="0"/>
      <dgm:spPr/>
    </dgm:pt>
    <dgm:pt modelId="{701D6CB7-F9A3-439D-ADE0-2117D6F7B2E0}" type="pres">
      <dgm:prSet presAssocID="{FC760991-5FD4-48F5-A4E3-063363C04F90}" presName="compNode" presStyleCnt="0"/>
      <dgm:spPr/>
    </dgm:pt>
    <dgm:pt modelId="{6D254B66-E24F-40E3-A381-4B51AA9C137D}" type="pres">
      <dgm:prSet presAssocID="{FC760991-5FD4-48F5-A4E3-063363C04F90}" presName="iconBgRect" presStyleLbl="bgShp" presStyleIdx="2" presStyleCnt="3"/>
      <dgm:spPr/>
    </dgm:pt>
    <dgm:pt modelId="{C5F71C5E-86E7-4D68-9425-8A31820CA74F}" type="pres">
      <dgm:prSet presAssocID="{FC760991-5FD4-48F5-A4E3-063363C04F90}"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Rocket"/>
        </a:ext>
      </dgm:extLst>
    </dgm:pt>
    <dgm:pt modelId="{78590238-FDF4-45AC-BE6B-F3C2766C470E}" type="pres">
      <dgm:prSet presAssocID="{FC760991-5FD4-48F5-A4E3-063363C04F90}" presName="spaceRect" presStyleCnt="0"/>
      <dgm:spPr/>
    </dgm:pt>
    <dgm:pt modelId="{1E5BF2D6-3B05-44C2-A9B7-6E0153C767BA}" type="pres">
      <dgm:prSet presAssocID="{FC760991-5FD4-48F5-A4E3-063363C04F90}" presName="textRect" presStyleLbl="revTx" presStyleIdx="2" presStyleCnt="3">
        <dgm:presLayoutVars>
          <dgm:chMax val="1"/>
          <dgm:chPref val="1"/>
        </dgm:presLayoutVars>
      </dgm:prSet>
      <dgm:spPr/>
    </dgm:pt>
  </dgm:ptLst>
  <dgm:cxnLst>
    <dgm:cxn modelId="{5BD60C16-BCEC-4D1E-ADB3-C0547FE36FB0}" srcId="{28D4C25E-0340-4183-9F4D-F317076523FA}" destId="{A3390588-96AD-4017-B1CF-AE9DFDBA8651}" srcOrd="0" destOrd="0" parTransId="{49858A25-B90F-4C7A-9A42-24D4A6FF4DCA}" sibTransId="{6189CB6C-8984-4CFB-9576-9CF4FC532CDB}"/>
    <dgm:cxn modelId="{2C65963C-496F-40AE-A44F-2D919B812113}" srcId="{28D4C25E-0340-4183-9F4D-F317076523FA}" destId="{FC760991-5FD4-48F5-A4E3-063363C04F90}" srcOrd="2" destOrd="0" parTransId="{32106DD8-81E0-426E-8133-47D32BE5BF47}" sibTransId="{AD35F3CF-F861-49B8-90C4-0CB6DB90DFDA}"/>
    <dgm:cxn modelId="{F5D38564-AD72-5249-A9EE-B765FE9C73DE}" type="presOf" srcId="{FC760991-5FD4-48F5-A4E3-063363C04F90}" destId="{1E5BF2D6-3B05-44C2-A9B7-6E0153C767BA}" srcOrd="0" destOrd="0" presId="urn:microsoft.com/office/officeart/2018/5/layout/IconCircleLabelList"/>
    <dgm:cxn modelId="{2060457D-D97C-0A47-9EBD-496F50D9B045}" type="presOf" srcId="{D515224A-85D4-4E92-99FC-4B101403D0DE}" destId="{89F1D08B-1387-4CAD-B5C2-B2C9822641F7}" srcOrd="0" destOrd="0" presId="urn:microsoft.com/office/officeart/2018/5/layout/IconCircleLabelList"/>
    <dgm:cxn modelId="{34BECC7F-6B3F-A741-BF07-CBEAC93EAA00}" type="presOf" srcId="{A3390588-96AD-4017-B1CF-AE9DFDBA8651}" destId="{745073FC-35FF-4D2F-963F-AA2C53349A8A}" srcOrd="0" destOrd="0" presId="urn:microsoft.com/office/officeart/2018/5/layout/IconCircleLabelList"/>
    <dgm:cxn modelId="{B29EE5F7-7951-42F9-8517-288C25133599}" srcId="{28D4C25E-0340-4183-9F4D-F317076523FA}" destId="{D515224A-85D4-4E92-99FC-4B101403D0DE}" srcOrd="1" destOrd="0" parTransId="{5210A51A-3408-42EF-B3D4-9BF443825A59}" sibTransId="{847937F6-C326-42AB-B692-C374F20CE30F}"/>
    <dgm:cxn modelId="{0DEAC1F9-DEC2-8844-84B8-591EBB92BDB9}" type="presOf" srcId="{28D4C25E-0340-4183-9F4D-F317076523FA}" destId="{0BF6D2C9-23AC-43B2-B86D-BD35D290AF24}" srcOrd="0" destOrd="0" presId="urn:microsoft.com/office/officeart/2018/5/layout/IconCircleLabelList"/>
    <dgm:cxn modelId="{0BA0D57E-EED6-EF47-9B3E-682F2D231B0D}" type="presParOf" srcId="{0BF6D2C9-23AC-43B2-B86D-BD35D290AF24}" destId="{13220B32-0BBF-46EF-B548-253143EAA563}" srcOrd="0" destOrd="0" presId="urn:microsoft.com/office/officeart/2018/5/layout/IconCircleLabelList"/>
    <dgm:cxn modelId="{62566302-CF75-5C4E-8AD1-FDE8B6AB4323}" type="presParOf" srcId="{13220B32-0BBF-46EF-B548-253143EAA563}" destId="{11C68630-F513-4285-8C19-1F1DE8B64A8C}" srcOrd="0" destOrd="0" presId="urn:microsoft.com/office/officeart/2018/5/layout/IconCircleLabelList"/>
    <dgm:cxn modelId="{F8CAF069-5AB8-CE44-8206-8703D144206B}" type="presParOf" srcId="{13220B32-0BBF-46EF-B548-253143EAA563}" destId="{EDB79AFE-4280-4A74-9156-954C3DD8F583}" srcOrd="1" destOrd="0" presId="urn:microsoft.com/office/officeart/2018/5/layout/IconCircleLabelList"/>
    <dgm:cxn modelId="{53A51251-8E2D-4748-864B-E69EF32CC265}" type="presParOf" srcId="{13220B32-0BBF-46EF-B548-253143EAA563}" destId="{41051E6E-11D4-4571-84DC-CDDE69A6A446}" srcOrd="2" destOrd="0" presId="urn:microsoft.com/office/officeart/2018/5/layout/IconCircleLabelList"/>
    <dgm:cxn modelId="{645D8E71-DC0F-134E-AF0A-9D48D1686857}" type="presParOf" srcId="{13220B32-0BBF-46EF-B548-253143EAA563}" destId="{745073FC-35FF-4D2F-963F-AA2C53349A8A}" srcOrd="3" destOrd="0" presId="urn:microsoft.com/office/officeart/2018/5/layout/IconCircleLabelList"/>
    <dgm:cxn modelId="{4A21CD98-D00A-BD41-8A5E-48F305735A75}" type="presParOf" srcId="{0BF6D2C9-23AC-43B2-B86D-BD35D290AF24}" destId="{21981A6B-78E7-4958-B72B-96F57EB2FEB3}" srcOrd="1" destOrd="0" presId="urn:microsoft.com/office/officeart/2018/5/layout/IconCircleLabelList"/>
    <dgm:cxn modelId="{935C71E3-886C-FE42-8FC5-91BC7E6F6218}" type="presParOf" srcId="{0BF6D2C9-23AC-43B2-B86D-BD35D290AF24}" destId="{7C78EE86-EF35-467D-A59B-F9E0B2B23935}" srcOrd="2" destOrd="0" presId="urn:microsoft.com/office/officeart/2018/5/layout/IconCircleLabelList"/>
    <dgm:cxn modelId="{B9619AA2-C70E-004B-BDD4-5AC69F51C31D}" type="presParOf" srcId="{7C78EE86-EF35-467D-A59B-F9E0B2B23935}" destId="{E73BD46D-EBC3-4304-9AAF-1DF134AAAE9E}" srcOrd="0" destOrd="0" presId="urn:microsoft.com/office/officeart/2018/5/layout/IconCircleLabelList"/>
    <dgm:cxn modelId="{B5032565-53A1-AE42-827D-D86127D7D19D}" type="presParOf" srcId="{7C78EE86-EF35-467D-A59B-F9E0B2B23935}" destId="{865242A9-6899-4012-A857-BF3F3EAD8162}" srcOrd="1" destOrd="0" presId="urn:microsoft.com/office/officeart/2018/5/layout/IconCircleLabelList"/>
    <dgm:cxn modelId="{4A0C76ED-8D43-EC46-9F19-2D39830295CE}" type="presParOf" srcId="{7C78EE86-EF35-467D-A59B-F9E0B2B23935}" destId="{AD6A617A-CFDF-48FB-932C-667916868166}" srcOrd="2" destOrd="0" presId="urn:microsoft.com/office/officeart/2018/5/layout/IconCircleLabelList"/>
    <dgm:cxn modelId="{C6DE7F6B-3E0E-AB4D-B721-58C099F89ED4}" type="presParOf" srcId="{7C78EE86-EF35-467D-A59B-F9E0B2B23935}" destId="{89F1D08B-1387-4CAD-B5C2-B2C9822641F7}" srcOrd="3" destOrd="0" presId="urn:microsoft.com/office/officeart/2018/5/layout/IconCircleLabelList"/>
    <dgm:cxn modelId="{B5759F2D-109D-5C49-8F4B-675F7BAF027A}" type="presParOf" srcId="{0BF6D2C9-23AC-43B2-B86D-BD35D290AF24}" destId="{A9EE1841-1EB7-4D6F-B29C-5F9FDE59F86E}" srcOrd="3" destOrd="0" presId="urn:microsoft.com/office/officeart/2018/5/layout/IconCircleLabelList"/>
    <dgm:cxn modelId="{BF61A1F5-A17F-6942-A809-34EAD45211BE}" type="presParOf" srcId="{0BF6D2C9-23AC-43B2-B86D-BD35D290AF24}" destId="{701D6CB7-F9A3-439D-ADE0-2117D6F7B2E0}" srcOrd="4" destOrd="0" presId="urn:microsoft.com/office/officeart/2018/5/layout/IconCircleLabelList"/>
    <dgm:cxn modelId="{1B5D6839-462F-B84F-B160-449293BF9DFE}" type="presParOf" srcId="{701D6CB7-F9A3-439D-ADE0-2117D6F7B2E0}" destId="{6D254B66-E24F-40E3-A381-4B51AA9C137D}" srcOrd="0" destOrd="0" presId="urn:microsoft.com/office/officeart/2018/5/layout/IconCircleLabelList"/>
    <dgm:cxn modelId="{508D77E5-5F74-0945-A9DA-CEDA2B22DA59}" type="presParOf" srcId="{701D6CB7-F9A3-439D-ADE0-2117D6F7B2E0}" destId="{C5F71C5E-86E7-4D68-9425-8A31820CA74F}" srcOrd="1" destOrd="0" presId="urn:microsoft.com/office/officeart/2018/5/layout/IconCircleLabelList"/>
    <dgm:cxn modelId="{FC6FE7E8-A8C6-9847-9888-9F614FEBDDA0}" type="presParOf" srcId="{701D6CB7-F9A3-439D-ADE0-2117D6F7B2E0}" destId="{78590238-FDF4-45AC-BE6B-F3C2766C470E}" srcOrd="2" destOrd="0" presId="urn:microsoft.com/office/officeart/2018/5/layout/IconCircleLabelList"/>
    <dgm:cxn modelId="{B9596A89-81B9-084D-86FB-08DDCBB57FDB}" type="presParOf" srcId="{701D6CB7-F9A3-439D-ADE0-2117D6F7B2E0}" destId="{1E5BF2D6-3B05-44C2-A9B7-6E0153C767BA}"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7E93D23-AA54-464E-9088-777360AF9EC3}"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A96A6A19-490C-4A52-98EE-0EB9A2157C10}">
      <dgm:prSet/>
      <dgm:spPr/>
      <dgm:t>
        <a:bodyPr/>
        <a:lstStyle/>
        <a:p>
          <a:r>
            <a:rPr lang="en-US"/>
            <a:t>Azure Active Directory</a:t>
          </a:r>
        </a:p>
      </dgm:t>
    </dgm:pt>
    <dgm:pt modelId="{A8D72D47-3D59-431E-AD9C-61733C01A269}" type="parTrans" cxnId="{803C9652-70E2-4E8B-B436-66B5EDFFB2AD}">
      <dgm:prSet/>
      <dgm:spPr/>
      <dgm:t>
        <a:bodyPr/>
        <a:lstStyle/>
        <a:p>
          <a:endParaRPr lang="en-US"/>
        </a:p>
      </dgm:t>
    </dgm:pt>
    <dgm:pt modelId="{20D5ECB0-415A-4083-9E8A-219A74C16BD9}" type="sibTrans" cxnId="{803C9652-70E2-4E8B-B436-66B5EDFFB2AD}">
      <dgm:prSet/>
      <dgm:spPr/>
      <dgm:t>
        <a:bodyPr/>
        <a:lstStyle/>
        <a:p>
          <a:endParaRPr lang="en-US"/>
        </a:p>
      </dgm:t>
    </dgm:pt>
    <dgm:pt modelId="{A617D45F-8A48-4DF5-AD1D-D9F66EBC8BB8}">
      <dgm:prSet/>
      <dgm:spPr/>
      <dgm:t>
        <a:bodyPr/>
        <a:lstStyle/>
        <a:p>
          <a:r>
            <a:rPr lang="en-US"/>
            <a:t>Azure AD Concepts</a:t>
          </a:r>
        </a:p>
      </dgm:t>
    </dgm:pt>
    <dgm:pt modelId="{DD8DCA9D-352E-4B24-97B2-70ACF54597EA}" type="parTrans" cxnId="{C4FEC838-7BD2-4FDA-8DA0-353347ADC554}">
      <dgm:prSet/>
      <dgm:spPr/>
      <dgm:t>
        <a:bodyPr/>
        <a:lstStyle/>
        <a:p>
          <a:endParaRPr lang="en-US"/>
        </a:p>
      </dgm:t>
    </dgm:pt>
    <dgm:pt modelId="{D6B053DD-97BC-4A80-B459-268CAAC641CB}" type="sibTrans" cxnId="{C4FEC838-7BD2-4FDA-8DA0-353347ADC554}">
      <dgm:prSet/>
      <dgm:spPr/>
      <dgm:t>
        <a:bodyPr/>
        <a:lstStyle/>
        <a:p>
          <a:endParaRPr lang="en-US"/>
        </a:p>
      </dgm:t>
    </dgm:pt>
    <dgm:pt modelId="{E09388A1-2A5C-4E91-A5CD-53799177C946}">
      <dgm:prSet/>
      <dgm:spPr/>
      <dgm:t>
        <a:bodyPr/>
        <a:lstStyle/>
        <a:p>
          <a:r>
            <a:rPr lang="en-US"/>
            <a:t>AD DS vs. Azure Active Directory</a:t>
          </a:r>
        </a:p>
      </dgm:t>
    </dgm:pt>
    <dgm:pt modelId="{0DD75195-0C0A-4B40-8FD7-BBAF901873BD}" type="parTrans" cxnId="{44E86201-EB40-46A2-9703-DD60F5E27F4C}">
      <dgm:prSet/>
      <dgm:spPr/>
      <dgm:t>
        <a:bodyPr/>
        <a:lstStyle/>
        <a:p>
          <a:endParaRPr lang="en-US"/>
        </a:p>
      </dgm:t>
    </dgm:pt>
    <dgm:pt modelId="{4A805FCF-B848-4257-B492-8B2416263F23}" type="sibTrans" cxnId="{44E86201-EB40-46A2-9703-DD60F5E27F4C}">
      <dgm:prSet/>
      <dgm:spPr/>
      <dgm:t>
        <a:bodyPr/>
        <a:lstStyle/>
        <a:p>
          <a:endParaRPr lang="en-US"/>
        </a:p>
      </dgm:t>
    </dgm:pt>
    <dgm:pt modelId="{EF35F187-97A5-4A61-9528-9DA1D3B814E1}">
      <dgm:prSet/>
      <dgm:spPr/>
      <dgm:t>
        <a:bodyPr/>
        <a:lstStyle/>
        <a:p>
          <a:r>
            <a:rPr lang="en-US"/>
            <a:t>Azure Active Directory Editions</a:t>
          </a:r>
        </a:p>
      </dgm:t>
    </dgm:pt>
    <dgm:pt modelId="{7111D9B0-8FD3-48D3-B41E-ED0AAB16AF9B}" type="parTrans" cxnId="{CF20C349-F491-4FB8-846B-D85EFDAAE59F}">
      <dgm:prSet/>
      <dgm:spPr/>
      <dgm:t>
        <a:bodyPr/>
        <a:lstStyle/>
        <a:p>
          <a:endParaRPr lang="en-US"/>
        </a:p>
      </dgm:t>
    </dgm:pt>
    <dgm:pt modelId="{71FD863D-A5F8-460F-837C-FA697A3B20CC}" type="sibTrans" cxnId="{CF20C349-F491-4FB8-846B-D85EFDAAE59F}">
      <dgm:prSet/>
      <dgm:spPr/>
      <dgm:t>
        <a:bodyPr/>
        <a:lstStyle/>
        <a:p>
          <a:endParaRPr lang="en-US"/>
        </a:p>
      </dgm:t>
    </dgm:pt>
    <dgm:pt modelId="{F04D0578-192D-4530-BA2A-5AF75DEBF128}">
      <dgm:prSet/>
      <dgm:spPr/>
      <dgm:t>
        <a:bodyPr/>
        <a:lstStyle/>
        <a:p>
          <a:r>
            <a:rPr lang="en-US"/>
            <a:t>Azure AD Join</a:t>
          </a:r>
        </a:p>
      </dgm:t>
    </dgm:pt>
    <dgm:pt modelId="{A297D6D8-3854-4069-8B60-DB3D976D1A5A}" type="parTrans" cxnId="{6730E801-8569-4F12-B89F-504DF1EB30D2}">
      <dgm:prSet/>
      <dgm:spPr/>
      <dgm:t>
        <a:bodyPr/>
        <a:lstStyle/>
        <a:p>
          <a:endParaRPr lang="en-US"/>
        </a:p>
      </dgm:t>
    </dgm:pt>
    <dgm:pt modelId="{54EFC4C6-7B00-49D3-82A8-97952411D3D2}" type="sibTrans" cxnId="{6730E801-8569-4F12-B89F-504DF1EB30D2}">
      <dgm:prSet/>
      <dgm:spPr/>
      <dgm:t>
        <a:bodyPr/>
        <a:lstStyle/>
        <a:p>
          <a:endParaRPr lang="en-US"/>
        </a:p>
      </dgm:t>
    </dgm:pt>
    <dgm:pt modelId="{BD2B7243-E07D-4749-9428-21B50D204129}">
      <dgm:prSet/>
      <dgm:spPr/>
      <dgm:t>
        <a:bodyPr/>
        <a:lstStyle/>
        <a:p>
          <a:r>
            <a:rPr lang="en-US"/>
            <a:t>Self-Service Password Reset</a:t>
          </a:r>
        </a:p>
      </dgm:t>
    </dgm:pt>
    <dgm:pt modelId="{33D703BB-5C0A-4682-B056-77641CD76B9A}" type="parTrans" cxnId="{C87FDC5E-648E-4E56-9749-4104D33499DE}">
      <dgm:prSet/>
      <dgm:spPr/>
      <dgm:t>
        <a:bodyPr/>
        <a:lstStyle/>
        <a:p>
          <a:endParaRPr lang="en-US"/>
        </a:p>
      </dgm:t>
    </dgm:pt>
    <dgm:pt modelId="{1DE0FED4-A29F-41CE-99A8-03CB424B9053}" type="sibTrans" cxnId="{C87FDC5E-648E-4E56-9749-4104D33499DE}">
      <dgm:prSet/>
      <dgm:spPr/>
      <dgm:t>
        <a:bodyPr/>
        <a:lstStyle/>
        <a:p>
          <a:endParaRPr lang="en-US"/>
        </a:p>
      </dgm:t>
    </dgm:pt>
    <dgm:pt modelId="{7376A154-FC2D-4D6E-9E9E-4FDB2AE141CD}">
      <dgm:prSet/>
      <dgm:spPr/>
      <dgm:t>
        <a:bodyPr/>
        <a:lstStyle/>
        <a:p>
          <a:r>
            <a:rPr lang="en-US"/>
            <a:t>Review</a:t>
          </a:r>
        </a:p>
      </dgm:t>
    </dgm:pt>
    <dgm:pt modelId="{BADBEAE9-B30F-4398-9441-11B895FFC107}" type="parTrans" cxnId="{EFC90D5F-4EB7-4CD8-92D1-DD36B27F56B7}">
      <dgm:prSet/>
      <dgm:spPr/>
      <dgm:t>
        <a:bodyPr/>
        <a:lstStyle/>
        <a:p>
          <a:endParaRPr lang="en-US"/>
        </a:p>
      </dgm:t>
    </dgm:pt>
    <dgm:pt modelId="{4D34F905-8C3B-4B8E-8DEB-76C16F810613}" type="sibTrans" cxnId="{EFC90D5F-4EB7-4CD8-92D1-DD36B27F56B7}">
      <dgm:prSet/>
      <dgm:spPr/>
      <dgm:t>
        <a:bodyPr/>
        <a:lstStyle/>
        <a:p>
          <a:endParaRPr lang="en-US"/>
        </a:p>
      </dgm:t>
    </dgm:pt>
    <dgm:pt modelId="{F723F9CD-ADC6-E448-90A4-F3FC070D93E8}" type="pres">
      <dgm:prSet presAssocID="{B7E93D23-AA54-464E-9088-777360AF9EC3}" presName="vert0" presStyleCnt="0">
        <dgm:presLayoutVars>
          <dgm:dir/>
          <dgm:animOne val="branch"/>
          <dgm:animLvl val="lvl"/>
        </dgm:presLayoutVars>
      </dgm:prSet>
      <dgm:spPr/>
    </dgm:pt>
    <dgm:pt modelId="{32410F73-D1E9-804C-A3DE-EA007B1D3C21}" type="pres">
      <dgm:prSet presAssocID="{A96A6A19-490C-4A52-98EE-0EB9A2157C10}" presName="thickLine" presStyleLbl="alignNode1" presStyleIdx="0" presStyleCnt="7"/>
      <dgm:spPr/>
    </dgm:pt>
    <dgm:pt modelId="{45618728-EC24-4F4F-8026-8775E3FE76EB}" type="pres">
      <dgm:prSet presAssocID="{A96A6A19-490C-4A52-98EE-0EB9A2157C10}" presName="horz1" presStyleCnt="0"/>
      <dgm:spPr/>
    </dgm:pt>
    <dgm:pt modelId="{113C99FB-1543-B346-9E76-4A33C38D93F1}" type="pres">
      <dgm:prSet presAssocID="{A96A6A19-490C-4A52-98EE-0EB9A2157C10}" presName="tx1" presStyleLbl="revTx" presStyleIdx="0" presStyleCnt="7"/>
      <dgm:spPr/>
    </dgm:pt>
    <dgm:pt modelId="{DA29131E-D192-704B-8527-899B9025227B}" type="pres">
      <dgm:prSet presAssocID="{A96A6A19-490C-4A52-98EE-0EB9A2157C10}" presName="vert1" presStyleCnt="0"/>
      <dgm:spPr/>
    </dgm:pt>
    <dgm:pt modelId="{050BC32B-D724-DD42-9787-0E397240A6C4}" type="pres">
      <dgm:prSet presAssocID="{A617D45F-8A48-4DF5-AD1D-D9F66EBC8BB8}" presName="thickLine" presStyleLbl="alignNode1" presStyleIdx="1" presStyleCnt="7"/>
      <dgm:spPr/>
    </dgm:pt>
    <dgm:pt modelId="{4FFA3C99-DE72-7648-AEF9-5B9F96992F6B}" type="pres">
      <dgm:prSet presAssocID="{A617D45F-8A48-4DF5-AD1D-D9F66EBC8BB8}" presName="horz1" presStyleCnt="0"/>
      <dgm:spPr/>
    </dgm:pt>
    <dgm:pt modelId="{FF649DBA-A807-8341-B3D3-0CC000AC8563}" type="pres">
      <dgm:prSet presAssocID="{A617D45F-8A48-4DF5-AD1D-D9F66EBC8BB8}" presName="tx1" presStyleLbl="revTx" presStyleIdx="1" presStyleCnt="7"/>
      <dgm:spPr/>
    </dgm:pt>
    <dgm:pt modelId="{0CC742DC-381B-9E42-804B-4FFC6CA72310}" type="pres">
      <dgm:prSet presAssocID="{A617D45F-8A48-4DF5-AD1D-D9F66EBC8BB8}" presName="vert1" presStyleCnt="0"/>
      <dgm:spPr/>
    </dgm:pt>
    <dgm:pt modelId="{3BB05A26-2A60-E243-90BB-08686FA9B8BD}" type="pres">
      <dgm:prSet presAssocID="{E09388A1-2A5C-4E91-A5CD-53799177C946}" presName="thickLine" presStyleLbl="alignNode1" presStyleIdx="2" presStyleCnt="7"/>
      <dgm:spPr/>
    </dgm:pt>
    <dgm:pt modelId="{C893AB1C-A454-EB4E-AB77-9BC17E7BEBC2}" type="pres">
      <dgm:prSet presAssocID="{E09388A1-2A5C-4E91-A5CD-53799177C946}" presName="horz1" presStyleCnt="0"/>
      <dgm:spPr/>
    </dgm:pt>
    <dgm:pt modelId="{D7F2BAA0-FD61-8B4E-812E-6BAE36B6B0D5}" type="pres">
      <dgm:prSet presAssocID="{E09388A1-2A5C-4E91-A5CD-53799177C946}" presName="tx1" presStyleLbl="revTx" presStyleIdx="2" presStyleCnt="7"/>
      <dgm:spPr/>
    </dgm:pt>
    <dgm:pt modelId="{6AC6F8F4-8B31-5545-8EAE-FACFCEA76F79}" type="pres">
      <dgm:prSet presAssocID="{E09388A1-2A5C-4E91-A5CD-53799177C946}" presName="vert1" presStyleCnt="0"/>
      <dgm:spPr/>
    </dgm:pt>
    <dgm:pt modelId="{AB9643C9-B63A-064B-BF05-9CF2037C1F5B}" type="pres">
      <dgm:prSet presAssocID="{EF35F187-97A5-4A61-9528-9DA1D3B814E1}" presName="thickLine" presStyleLbl="alignNode1" presStyleIdx="3" presStyleCnt="7"/>
      <dgm:spPr/>
    </dgm:pt>
    <dgm:pt modelId="{357BDA5F-AF41-D549-BFED-06D9EDC4C6AE}" type="pres">
      <dgm:prSet presAssocID="{EF35F187-97A5-4A61-9528-9DA1D3B814E1}" presName="horz1" presStyleCnt="0"/>
      <dgm:spPr/>
    </dgm:pt>
    <dgm:pt modelId="{0AB61CDA-F89E-1144-9852-5318FE900862}" type="pres">
      <dgm:prSet presAssocID="{EF35F187-97A5-4A61-9528-9DA1D3B814E1}" presName="tx1" presStyleLbl="revTx" presStyleIdx="3" presStyleCnt="7"/>
      <dgm:spPr/>
    </dgm:pt>
    <dgm:pt modelId="{2D78AFCC-A8B4-6740-85F3-4FB2E8F75E12}" type="pres">
      <dgm:prSet presAssocID="{EF35F187-97A5-4A61-9528-9DA1D3B814E1}" presName="vert1" presStyleCnt="0"/>
      <dgm:spPr/>
    </dgm:pt>
    <dgm:pt modelId="{0E0C66E3-5311-674B-A019-E4C291BB708D}" type="pres">
      <dgm:prSet presAssocID="{F04D0578-192D-4530-BA2A-5AF75DEBF128}" presName="thickLine" presStyleLbl="alignNode1" presStyleIdx="4" presStyleCnt="7"/>
      <dgm:spPr/>
    </dgm:pt>
    <dgm:pt modelId="{CDAA6A0C-C0B9-6B4E-B396-6BB3E642E34E}" type="pres">
      <dgm:prSet presAssocID="{F04D0578-192D-4530-BA2A-5AF75DEBF128}" presName="horz1" presStyleCnt="0"/>
      <dgm:spPr/>
    </dgm:pt>
    <dgm:pt modelId="{CC62A916-8790-3945-9583-C7D1627B4334}" type="pres">
      <dgm:prSet presAssocID="{F04D0578-192D-4530-BA2A-5AF75DEBF128}" presName="tx1" presStyleLbl="revTx" presStyleIdx="4" presStyleCnt="7"/>
      <dgm:spPr/>
    </dgm:pt>
    <dgm:pt modelId="{B2D8D1C3-1DB2-F542-92F0-A3D7135E8DA5}" type="pres">
      <dgm:prSet presAssocID="{F04D0578-192D-4530-BA2A-5AF75DEBF128}" presName="vert1" presStyleCnt="0"/>
      <dgm:spPr/>
    </dgm:pt>
    <dgm:pt modelId="{6C90E183-75D3-A94B-BD4B-541F40029594}" type="pres">
      <dgm:prSet presAssocID="{BD2B7243-E07D-4749-9428-21B50D204129}" presName="thickLine" presStyleLbl="alignNode1" presStyleIdx="5" presStyleCnt="7"/>
      <dgm:spPr/>
    </dgm:pt>
    <dgm:pt modelId="{18DE0A98-8AB5-9748-A1CF-198A7E6693C2}" type="pres">
      <dgm:prSet presAssocID="{BD2B7243-E07D-4749-9428-21B50D204129}" presName="horz1" presStyleCnt="0"/>
      <dgm:spPr/>
    </dgm:pt>
    <dgm:pt modelId="{C2B70E54-33C2-FE4B-A4A9-26F57B2E33D5}" type="pres">
      <dgm:prSet presAssocID="{BD2B7243-E07D-4749-9428-21B50D204129}" presName="tx1" presStyleLbl="revTx" presStyleIdx="5" presStyleCnt="7"/>
      <dgm:spPr/>
    </dgm:pt>
    <dgm:pt modelId="{96036B0E-3F81-894D-8D2E-A2A2B6CA2754}" type="pres">
      <dgm:prSet presAssocID="{BD2B7243-E07D-4749-9428-21B50D204129}" presName="vert1" presStyleCnt="0"/>
      <dgm:spPr/>
    </dgm:pt>
    <dgm:pt modelId="{43CA1F7E-138F-0542-B869-8C4431C958F4}" type="pres">
      <dgm:prSet presAssocID="{7376A154-FC2D-4D6E-9E9E-4FDB2AE141CD}" presName="thickLine" presStyleLbl="alignNode1" presStyleIdx="6" presStyleCnt="7"/>
      <dgm:spPr/>
    </dgm:pt>
    <dgm:pt modelId="{D9E4A841-1107-2F41-88DE-09EA063F2B24}" type="pres">
      <dgm:prSet presAssocID="{7376A154-FC2D-4D6E-9E9E-4FDB2AE141CD}" presName="horz1" presStyleCnt="0"/>
      <dgm:spPr/>
    </dgm:pt>
    <dgm:pt modelId="{D20DD663-3EA2-B045-B518-F4DACAFC691F}" type="pres">
      <dgm:prSet presAssocID="{7376A154-FC2D-4D6E-9E9E-4FDB2AE141CD}" presName="tx1" presStyleLbl="revTx" presStyleIdx="6" presStyleCnt="7"/>
      <dgm:spPr/>
    </dgm:pt>
    <dgm:pt modelId="{8DF47D5D-5971-864F-AFE6-02B2DC81B898}" type="pres">
      <dgm:prSet presAssocID="{7376A154-FC2D-4D6E-9E9E-4FDB2AE141CD}" presName="vert1" presStyleCnt="0"/>
      <dgm:spPr/>
    </dgm:pt>
  </dgm:ptLst>
  <dgm:cxnLst>
    <dgm:cxn modelId="{44E86201-EB40-46A2-9703-DD60F5E27F4C}" srcId="{B7E93D23-AA54-464E-9088-777360AF9EC3}" destId="{E09388A1-2A5C-4E91-A5CD-53799177C946}" srcOrd="2" destOrd="0" parTransId="{0DD75195-0C0A-4B40-8FD7-BBAF901873BD}" sibTransId="{4A805FCF-B848-4257-B492-8B2416263F23}"/>
    <dgm:cxn modelId="{6730E801-8569-4F12-B89F-504DF1EB30D2}" srcId="{B7E93D23-AA54-464E-9088-777360AF9EC3}" destId="{F04D0578-192D-4530-BA2A-5AF75DEBF128}" srcOrd="4" destOrd="0" parTransId="{A297D6D8-3854-4069-8B60-DB3D976D1A5A}" sibTransId="{54EFC4C6-7B00-49D3-82A8-97952411D3D2}"/>
    <dgm:cxn modelId="{40CAFD04-43F4-424B-945D-8F09E179CC6B}" type="presOf" srcId="{EF35F187-97A5-4A61-9528-9DA1D3B814E1}" destId="{0AB61CDA-F89E-1144-9852-5318FE900862}" srcOrd="0" destOrd="0" presId="urn:microsoft.com/office/officeart/2008/layout/LinedList"/>
    <dgm:cxn modelId="{C4FEC838-7BD2-4FDA-8DA0-353347ADC554}" srcId="{B7E93D23-AA54-464E-9088-777360AF9EC3}" destId="{A617D45F-8A48-4DF5-AD1D-D9F66EBC8BB8}" srcOrd="1" destOrd="0" parTransId="{DD8DCA9D-352E-4B24-97B2-70ACF54597EA}" sibTransId="{D6B053DD-97BC-4A80-B459-268CAAC641CB}"/>
    <dgm:cxn modelId="{CF20C349-F491-4FB8-846B-D85EFDAAE59F}" srcId="{B7E93D23-AA54-464E-9088-777360AF9EC3}" destId="{EF35F187-97A5-4A61-9528-9DA1D3B814E1}" srcOrd="3" destOrd="0" parTransId="{7111D9B0-8FD3-48D3-B41E-ED0AAB16AF9B}" sibTransId="{71FD863D-A5F8-460F-837C-FA697A3B20CC}"/>
    <dgm:cxn modelId="{803C9652-70E2-4E8B-B436-66B5EDFFB2AD}" srcId="{B7E93D23-AA54-464E-9088-777360AF9EC3}" destId="{A96A6A19-490C-4A52-98EE-0EB9A2157C10}" srcOrd="0" destOrd="0" parTransId="{A8D72D47-3D59-431E-AD9C-61733C01A269}" sibTransId="{20D5ECB0-415A-4083-9E8A-219A74C16BD9}"/>
    <dgm:cxn modelId="{65996F5E-0F86-224D-B8CA-8333A58BC844}" type="presOf" srcId="{BD2B7243-E07D-4749-9428-21B50D204129}" destId="{C2B70E54-33C2-FE4B-A4A9-26F57B2E33D5}" srcOrd="0" destOrd="0" presId="urn:microsoft.com/office/officeart/2008/layout/LinedList"/>
    <dgm:cxn modelId="{C87FDC5E-648E-4E56-9749-4104D33499DE}" srcId="{B7E93D23-AA54-464E-9088-777360AF9EC3}" destId="{BD2B7243-E07D-4749-9428-21B50D204129}" srcOrd="5" destOrd="0" parTransId="{33D703BB-5C0A-4682-B056-77641CD76B9A}" sibTransId="{1DE0FED4-A29F-41CE-99A8-03CB424B9053}"/>
    <dgm:cxn modelId="{EFC90D5F-4EB7-4CD8-92D1-DD36B27F56B7}" srcId="{B7E93D23-AA54-464E-9088-777360AF9EC3}" destId="{7376A154-FC2D-4D6E-9E9E-4FDB2AE141CD}" srcOrd="6" destOrd="0" parTransId="{BADBEAE9-B30F-4398-9441-11B895FFC107}" sibTransId="{4D34F905-8C3B-4B8E-8DEB-76C16F810613}"/>
    <dgm:cxn modelId="{ED9CCE6C-8A29-A046-AA8F-36EDC19CCB96}" type="presOf" srcId="{7376A154-FC2D-4D6E-9E9E-4FDB2AE141CD}" destId="{D20DD663-3EA2-B045-B518-F4DACAFC691F}" srcOrd="0" destOrd="0" presId="urn:microsoft.com/office/officeart/2008/layout/LinedList"/>
    <dgm:cxn modelId="{F9150979-ACCF-1244-8C13-A22C0C516DC0}" type="presOf" srcId="{A96A6A19-490C-4A52-98EE-0EB9A2157C10}" destId="{113C99FB-1543-B346-9E76-4A33C38D93F1}" srcOrd="0" destOrd="0" presId="urn:microsoft.com/office/officeart/2008/layout/LinedList"/>
    <dgm:cxn modelId="{4E3D3899-C11F-1342-9EFA-4592A94CC559}" type="presOf" srcId="{E09388A1-2A5C-4E91-A5CD-53799177C946}" destId="{D7F2BAA0-FD61-8B4E-812E-6BAE36B6B0D5}" srcOrd="0" destOrd="0" presId="urn:microsoft.com/office/officeart/2008/layout/LinedList"/>
    <dgm:cxn modelId="{1290969C-6A09-5E42-9090-4691A8DA475F}" type="presOf" srcId="{B7E93D23-AA54-464E-9088-777360AF9EC3}" destId="{F723F9CD-ADC6-E448-90A4-F3FC070D93E8}" srcOrd="0" destOrd="0" presId="urn:microsoft.com/office/officeart/2008/layout/LinedList"/>
    <dgm:cxn modelId="{A19233BC-19B8-F94C-8EA7-0532BE227DE2}" type="presOf" srcId="{A617D45F-8A48-4DF5-AD1D-D9F66EBC8BB8}" destId="{FF649DBA-A807-8341-B3D3-0CC000AC8563}" srcOrd="0" destOrd="0" presId="urn:microsoft.com/office/officeart/2008/layout/LinedList"/>
    <dgm:cxn modelId="{567EA0CB-A057-444C-AF9F-5B98D8556D29}" type="presOf" srcId="{F04D0578-192D-4530-BA2A-5AF75DEBF128}" destId="{CC62A916-8790-3945-9583-C7D1627B4334}" srcOrd="0" destOrd="0" presId="urn:microsoft.com/office/officeart/2008/layout/LinedList"/>
    <dgm:cxn modelId="{7BF0BBFF-E3DC-2740-AB63-C5B514453AB7}" type="presParOf" srcId="{F723F9CD-ADC6-E448-90A4-F3FC070D93E8}" destId="{32410F73-D1E9-804C-A3DE-EA007B1D3C21}" srcOrd="0" destOrd="0" presId="urn:microsoft.com/office/officeart/2008/layout/LinedList"/>
    <dgm:cxn modelId="{C62FEE50-7410-A945-A0A8-B7AB72DFB42D}" type="presParOf" srcId="{F723F9CD-ADC6-E448-90A4-F3FC070D93E8}" destId="{45618728-EC24-4F4F-8026-8775E3FE76EB}" srcOrd="1" destOrd="0" presId="urn:microsoft.com/office/officeart/2008/layout/LinedList"/>
    <dgm:cxn modelId="{2274D1BB-BBCF-C445-AA0C-A3694630D099}" type="presParOf" srcId="{45618728-EC24-4F4F-8026-8775E3FE76EB}" destId="{113C99FB-1543-B346-9E76-4A33C38D93F1}" srcOrd="0" destOrd="0" presId="urn:microsoft.com/office/officeart/2008/layout/LinedList"/>
    <dgm:cxn modelId="{582DC2B0-971A-9540-825F-9E541DF9BBD4}" type="presParOf" srcId="{45618728-EC24-4F4F-8026-8775E3FE76EB}" destId="{DA29131E-D192-704B-8527-899B9025227B}" srcOrd="1" destOrd="0" presId="urn:microsoft.com/office/officeart/2008/layout/LinedList"/>
    <dgm:cxn modelId="{EADEDF5A-DB05-F847-A7B7-A42A0424F168}" type="presParOf" srcId="{F723F9CD-ADC6-E448-90A4-F3FC070D93E8}" destId="{050BC32B-D724-DD42-9787-0E397240A6C4}" srcOrd="2" destOrd="0" presId="urn:microsoft.com/office/officeart/2008/layout/LinedList"/>
    <dgm:cxn modelId="{DDADF7C2-C4D4-F04E-9EA0-D5724F6484E6}" type="presParOf" srcId="{F723F9CD-ADC6-E448-90A4-F3FC070D93E8}" destId="{4FFA3C99-DE72-7648-AEF9-5B9F96992F6B}" srcOrd="3" destOrd="0" presId="urn:microsoft.com/office/officeart/2008/layout/LinedList"/>
    <dgm:cxn modelId="{790581C1-55C5-EB49-9A5D-C8607780E446}" type="presParOf" srcId="{4FFA3C99-DE72-7648-AEF9-5B9F96992F6B}" destId="{FF649DBA-A807-8341-B3D3-0CC000AC8563}" srcOrd="0" destOrd="0" presId="urn:microsoft.com/office/officeart/2008/layout/LinedList"/>
    <dgm:cxn modelId="{16079B3E-63EA-E24C-87F2-13026339AB69}" type="presParOf" srcId="{4FFA3C99-DE72-7648-AEF9-5B9F96992F6B}" destId="{0CC742DC-381B-9E42-804B-4FFC6CA72310}" srcOrd="1" destOrd="0" presId="urn:microsoft.com/office/officeart/2008/layout/LinedList"/>
    <dgm:cxn modelId="{A5868BB3-CBF3-2B42-8698-E96EADBC0B54}" type="presParOf" srcId="{F723F9CD-ADC6-E448-90A4-F3FC070D93E8}" destId="{3BB05A26-2A60-E243-90BB-08686FA9B8BD}" srcOrd="4" destOrd="0" presId="urn:microsoft.com/office/officeart/2008/layout/LinedList"/>
    <dgm:cxn modelId="{82733B65-55FE-EE48-BBBD-26E8C459F4E8}" type="presParOf" srcId="{F723F9CD-ADC6-E448-90A4-F3FC070D93E8}" destId="{C893AB1C-A454-EB4E-AB77-9BC17E7BEBC2}" srcOrd="5" destOrd="0" presId="urn:microsoft.com/office/officeart/2008/layout/LinedList"/>
    <dgm:cxn modelId="{5AA7BCEE-61FC-DD44-B760-B22433D164F9}" type="presParOf" srcId="{C893AB1C-A454-EB4E-AB77-9BC17E7BEBC2}" destId="{D7F2BAA0-FD61-8B4E-812E-6BAE36B6B0D5}" srcOrd="0" destOrd="0" presId="urn:microsoft.com/office/officeart/2008/layout/LinedList"/>
    <dgm:cxn modelId="{74200C05-DE4C-7F45-8E6C-A103E2C9959B}" type="presParOf" srcId="{C893AB1C-A454-EB4E-AB77-9BC17E7BEBC2}" destId="{6AC6F8F4-8B31-5545-8EAE-FACFCEA76F79}" srcOrd="1" destOrd="0" presId="urn:microsoft.com/office/officeart/2008/layout/LinedList"/>
    <dgm:cxn modelId="{48033177-2C51-9548-AB31-D1DC2EE90652}" type="presParOf" srcId="{F723F9CD-ADC6-E448-90A4-F3FC070D93E8}" destId="{AB9643C9-B63A-064B-BF05-9CF2037C1F5B}" srcOrd="6" destOrd="0" presId="urn:microsoft.com/office/officeart/2008/layout/LinedList"/>
    <dgm:cxn modelId="{535528EC-C121-394B-B8BE-BB344BD517CD}" type="presParOf" srcId="{F723F9CD-ADC6-E448-90A4-F3FC070D93E8}" destId="{357BDA5F-AF41-D549-BFED-06D9EDC4C6AE}" srcOrd="7" destOrd="0" presId="urn:microsoft.com/office/officeart/2008/layout/LinedList"/>
    <dgm:cxn modelId="{9C8EEB52-44E2-C14B-A92D-5202B444AC8D}" type="presParOf" srcId="{357BDA5F-AF41-D549-BFED-06D9EDC4C6AE}" destId="{0AB61CDA-F89E-1144-9852-5318FE900862}" srcOrd="0" destOrd="0" presId="urn:microsoft.com/office/officeart/2008/layout/LinedList"/>
    <dgm:cxn modelId="{5034B5A5-111E-8E46-9E6B-DCAC79F24003}" type="presParOf" srcId="{357BDA5F-AF41-D549-BFED-06D9EDC4C6AE}" destId="{2D78AFCC-A8B4-6740-85F3-4FB2E8F75E12}" srcOrd="1" destOrd="0" presId="urn:microsoft.com/office/officeart/2008/layout/LinedList"/>
    <dgm:cxn modelId="{BC54A18C-4939-A84D-9FCB-63BD0811120E}" type="presParOf" srcId="{F723F9CD-ADC6-E448-90A4-F3FC070D93E8}" destId="{0E0C66E3-5311-674B-A019-E4C291BB708D}" srcOrd="8" destOrd="0" presId="urn:microsoft.com/office/officeart/2008/layout/LinedList"/>
    <dgm:cxn modelId="{31BFD8D9-6B67-F149-BBC1-ACB09FCC8DFD}" type="presParOf" srcId="{F723F9CD-ADC6-E448-90A4-F3FC070D93E8}" destId="{CDAA6A0C-C0B9-6B4E-B396-6BB3E642E34E}" srcOrd="9" destOrd="0" presId="urn:microsoft.com/office/officeart/2008/layout/LinedList"/>
    <dgm:cxn modelId="{96962459-06BA-FB46-9022-F6BCF9B46F68}" type="presParOf" srcId="{CDAA6A0C-C0B9-6B4E-B396-6BB3E642E34E}" destId="{CC62A916-8790-3945-9583-C7D1627B4334}" srcOrd="0" destOrd="0" presId="urn:microsoft.com/office/officeart/2008/layout/LinedList"/>
    <dgm:cxn modelId="{5422010B-46B4-D349-B2F2-03D2468E21D7}" type="presParOf" srcId="{CDAA6A0C-C0B9-6B4E-B396-6BB3E642E34E}" destId="{B2D8D1C3-1DB2-F542-92F0-A3D7135E8DA5}" srcOrd="1" destOrd="0" presId="urn:microsoft.com/office/officeart/2008/layout/LinedList"/>
    <dgm:cxn modelId="{583169D0-8604-6341-90AA-5979E6FF6C44}" type="presParOf" srcId="{F723F9CD-ADC6-E448-90A4-F3FC070D93E8}" destId="{6C90E183-75D3-A94B-BD4B-541F40029594}" srcOrd="10" destOrd="0" presId="urn:microsoft.com/office/officeart/2008/layout/LinedList"/>
    <dgm:cxn modelId="{A357A8B0-1319-D449-8237-AE8592F8831F}" type="presParOf" srcId="{F723F9CD-ADC6-E448-90A4-F3FC070D93E8}" destId="{18DE0A98-8AB5-9748-A1CF-198A7E6693C2}" srcOrd="11" destOrd="0" presId="urn:microsoft.com/office/officeart/2008/layout/LinedList"/>
    <dgm:cxn modelId="{E87A2D0D-7739-0348-B95F-4BE5A2BA115E}" type="presParOf" srcId="{18DE0A98-8AB5-9748-A1CF-198A7E6693C2}" destId="{C2B70E54-33C2-FE4B-A4A9-26F57B2E33D5}" srcOrd="0" destOrd="0" presId="urn:microsoft.com/office/officeart/2008/layout/LinedList"/>
    <dgm:cxn modelId="{0E8D335B-1020-884C-BBE9-6BAFEEC6F584}" type="presParOf" srcId="{18DE0A98-8AB5-9748-A1CF-198A7E6693C2}" destId="{96036B0E-3F81-894D-8D2E-A2A2B6CA2754}" srcOrd="1" destOrd="0" presId="urn:microsoft.com/office/officeart/2008/layout/LinedList"/>
    <dgm:cxn modelId="{98D7CB4A-8F8C-A141-B1A9-250EF6E3DC8A}" type="presParOf" srcId="{F723F9CD-ADC6-E448-90A4-F3FC070D93E8}" destId="{43CA1F7E-138F-0542-B869-8C4431C958F4}" srcOrd="12" destOrd="0" presId="urn:microsoft.com/office/officeart/2008/layout/LinedList"/>
    <dgm:cxn modelId="{5E1DA487-70BE-8143-9B0E-B6DFF16392E4}" type="presParOf" srcId="{F723F9CD-ADC6-E448-90A4-F3FC070D93E8}" destId="{D9E4A841-1107-2F41-88DE-09EA063F2B24}" srcOrd="13" destOrd="0" presId="urn:microsoft.com/office/officeart/2008/layout/LinedList"/>
    <dgm:cxn modelId="{E0B9BC4D-4ED2-4F45-9E44-79FEE7E984D9}" type="presParOf" srcId="{D9E4A841-1107-2F41-88DE-09EA063F2B24}" destId="{D20DD663-3EA2-B045-B518-F4DACAFC691F}" srcOrd="0" destOrd="0" presId="urn:microsoft.com/office/officeart/2008/layout/LinedList"/>
    <dgm:cxn modelId="{2FA43D9B-6F13-8A42-B4AD-76577B5E53A6}" type="presParOf" srcId="{D9E4A841-1107-2F41-88DE-09EA063F2B24}" destId="{8DF47D5D-5971-864F-AFE6-02B2DC81B898}" srcOrd="1"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C68630-F513-4285-8C19-1F1DE8B64A8C}">
      <dsp:nvSpPr>
        <dsp:cNvPr id="0" name=""/>
        <dsp:cNvSpPr/>
      </dsp:nvSpPr>
      <dsp:spPr>
        <a:xfrm>
          <a:off x="718664" y="453902"/>
          <a:ext cx="1955812" cy="1955812"/>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DB79AFE-4280-4A74-9156-954C3DD8F583}">
      <dsp:nvSpPr>
        <dsp:cNvPr id="0" name=""/>
        <dsp:cNvSpPr/>
      </dsp:nvSpPr>
      <dsp:spPr>
        <a:xfrm>
          <a:off x="1135476" y="870715"/>
          <a:ext cx="1122187" cy="112218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45073FC-35FF-4D2F-963F-AA2C53349A8A}">
      <dsp:nvSpPr>
        <dsp:cNvPr id="0" name=""/>
        <dsp:cNvSpPr/>
      </dsp:nvSpPr>
      <dsp:spPr>
        <a:xfrm>
          <a:off x="93445" y="3018902"/>
          <a:ext cx="32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defRPr cap="all"/>
          </a:pPr>
          <a:r>
            <a:rPr lang="en-US" sz="2300" kern="1200"/>
            <a:t>Lesson 01: Azure Active Directory</a:t>
          </a:r>
        </a:p>
      </dsp:txBody>
      <dsp:txXfrm>
        <a:off x="93445" y="3018902"/>
        <a:ext cx="3206250" cy="720000"/>
      </dsp:txXfrm>
    </dsp:sp>
    <dsp:sp modelId="{E73BD46D-EBC3-4304-9AAF-1DF134AAAE9E}">
      <dsp:nvSpPr>
        <dsp:cNvPr id="0" name=""/>
        <dsp:cNvSpPr/>
      </dsp:nvSpPr>
      <dsp:spPr>
        <a:xfrm>
          <a:off x="4486008" y="453902"/>
          <a:ext cx="1955812" cy="1955812"/>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65242A9-6899-4012-A857-BF3F3EAD8162}">
      <dsp:nvSpPr>
        <dsp:cNvPr id="0" name=""/>
        <dsp:cNvSpPr/>
      </dsp:nvSpPr>
      <dsp:spPr>
        <a:xfrm>
          <a:off x="4902820" y="870715"/>
          <a:ext cx="1122187" cy="112218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9F1D08B-1387-4CAD-B5C2-B2C9822641F7}">
      <dsp:nvSpPr>
        <dsp:cNvPr id="0" name=""/>
        <dsp:cNvSpPr/>
      </dsp:nvSpPr>
      <dsp:spPr>
        <a:xfrm>
          <a:off x="3860789" y="3018902"/>
          <a:ext cx="32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defRPr cap="all"/>
          </a:pPr>
          <a:r>
            <a:rPr lang="en-US" sz="2300" kern="1200"/>
            <a:t>Lesson 02: Users and Groups</a:t>
          </a:r>
        </a:p>
      </dsp:txBody>
      <dsp:txXfrm>
        <a:off x="3860789" y="3018902"/>
        <a:ext cx="3206250" cy="720000"/>
      </dsp:txXfrm>
    </dsp:sp>
    <dsp:sp modelId="{6D254B66-E24F-40E3-A381-4B51AA9C137D}">
      <dsp:nvSpPr>
        <dsp:cNvPr id="0" name=""/>
        <dsp:cNvSpPr/>
      </dsp:nvSpPr>
      <dsp:spPr>
        <a:xfrm>
          <a:off x="8253352" y="453902"/>
          <a:ext cx="1955812" cy="1955812"/>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5F71C5E-86E7-4D68-9425-8A31820CA74F}">
      <dsp:nvSpPr>
        <dsp:cNvPr id="0" name=""/>
        <dsp:cNvSpPr/>
      </dsp:nvSpPr>
      <dsp:spPr>
        <a:xfrm>
          <a:off x="8670164" y="870715"/>
          <a:ext cx="1122187" cy="112218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E5BF2D6-3B05-44C2-A9B7-6E0153C767BA}">
      <dsp:nvSpPr>
        <dsp:cNvPr id="0" name=""/>
        <dsp:cNvSpPr/>
      </dsp:nvSpPr>
      <dsp:spPr>
        <a:xfrm>
          <a:off x="7628133" y="3018902"/>
          <a:ext cx="32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defRPr cap="all"/>
          </a:pPr>
          <a:r>
            <a:rPr lang="en-US" sz="2300" kern="1200"/>
            <a:t>Lesson 03: Module 01 Lab</a:t>
          </a:r>
        </a:p>
      </dsp:txBody>
      <dsp:txXfrm>
        <a:off x="7628133" y="3018902"/>
        <a:ext cx="320625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410F73-D1E9-804C-A3DE-EA007B1D3C21}">
      <dsp:nvSpPr>
        <dsp:cNvPr id="0" name=""/>
        <dsp:cNvSpPr/>
      </dsp:nvSpPr>
      <dsp:spPr>
        <a:xfrm>
          <a:off x="0" y="558"/>
          <a:ext cx="5647264"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13C99FB-1543-B346-9E76-4A33C38D93F1}">
      <dsp:nvSpPr>
        <dsp:cNvPr id="0" name=""/>
        <dsp:cNvSpPr/>
      </dsp:nvSpPr>
      <dsp:spPr>
        <a:xfrm>
          <a:off x="0" y="558"/>
          <a:ext cx="5647264" cy="6533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US" sz="3000" kern="1200"/>
            <a:t>Azure Active Directory</a:t>
          </a:r>
        </a:p>
      </dsp:txBody>
      <dsp:txXfrm>
        <a:off x="0" y="558"/>
        <a:ext cx="5647264" cy="653378"/>
      </dsp:txXfrm>
    </dsp:sp>
    <dsp:sp modelId="{050BC32B-D724-DD42-9787-0E397240A6C4}">
      <dsp:nvSpPr>
        <dsp:cNvPr id="0" name=""/>
        <dsp:cNvSpPr/>
      </dsp:nvSpPr>
      <dsp:spPr>
        <a:xfrm>
          <a:off x="0" y="653937"/>
          <a:ext cx="5647264"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F649DBA-A807-8341-B3D3-0CC000AC8563}">
      <dsp:nvSpPr>
        <dsp:cNvPr id="0" name=""/>
        <dsp:cNvSpPr/>
      </dsp:nvSpPr>
      <dsp:spPr>
        <a:xfrm>
          <a:off x="0" y="653937"/>
          <a:ext cx="5647264" cy="6533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US" sz="3000" kern="1200"/>
            <a:t>Azure AD Concepts</a:t>
          </a:r>
        </a:p>
      </dsp:txBody>
      <dsp:txXfrm>
        <a:off x="0" y="653937"/>
        <a:ext cx="5647264" cy="653378"/>
      </dsp:txXfrm>
    </dsp:sp>
    <dsp:sp modelId="{3BB05A26-2A60-E243-90BB-08686FA9B8BD}">
      <dsp:nvSpPr>
        <dsp:cNvPr id="0" name=""/>
        <dsp:cNvSpPr/>
      </dsp:nvSpPr>
      <dsp:spPr>
        <a:xfrm>
          <a:off x="0" y="1307315"/>
          <a:ext cx="5647264"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7F2BAA0-FD61-8B4E-812E-6BAE36B6B0D5}">
      <dsp:nvSpPr>
        <dsp:cNvPr id="0" name=""/>
        <dsp:cNvSpPr/>
      </dsp:nvSpPr>
      <dsp:spPr>
        <a:xfrm>
          <a:off x="0" y="1307315"/>
          <a:ext cx="5647264" cy="6533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US" sz="3000" kern="1200"/>
            <a:t>AD DS vs. Azure Active Directory</a:t>
          </a:r>
        </a:p>
      </dsp:txBody>
      <dsp:txXfrm>
        <a:off x="0" y="1307315"/>
        <a:ext cx="5647264" cy="653378"/>
      </dsp:txXfrm>
    </dsp:sp>
    <dsp:sp modelId="{AB9643C9-B63A-064B-BF05-9CF2037C1F5B}">
      <dsp:nvSpPr>
        <dsp:cNvPr id="0" name=""/>
        <dsp:cNvSpPr/>
      </dsp:nvSpPr>
      <dsp:spPr>
        <a:xfrm>
          <a:off x="0" y="1960694"/>
          <a:ext cx="5647264"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AB61CDA-F89E-1144-9852-5318FE900862}">
      <dsp:nvSpPr>
        <dsp:cNvPr id="0" name=""/>
        <dsp:cNvSpPr/>
      </dsp:nvSpPr>
      <dsp:spPr>
        <a:xfrm>
          <a:off x="0" y="1960694"/>
          <a:ext cx="5647264" cy="6533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US" sz="3000" kern="1200"/>
            <a:t>Azure Active Directory Editions</a:t>
          </a:r>
        </a:p>
      </dsp:txBody>
      <dsp:txXfrm>
        <a:off x="0" y="1960694"/>
        <a:ext cx="5647264" cy="653378"/>
      </dsp:txXfrm>
    </dsp:sp>
    <dsp:sp modelId="{0E0C66E3-5311-674B-A019-E4C291BB708D}">
      <dsp:nvSpPr>
        <dsp:cNvPr id="0" name=""/>
        <dsp:cNvSpPr/>
      </dsp:nvSpPr>
      <dsp:spPr>
        <a:xfrm>
          <a:off x="0" y="2614073"/>
          <a:ext cx="5647264"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C62A916-8790-3945-9583-C7D1627B4334}">
      <dsp:nvSpPr>
        <dsp:cNvPr id="0" name=""/>
        <dsp:cNvSpPr/>
      </dsp:nvSpPr>
      <dsp:spPr>
        <a:xfrm>
          <a:off x="0" y="2614073"/>
          <a:ext cx="5647264" cy="6533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US" sz="3000" kern="1200"/>
            <a:t>Azure AD Join</a:t>
          </a:r>
        </a:p>
      </dsp:txBody>
      <dsp:txXfrm>
        <a:off x="0" y="2614073"/>
        <a:ext cx="5647264" cy="653378"/>
      </dsp:txXfrm>
    </dsp:sp>
    <dsp:sp modelId="{6C90E183-75D3-A94B-BD4B-541F40029594}">
      <dsp:nvSpPr>
        <dsp:cNvPr id="0" name=""/>
        <dsp:cNvSpPr/>
      </dsp:nvSpPr>
      <dsp:spPr>
        <a:xfrm>
          <a:off x="0" y="3267452"/>
          <a:ext cx="5647264"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2B70E54-33C2-FE4B-A4A9-26F57B2E33D5}">
      <dsp:nvSpPr>
        <dsp:cNvPr id="0" name=""/>
        <dsp:cNvSpPr/>
      </dsp:nvSpPr>
      <dsp:spPr>
        <a:xfrm>
          <a:off x="0" y="3267452"/>
          <a:ext cx="5647264" cy="6533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US" sz="3000" kern="1200"/>
            <a:t>Self-Service Password Reset</a:t>
          </a:r>
        </a:p>
      </dsp:txBody>
      <dsp:txXfrm>
        <a:off x="0" y="3267452"/>
        <a:ext cx="5647264" cy="653378"/>
      </dsp:txXfrm>
    </dsp:sp>
    <dsp:sp modelId="{43CA1F7E-138F-0542-B869-8C4431C958F4}">
      <dsp:nvSpPr>
        <dsp:cNvPr id="0" name=""/>
        <dsp:cNvSpPr/>
      </dsp:nvSpPr>
      <dsp:spPr>
        <a:xfrm>
          <a:off x="0" y="3920830"/>
          <a:ext cx="5647264"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20DD663-3EA2-B045-B518-F4DACAFC691F}">
      <dsp:nvSpPr>
        <dsp:cNvPr id="0" name=""/>
        <dsp:cNvSpPr/>
      </dsp:nvSpPr>
      <dsp:spPr>
        <a:xfrm>
          <a:off x="0" y="3920830"/>
          <a:ext cx="5647264" cy="6533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US" sz="3000" kern="1200"/>
            <a:t>Review</a:t>
          </a:r>
        </a:p>
      </dsp:txBody>
      <dsp:txXfrm>
        <a:off x="0" y="3920830"/>
        <a:ext cx="5647264" cy="653378"/>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393C53-BC85-3F4D-A1E1-3E59E687F742}" type="datetimeFigureOut">
              <a:rPr lang="en-US" smtClean="0"/>
              <a:t>12/31/23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40DC43-FF53-9345-BB3C-D2C2BE9339BD}" type="slidenum">
              <a:rPr lang="en-US" smtClean="0"/>
              <a:t>‹#›</a:t>
            </a:fld>
            <a:endParaRPr lang="en-US"/>
          </a:p>
        </p:txBody>
      </p:sp>
    </p:spTree>
    <p:extLst>
      <p:ext uri="{BB962C8B-B14F-4D97-AF65-F5344CB8AC3E}">
        <p14:creationId xmlns:p14="http://schemas.microsoft.com/office/powerpoint/2010/main" val="29049075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Manage Azure identities and governance (15-20%)</a:t>
            </a:r>
          </a:p>
          <a:p>
            <a:r>
              <a:rPr lang="en-US" dirty="0"/>
              <a:t>Manage Azure AD objects </a:t>
            </a:r>
          </a:p>
          <a:p>
            <a:pPr marL="171450" indent="-171450">
              <a:buFont typeface="Arial" panose="020B0604020202020204" pitchFamily="34" charset="0"/>
              <a:buChar char="•"/>
            </a:pPr>
            <a:r>
              <a:rPr lang="en-US" dirty="0"/>
              <a:t>Configure Azure AD join</a:t>
            </a:r>
          </a:p>
          <a:p>
            <a:pPr marL="171450" indent="-171450">
              <a:buFont typeface="Arial" panose="020B0604020202020204" pitchFamily="34" charset="0"/>
              <a:buChar char="•"/>
            </a:pPr>
            <a:r>
              <a:rPr lang="en-US" sz="1200" kern="1200" dirty="0">
                <a:solidFill>
                  <a:schemeClr val="tx1"/>
                </a:solidFill>
                <a:latin typeface="Segoe UI" panose="020B0502040204020203" pitchFamily="34" charset="0"/>
                <a:ea typeface="+mn-ea"/>
                <a:cs typeface="+mn-cs"/>
              </a:rPr>
              <a:t>Configure self-service password reset</a:t>
            </a:r>
          </a:p>
          <a:p>
            <a:endParaRPr lang="en-US" dirty="0"/>
          </a:p>
        </p:txBody>
      </p:sp>
      <p:sp>
        <p:nvSpPr>
          <p:cNvPr id="4" name="Slide Number Placeholder 3"/>
          <p:cNvSpPr>
            <a:spLocks noGrp="1"/>
          </p:cNvSpPr>
          <p:nvPr>
            <p:ph type="sldNum" sz="quarter" idx="5"/>
          </p:nvPr>
        </p:nvSpPr>
        <p:spPr/>
        <p:txBody>
          <a:bodyPr/>
          <a:lstStyle/>
          <a:p>
            <a:fld id="{F940DC43-FF53-9345-BB3C-D2C2BE9339BD}" type="slidenum">
              <a:rPr lang="en-US" smtClean="0"/>
              <a:t>5</a:t>
            </a:fld>
            <a:endParaRPr lang="en-US"/>
          </a:p>
        </p:txBody>
      </p:sp>
    </p:spTree>
    <p:extLst>
      <p:ext uri="{BB962C8B-B14F-4D97-AF65-F5344CB8AC3E}">
        <p14:creationId xmlns:p14="http://schemas.microsoft.com/office/powerpoint/2010/main" val="7551498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Azure AD Terminology - https://</a:t>
            </a:r>
            <a:r>
              <a:rPr lang="en-US" dirty="0" err="1"/>
              <a:t>docs.microsoft.com</a:t>
            </a:r>
            <a:r>
              <a:rPr lang="en-US" dirty="0"/>
              <a:t>/</a:t>
            </a:r>
            <a:r>
              <a:rPr lang="en-US" dirty="0" err="1"/>
              <a:t>en</a:t>
            </a:r>
            <a:r>
              <a:rPr lang="en-US" dirty="0"/>
              <a:t>-us/azure/active-directory/fundamentals/</a:t>
            </a:r>
            <a:r>
              <a:rPr lang="en-US" dirty="0" err="1"/>
              <a:t>active-directory-whatis#terminology</a:t>
            </a:r>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F940DC43-FF53-9345-BB3C-D2C2BE9339BD}" type="slidenum">
              <a:rPr lang="en-US" smtClean="0"/>
              <a:t>6</a:t>
            </a:fld>
            <a:endParaRPr lang="en-US"/>
          </a:p>
        </p:txBody>
      </p:sp>
    </p:spTree>
    <p:extLst>
      <p:ext uri="{BB962C8B-B14F-4D97-AF65-F5344CB8AC3E}">
        <p14:creationId xmlns:p14="http://schemas.microsoft.com/office/powerpoint/2010/main" val="38076844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Active Directory to Azure Active Directory - https://</a:t>
            </a:r>
            <a:r>
              <a:rPr lang="en-US" dirty="0" err="1"/>
              <a:t>docs.microsoft.com</a:t>
            </a:r>
            <a:r>
              <a:rPr lang="en-US" dirty="0"/>
              <a:t>/</a:t>
            </a:r>
            <a:r>
              <a:rPr lang="en-US" dirty="0" err="1"/>
              <a:t>en</a:t>
            </a:r>
            <a:r>
              <a:rPr lang="en-US" dirty="0"/>
              <a:t>-us/azure/active-directory/fundamentals/active-directory-compare-azure-ad-to-ad</a:t>
            </a:r>
          </a:p>
          <a:p>
            <a:endParaRPr lang="en-US" dirty="0"/>
          </a:p>
          <a:p>
            <a:r>
              <a:rPr lang="en-US" dirty="0"/>
              <a:t>✔️ Azure AD is a managed service. You only manage the users, groups, and policies. Deploying AD DS with virtual machines using Azure means that you manage the deployment, configuration, virtual machines, patching, and other backend tasks. Do you see the difference? How are they similar?</a:t>
            </a:r>
          </a:p>
          <a:p>
            <a:endParaRPr lang="en-US" dirty="0"/>
          </a:p>
        </p:txBody>
      </p:sp>
      <p:sp>
        <p:nvSpPr>
          <p:cNvPr id="4" name="Slide Number Placeholder 3"/>
          <p:cNvSpPr>
            <a:spLocks noGrp="1"/>
          </p:cNvSpPr>
          <p:nvPr>
            <p:ph type="sldNum" sz="quarter" idx="5"/>
          </p:nvPr>
        </p:nvSpPr>
        <p:spPr/>
        <p:txBody>
          <a:bodyPr/>
          <a:lstStyle/>
          <a:p>
            <a:fld id="{F940DC43-FF53-9345-BB3C-D2C2BE9339BD}" type="slidenum">
              <a:rPr lang="en-US" smtClean="0"/>
              <a:t>7</a:t>
            </a:fld>
            <a:endParaRPr lang="en-US"/>
          </a:p>
        </p:txBody>
      </p:sp>
    </p:spTree>
    <p:extLst>
      <p:ext uri="{BB962C8B-B14F-4D97-AF65-F5344CB8AC3E}">
        <p14:creationId xmlns:p14="http://schemas.microsoft.com/office/powerpoint/2010/main" val="8471494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1200" kern="1200" dirty="0">
                <a:solidFill>
                  <a:schemeClr val="tx1"/>
                </a:solidFill>
                <a:effectLst/>
                <a:ea typeface="+mn-ea"/>
                <a:cs typeface="+mn-cs"/>
              </a:rPr>
              <a:t>Azure AD Pricing Editions - https://</a:t>
            </a:r>
            <a:r>
              <a:rPr lang="en-US" sz="1200" kern="1200" dirty="0" err="1">
                <a:solidFill>
                  <a:schemeClr val="tx1"/>
                </a:solidFill>
                <a:effectLst/>
                <a:ea typeface="+mn-ea"/>
                <a:cs typeface="+mn-cs"/>
              </a:rPr>
              <a:t>azure.microsoft.com</a:t>
            </a:r>
            <a:r>
              <a:rPr lang="en-US" sz="1200" kern="1200" dirty="0">
                <a:solidFill>
                  <a:schemeClr val="tx1"/>
                </a:solidFill>
                <a:effectLst/>
                <a:ea typeface="+mn-ea"/>
                <a:cs typeface="+mn-cs"/>
              </a:rPr>
              <a:t>/</a:t>
            </a:r>
            <a:r>
              <a:rPr lang="en-US" sz="1200" kern="1200" dirty="0" err="1">
                <a:solidFill>
                  <a:schemeClr val="tx1"/>
                </a:solidFill>
                <a:effectLst/>
                <a:ea typeface="+mn-ea"/>
                <a:cs typeface="+mn-cs"/>
              </a:rPr>
              <a:t>en</a:t>
            </a:r>
            <a:r>
              <a:rPr lang="en-US" sz="1200" kern="1200" dirty="0">
                <a:solidFill>
                  <a:schemeClr val="tx1"/>
                </a:solidFill>
                <a:effectLst/>
                <a:ea typeface="+mn-ea"/>
                <a:cs typeface="+mn-cs"/>
              </a:rPr>
              <a:t>-us/pricing/details/active-directory/</a:t>
            </a:r>
            <a:endParaRPr lang="en-US" sz="1100" dirty="0"/>
          </a:p>
          <a:p>
            <a:pPr marL="0" marR="0" lvl="0" indent="0" algn="l" defTabSz="914367" rtl="0" eaLnBrk="1" fontAlgn="auto" latinLnBrk="0" hangingPunct="1">
              <a:lnSpc>
                <a:spcPct val="90000"/>
              </a:lnSpc>
              <a:spcBef>
                <a:spcPts val="0"/>
              </a:spcBef>
              <a:spcAft>
                <a:spcPts val="333"/>
              </a:spcAft>
              <a:buClrTx/>
              <a:buSzTx/>
              <a:buFontTx/>
              <a:buNone/>
              <a:tabLst/>
              <a:defRPr/>
            </a:pPr>
            <a:endParaRPr lang="en-US" sz="1200" kern="1200" dirty="0">
              <a:solidFill>
                <a:schemeClr val="tx1"/>
              </a:solidFill>
              <a:effectLst/>
              <a:ea typeface="+mn-ea"/>
              <a:cs typeface="+mn-cs"/>
            </a:endParaRPr>
          </a:p>
          <a:p>
            <a:pPr marL="0" marR="0" lvl="0" indent="0" algn="l" defTabSz="914367" rtl="0" eaLnBrk="1" fontAlgn="auto" latinLnBrk="0" hangingPunct="1">
              <a:lnSpc>
                <a:spcPct val="90000"/>
              </a:lnSpc>
              <a:spcBef>
                <a:spcPts val="0"/>
              </a:spcBef>
              <a:spcAft>
                <a:spcPts val="333"/>
              </a:spcAft>
              <a:buClrTx/>
              <a:buSzTx/>
              <a:buFontTx/>
              <a:buNone/>
              <a:tabLst/>
              <a:defRPr/>
            </a:pPr>
            <a:r>
              <a:rPr lang="en-US" sz="1200" kern="1200" dirty="0">
                <a:solidFill>
                  <a:schemeClr val="tx1"/>
                </a:solidFill>
                <a:effectLst/>
                <a:ea typeface="+mn-ea"/>
                <a:cs typeface="+mn-cs"/>
              </a:rPr>
              <a:t>✔️ Did you look through the pricing list to determine which features your organization needs and to compare edition capabilities?</a:t>
            </a:r>
          </a:p>
          <a:p>
            <a:endParaRPr lang="en-US" dirty="0"/>
          </a:p>
        </p:txBody>
      </p:sp>
      <p:sp>
        <p:nvSpPr>
          <p:cNvPr id="4" name="Slide Number Placeholder 3"/>
          <p:cNvSpPr>
            <a:spLocks noGrp="1"/>
          </p:cNvSpPr>
          <p:nvPr>
            <p:ph type="sldNum" sz="quarter" idx="5"/>
          </p:nvPr>
        </p:nvSpPr>
        <p:spPr/>
        <p:txBody>
          <a:bodyPr/>
          <a:lstStyle/>
          <a:p>
            <a:fld id="{F940DC43-FF53-9345-BB3C-D2C2BE9339BD}" type="slidenum">
              <a:rPr lang="en-US" smtClean="0"/>
              <a:t>8</a:t>
            </a:fld>
            <a:endParaRPr lang="en-US"/>
          </a:p>
        </p:txBody>
      </p:sp>
    </p:spTree>
    <p:extLst>
      <p:ext uri="{BB962C8B-B14F-4D97-AF65-F5344CB8AC3E}">
        <p14:creationId xmlns:p14="http://schemas.microsoft.com/office/powerpoint/2010/main" val="26227225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ea typeface="+mn-ea"/>
                <a:cs typeface="+mn-cs"/>
              </a:rPr>
              <a:t>Azure AD joined devices - https://</a:t>
            </a:r>
            <a:r>
              <a:rPr lang="en-US" sz="1200" kern="1200" dirty="0" err="1">
                <a:solidFill>
                  <a:schemeClr val="tx1"/>
                </a:solidFill>
                <a:effectLst/>
                <a:ea typeface="+mn-ea"/>
                <a:cs typeface="+mn-cs"/>
              </a:rPr>
              <a:t>docs.microsoft.com</a:t>
            </a:r>
            <a:r>
              <a:rPr lang="en-US" sz="1200" kern="1200" dirty="0">
                <a:solidFill>
                  <a:schemeClr val="tx1"/>
                </a:solidFill>
                <a:effectLst/>
                <a:ea typeface="+mn-ea"/>
                <a:cs typeface="+mn-cs"/>
              </a:rPr>
              <a:t>/</a:t>
            </a:r>
            <a:r>
              <a:rPr lang="en-US" sz="1200" kern="1200" dirty="0" err="1">
                <a:solidFill>
                  <a:schemeClr val="tx1"/>
                </a:solidFill>
                <a:effectLst/>
                <a:ea typeface="+mn-ea"/>
                <a:cs typeface="+mn-cs"/>
              </a:rPr>
              <a:t>en</a:t>
            </a:r>
            <a:r>
              <a:rPr lang="en-US" sz="1200" kern="1200" dirty="0">
                <a:solidFill>
                  <a:schemeClr val="tx1"/>
                </a:solidFill>
                <a:effectLst/>
                <a:ea typeface="+mn-ea"/>
                <a:cs typeface="+mn-cs"/>
              </a:rPr>
              <a:t>-us/azure/active-directory/devices/concept-azure-ad-join</a:t>
            </a:r>
          </a:p>
          <a:p>
            <a:endParaRPr lang="en-US" sz="1200" kern="1200" dirty="0">
              <a:solidFill>
                <a:schemeClr val="tx1"/>
              </a:solidFill>
              <a:effectLst/>
              <a:ea typeface="+mn-ea"/>
              <a:cs typeface="+mn-cs"/>
            </a:endParaRPr>
          </a:p>
          <a:p>
            <a:r>
              <a:rPr lang="en-US" sz="1200" kern="1200" dirty="0">
                <a:solidFill>
                  <a:schemeClr val="tx1"/>
                </a:solidFill>
                <a:effectLst/>
                <a:ea typeface="+mn-ea"/>
                <a:cs typeface="+mn-cs"/>
              </a:rPr>
              <a:t>✔️ Although AD Join is intended for organizations that do not have on-premises Windows Server Active Directory infrastructure it can be used for other scenarios like branch offices. </a:t>
            </a:r>
          </a:p>
          <a:p>
            <a:endParaRPr lang="en-US" dirty="0"/>
          </a:p>
          <a:p>
            <a:endParaRPr lang="en-US" dirty="0"/>
          </a:p>
        </p:txBody>
      </p:sp>
      <p:sp>
        <p:nvSpPr>
          <p:cNvPr id="4" name="Slide Number Placeholder 3"/>
          <p:cNvSpPr>
            <a:spLocks noGrp="1"/>
          </p:cNvSpPr>
          <p:nvPr>
            <p:ph type="sldNum" sz="quarter" idx="5"/>
          </p:nvPr>
        </p:nvSpPr>
        <p:spPr/>
        <p:txBody>
          <a:bodyPr/>
          <a:lstStyle/>
          <a:p>
            <a:fld id="{F940DC43-FF53-9345-BB3C-D2C2BE9339BD}" type="slidenum">
              <a:rPr lang="en-US" smtClean="0"/>
              <a:t>9</a:t>
            </a:fld>
            <a:endParaRPr lang="en-US"/>
          </a:p>
        </p:txBody>
      </p:sp>
    </p:spTree>
    <p:extLst>
      <p:ext uri="{BB962C8B-B14F-4D97-AF65-F5344CB8AC3E}">
        <p14:creationId xmlns:p14="http://schemas.microsoft.com/office/powerpoint/2010/main" val="30957140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876F83-501D-4ED1-BC02-5FF5B937D873}"/>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A30B736-2FB6-8067-93DC-3E42F0C8CF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C5F406EC-6464-C9B3-CCB5-E4DD67417A3F}"/>
              </a:ext>
            </a:extLst>
          </p:cNvPr>
          <p:cNvSpPr>
            <a:spLocks noGrp="1"/>
          </p:cNvSpPr>
          <p:nvPr>
            <p:ph type="dt" sz="half" idx="10"/>
          </p:nvPr>
        </p:nvSpPr>
        <p:spPr/>
        <p:txBody>
          <a:bodyPr/>
          <a:lstStyle/>
          <a:p>
            <a:fld id="{68BC04F7-0D92-8247-BE93-230ABD68CC43}" type="datetimeFigureOut">
              <a:rPr lang="en-US" smtClean="0"/>
              <a:t>12/31/23</a:t>
            </a:fld>
            <a:endParaRPr lang="en-US"/>
          </a:p>
        </p:txBody>
      </p:sp>
      <p:sp>
        <p:nvSpPr>
          <p:cNvPr id="5" name="Footer Placeholder 4">
            <a:extLst>
              <a:ext uri="{FF2B5EF4-FFF2-40B4-BE49-F238E27FC236}">
                <a16:creationId xmlns:a16="http://schemas.microsoft.com/office/drawing/2014/main" id="{13CE2C38-8C26-BD5C-E82B-378DAF34A4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3EF056-31D7-6968-9A78-26C61D1423B4}"/>
              </a:ext>
            </a:extLst>
          </p:cNvPr>
          <p:cNvSpPr>
            <a:spLocks noGrp="1"/>
          </p:cNvSpPr>
          <p:nvPr>
            <p:ph type="sldNum" sz="quarter" idx="12"/>
          </p:nvPr>
        </p:nvSpPr>
        <p:spPr/>
        <p:txBody>
          <a:bodyPr/>
          <a:lstStyle/>
          <a:p>
            <a:fld id="{9A899CE2-9C59-A646-BC43-9E9B09FFFC04}" type="slidenum">
              <a:rPr lang="en-US" smtClean="0"/>
              <a:t>‹#›</a:t>
            </a:fld>
            <a:endParaRPr lang="en-US"/>
          </a:p>
        </p:txBody>
      </p:sp>
    </p:spTree>
    <p:extLst>
      <p:ext uri="{BB962C8B-B14F-4D97-AF65-F5344CB8AC3E}">
        <p14:creationId xmlns:p14="http://schemas.microsoft.com/office/powerpoint/2010/main" val="19548976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1E85C-18BA-DCF9-5D72-95155B96ADAE}"/>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CEA76A91-5B28-113E-AA64-5AE82BEC3292}"/>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C5004D8-54E4-348F-EE26-3BC4F486CD14}"/>
              </a:ext>
            </a:extLst>
          </p:cNvPr>
          <p:cNvSpPr>
            <a:spLocks noGrp="1"/>
          </p:cNvSpPr>
          <p:nvPr>
            <p:ph type="dt" sz="half" idx="10"/>
          </p:nvPr>
        </p:nvSpPr>
        <p:spPr/>
        <p:txBody>
          <a:bodyPr/>
          <a:lstStyle/>
          <a:p>
            <a:fld id="{68BC04F7-0D92-8247-BE93-230ABD68CC43}" type="datetimeFigureOut">
              <a:rPr lang="en-US" smtClean="0"/>
              <a:t>12/31/23</a:t>
            </a:fld>
            <a:endParaRPr lang="en-US"/>
          </a:p>
        </p:txBody>
      </p:sp>
      <p:sp>
        <p:nvSpPr>
          <p:cNvPr id="5" name="Footer Placeholder 4">
            <a:extLst>
              <a:ext uri="{FF2B5EF4-FFF2-40B4-BE49-F238E27FC236}">
                <a16:creationId xmlns:a16="http://schemas.microsoft.com/office/drawing/2014/main" id="{89DEF084-1D05-45A0-B0C9-8D2B83E7DC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A8D37B-B964-6F98-C054-1F7BA5419927}"/>
              </a:ext>
            </a:extLst>
          </p:cNvPr>
          <p:cNvSpPr>
            <a:spLocks noGrp="1"/>
          </p:cNvSpPr>
          <p:nvPr>
            <p:ph type="sldNum" sz="quarter" idx="12"/>
          </p:nvPr>
        </p:nvSpPr>
        <p:spPr/>
        <p:txBody>
          <a:bodyPr/>
          <a:lstStyle/>
          <a:p>
            <a:fld id="{9A899CE2-9C59-A646-BC43-9E9B09FFFC04}" type="slidenum">
              <a:rPr lang="en-US" smtClean="0"/>
              <a:t>‹#›</a:t>
            </a:fld>
            <a:endParaRPr lang="en-US"/>
          </a:p>
        </p:txBody>
      </p:sp>
    </p:spTree>
    <p:extLst>
      <p:ext uri="{BB962C8B-B14F-4D97-AF65-F5344CB8AC3E}">
        <p14:creationId xmlns:p14="http://schemas.microsoft.com/office/powerpoint/2010/main" val="17606007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4DA53-93C0-FD0A-444D-FBC11AD6E52F}"/>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F94E590-0243-B369-F21C-C44BA4EC967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CD63F67-372A-9C13-535E-0EA48F6CF240}"/>
              </a:ext>
            </a:extLst>
          </p:cNvPr>
          <p:cNvSpPr>
            <a:spLocks noGrp="1"/>
          </p:cNvSpPr>
          <p:nvPr>
            <p:ph type="dt" sz="half" idx="10"/>
          </p:nvPr>
        </p:nvSpPr>
        <p:spPr/>
        <p:txBody>
          <a:bodyPr/>
          <a:lstStyle/>
          <a:p>
            <a:fld id="{68BC04F7-0D92-8247-BE93-230ABD68CC43}" type="datetimeFigureOut">
              <a:rPr lang="en-US" smtClean="0"/>
              <a:t>12/31/23</a:t>
            </a:fld>
            <a:endParaRPr lang="en-US"/>
          </a:p>
        </p:txBody>
      </p:sp>
      <p:sp>
        <p:nvSpPr>
          <p:cNvPr id="5" name="Footer Placeholder 4">
            <a:extLst>
              <a:ext uri="{FF2B5EF4-FFF2-40B4-BE49-F238E27FC236}">
                <a16:creationId xmlns:a16="http://schemas.microsoft.com/office/drawing/2014/main" id="{A72D0A78-C824-86F1-62AA-CD6297F5F5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579485-B031-DADA-24C7-0AF0F902C03D}"/>
              </a:ext>
            </a:extLst>
          </p:cNvPr>
          <p:cNvSpPr>
            <a:spLocks noGrp="1"/>
          </p:cNvSpPr>
          <p:nvPr>
            <p:ph type="sldNum" sz="quarter" idx="12"/>
          </p:nvPr>
        </p:nvSpPr>
        <p:spPr/>
        <p:txBody>
          <a:bodyPr/>
          <a:lstStyle/>
          <a:p>
            <a:fld id="{9A899CE2-9C59-A646-BC43-9E9B09FFFC04}" type="slidenum">
              <a:rPr lang="en-US" smtClean="0"/>
              <a:t>‹#›</a:t>
            </a:fld>
            <a:endParaRPr lang="en-US"/>
          </a:p>
        </p:txBody>
      </p:sp>
    </p:spTree>
    <p:extLst>
      <p:ext uri="{BB962C8B-B14F-4D97-AF65-F5344CB8AC3E}">
        <p14:creationId xmlns:p14="http://schemas.microsoft.com/office/powerpoint/2010/main" val="3392928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5D603B-2D95-A5D6-4B8F-69E64D1DF216}"/>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FE80B1CE-D0D9-1BD3-17E6-5C12DB49EEB1}"/>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91E97B67-8E95-C046-36EF-21A8A2E981C9}"/>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0373C1D4-4B69-7FB9-467D-7C63A5C0581E}"/>
              </a:ext>
            </a:extLst>
          </p:cNvPr>
          <p:cNvSpPr>
            <a:spLocks noGrp="1"/>
          </p:cNvSpPr>
          <p:nvPr>
            <p:ph type="dt" sz="half" idx="10"/>
          </p:nvPr>
        </p:nvSpPr>
        <p:spPr/>
        <p:txBody>
          <a:bodyPr/>
          <a:lstStyle/>
          <a:p>
            <a:fld id="{68BC04F7-0D92-8247-BE93-230ABD68CC43}" type="datetimeFigureOut">
              <a:rPr lang="en-US" smtClean="0"/>
              <a:t>12/31/23</a:t>
            </a:fld>
            <a:endParaRPr lang="en-US"/>
          </a:p>
        </p:txBody>
      </p:sp>
      <p:sp>
        <p:nvSpPr>
          <p:cNvPr id="6" name="Footer Placeholder 5">
            <a:extLst>
              <a:ext uri="{FF2B5EF4-FFF2-40B4-BE49-F238E27FC236}">
                <a16:creationId xmlns:a16="http://schemas.microsoft.com/office/drawing/2014/main" id="{E43F33DA-8A5D-030F-121E-7B36470A3F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2337EDA-F972-41DA-8521-D14DD7B7A436}"/>
              </a:ext>
            </a:extLst>
          </p:cNvPr>
          <p:cNvSpPr>
            <a:spLocks noGrp="1"/>
          </p:cNvSpPr>
          <p:nvPr>
            <p:ph type="sldNum" sz="quarter" idx="12"/>
          </p:nvPr>
        </p:nvSpPr>
        <p:spPr/>
        <p:txBody>
          <a:bodyPr/>
          <a:lstStyle/>
          <a:p>
            <a:fld id="{9A899CE2-9C59-A646-BC43-9E9B09FFFC04}" type="slidenum">
              <a:rPr lang="en-US" smtClean="0"/>
              <a:t>‹#›</a:t>
            </a:fld>
            <a:endParaRPr lang="en-US"/>
          </a:p>
        </p:txBody>
      </p:sp>
    </p:spTree>
    <p:extLst>
      <p:ext uri="{BB962C8B-B14F-4D97-AF65-F5344CB8AC3E}">
        <p14:creationId xmlns:p14="http://schemas.microsoft.com/office/powerpoint/2010/main" val="9459546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A7D05-4A2C-A92D-6E29-FDB14B6853A1}"/>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74B2DABA-608E-A0E1-47AF-6DE887D5845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381E6151-99D1-FECD-AD30-3B58EB18D547}"/>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4327BB99-8F64-7B3D-500A-188BDB59F82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55B25988-C27F-9FC7-0881-F95E1B5E62CE}"/>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DF658529-DC21-DDA8-B0C2-7D27015FB4FB}"/>
              </a:ext>
            </a:extLst>
          </p:cNvPr>
          <p:cNvSpPr>
            <a:spLocks noGrp="1"/>
          </p:cNvSpPr>
          <p:nvPr>
            <p:ph type="dt" sz="half" idx="10"/>
          </p:nvPr>
        </p:nvSpPr>
        <p:spPr/>
        <p:txBody>
          <a:bodyPr/>
          <a:lstStyle/>
          <a:p>
            <a:fld id="{68BC04F7-0D92-8247-BE93-230ABD68CC43}" type="datetimeFigureOut">
              <a:rPr lang="en-US" smtClean="0"/>
              <a:t>12/31/23</a:t>
            </a:fld>
            <a:endParaRPr lang="en-US"/>
          </a:p>
        </p:txBody>
      </p:sp>
      <p:sp>
        <p:nvSpPr>
          <p:cNvPr id="8" name="Footer Placeholder 7">
            <a:extLst>
              <a:ext uri="{FF2B5EF4-FFF2-40B4-BE49-F238E27FC236}">
                <a16:creationId xmlns:a16="http://schemas.microsoft.com/office/drawing/2014/main" id="{5A7F64D1-3548-B1BB-AFC9-87DF67FCB2D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0ADAE58-B31F-4EED-8DC4-D4A8DFEAC9A9}"/>
              </a:ext>
            </a:extLst>
          </p:cNvPr>
          <p:cNvSpPr>
            <a:spLocks noGrp="1"/>
          </p:cNvSpPr>
          <p:nvPr>
            <p:ph type="sldNum" sz="quarter" idx="12"/>
          </p:nvPr>
        </p:nvSpPr>
        <p:spPr/>
        <p:txBody>
          <a:bodyPr/>
          <a:lstStyle/>
          <a:p>
            <a:fld id="{9A899CE2-9C59-A646-BC43-9E9B09FFFC04}" type="slidenum">
              <a:rPr lang="en-US" smtClean="0"/>
              <a:t>‹#›</a:t>
            </a:fld>
            <a:endParaRPr lang="en-US"/>
          </a:p>
        </p:txBody>
      </p:sp>
    </p:spTree>
    <p:extLst>
      <p:ext uri="{BB962C8B-B14F-4D97-AF65-F5344CB8AC3E}">
        <p14:creationId xmlns:p14="http://schemas.microsoft.com/office/powerpoint/2010/main" val="20789536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AC2A7-F5CF-929F-B191-AFD3C5A7006C}"/>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2C684B7D-1B58-4849-3FE8-199F82FE74AA}"/>
              </a:ext>
            </a:extLst>
          </p:cNvPr>
          <p:cNvSpPr>
            <a:spLocks noGrp="1"/>
          </p:cNvSpPr>
          <p:nvPr>
            <p:ph type="dt" sz="half" idx="10"/>
          </p:nvPr>
        </p:nvSpPr>
        <p:spPr/>
        <p:txBody>
          <a:bodyPr/>
          <a:lstStyle/>
          <a:p>
            <a:fld id="{68BC04F7-0D92-8247-BE93-230ABD68CC43}" type="datetimeFigureOut">
              <a:rPr lang="en-US" smtClean="0"/>
              <a:t>12/31/23</a:t>
            </a:fld>
            <a:endParaRPr lang="en-US"/>
          </a:p>
        </p:txBody>
      </p:sp>
      <p:sp>
        <p:nvSpPr>
          <p:cNvPr id="4" name="Footer Placeholder 3">
            <a:extLst>
              <a:ext uri="{FF2B5EF4-FFF2-40B4-BE49-F238E27FC236}">
                <a16:creationId xmlns:a16="http://schemas.microsoft.com/office/drawing/2014/main" id="{7958B9B2-B569-9A09-25C6-1F05E30125A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512DD08-5B03-D1D7-CD42-831082335FC6}"/>
              </a:ext>
            </a:extLst>
          </p:cNvPr>
          <p:cNvSpPr>
            <a:spLocks noGrp="1"/>
          </p:cNvSpPr>
          <p:nvPr>
            <p:ph type="sldNum" sz="quarter" idx="12"/>
          </p:nvPr>
        </p:nvSpPr>
        <p:spPr/>
        <p:txBody>
          <a:bodyPr/>
          <a:lstStyle/>
          <a:p>
            <a:fld id="{9A899CE2-9C59-A646-BC43-9E9B09FFFC04}" type="slidenum">
              <a:rPr lang="en-US" smtClean="0"/>
              <a:t>‹#›</a:t>
            </a:fld>
            <a:endParaRPr lang="en-US"/>
          </a:p>
        </p:txBody>
      </p:sp>
    </p:spTree>
    <p:extLst>
      <p:ext uri="{BB962C8B-B14F-4D97-AF65-F5344CB8AC3E}">
        <p14:creationId xmlns:p14="http://schemas.microsoft.com/office/powerpoint/2010/main" val="22519003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6CDA773-040A-E65D-A104-702B73B62F2C}"/>
              </a:ext>
            </a:extLst>
          </p:cNvPr>
          <p:cNvSpPr>
            <a:spLocks noGrp="1"/>
          </p:cNvSpPr>
          <p:nvPr>
            <p:ph type="dt" sz="half" idx="10"/>
          </p:nvPr>
        </p:nvSpPr>
        <p:spPr/>
        <p:txBody>
          <a:bodyPr/>
          <a:lstStyle/>
          <a:p>
            <a:fld id="{68BC04F7-0D92-8247-BE93-230ABD68CC43}" type="datetimeFigureOut">
              <a:rPr lang="en-US" smtClean="0"/>
              <a:t>12/31/23</a:t>
            </a:fld>
            <a:endParaRPr lang="en-US"/>
          </a:p>
        </p:txBody>
      </p:sp>
      <p:sp>
        <p:nvSpPr>
          <p:cNvPr id="3" name="Footer Placeholder 2">
            <a:extLst>
              <a:ext uri="{FF2B5EF4-FFF2-40B4-BE49-F238E27FC236}">
                <a16:creationId xmlns:a16="http://schemas.microsoft.com/office/drawing/2014/main" id="{2DC2568B-C9F8-3273-A9B5-AB3D545C974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05D4FE5-F9B8-E4EF-0F6A-BC0C610B97EA}"/>
              </a:ext>
            </a:extLst>
          </p:cNvPr>
          <p:cNvSpPr>
            <a:spLocks noGrp="1"/>
          </p:cNvSpPr>
          <p:nvPr>
            <p:ph type="sldNum" sz="quarter" idx="12"/>
          </p:nvPr>
        </p:nvSpPr>
        <p:spPr/>
        <p:txBody>
          <a:bodyPr/>
          <a:lstStyle/>
          <a:p>
            <a:fld id="{9A899CE2-9C59-A646-BC43-9E9B09FFFC04}" type="slidenum">
              <a:rPr lang="en-US" smtClean="0"/>
              <a:t>‹#›</a:t>
            </a:fld>
            <a:endParaRPr lang="en-US"/>
          </a:p>
        </p:txBody>
      </p:sp>
    </p:spTree>
    <p:extLst>
      <p:ext uri="{BB962C8B-B14F-4D97-AF65-F5344CB8AC3E}">
        <p14:creationId xmlns:p14="http://schemas.microsoft.com/office/powerpoint/2010/main" val="19414549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4FE946-D6F0-3AD0-1F67-575135BB879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E8742A28-8344-293A-00E9-205B7D8EEDC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6B365BC5-D075-DA1D-C212-933EC3A170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41E5D12-CA86-9DD9-937D-067B112DFFA5}"/>
              </a:ext>
            </a:extLst>
          </p:cNvPr>
          <p:cNvSpPr>
            <a:spLocks noGrp="1"/>
          </p:cNvSpPr>
          <p:nvPr>
            <p:ph type="dt" sz="half" idx="10"/>
          </p:nvPr>
        </p:nvSpPr>
        <p:spPr/>
        <p:txBody>
          <a:bodyPr/>
          <a:lstStyle/>
          <a:p>
            <a:fld id="{68BC04F7-0D92-8247-BE93-230ABD68CC43}" type="datetimeFigureOut">
              <a:rPr lang="en-US" smtClean="0"/>
              <a:t>12/31/23</a:t>
            </a:fld>
            <a:endParaRPr lang="en-US"/>
          </a:p>
        </p:txBody>
      </p:sp>
      <p:sp>
        <p:nvSpPr>
          <p:cNvPr id="6" name="Footer Placeholder 5">
            <a:extLst>
              <a:ext uri="{FF2B5EF4-FFF2-40B4-BE49-F238E27FC236}">
                <a16:creationId xmlns:a16="http://schemas.microsoft.com/office/drawing/2014/main" id="{A538D37E-B164-59EA-5DE4-940A7D90E14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809400-3D1C-336C-448B-2BC6085533D5}"/>
              </a:ext>
            </a:extLst>
          </p:cNvPr>
          <p:cNvSpPr>
            <a:spLocks noGrp="1"/>
          </p:cNvSpPr>
          <p:nvPr>
            <p:ph type="sldNum" sz="quarter" idx="12"/>
          </p:nvPr>
        </p:nvSpPr>
        <p:spPr/>
        <p:txBody>
          <a:bodyPr/>
          <a:lstStyle/>
          <a:p>
            <a:fld id="{9A899CE2-9C59-A646-BC43-9E9B09FFFC04}" type="slidenum">
              <a:rPr lang="en-US" smtClean="0"/>
              <a:t>‹#›</a:t>
            </a:fld>
            <a:endParaRPr lang="en-US"/>
          </a:p>
        </p:txBody>
      </p:sp>
    </p:spTree>
    <p:extLst>
      <p:ext uri="{BB962C8B-B14F-4D97-AF65-F5344CB8AC3E}">
        <p14:creationId xmlns:p14="http://schemas.microsoft.com/office/powerpoint/2010/main" val="29112921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2016B-88B6-74C3-D71B-EE0434C33AF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E2FF9EDC-87BD-EA39-599A-926E72771DF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68FAB86-80FB-76B6-1533-DF31F99D7C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12322A1-F825-D7CE-9035-12F74D51AB5E}"/>
              </a:ext>
            </a:extLst>
          </p:cNvPr>
          <p:cNvSpPr>
            <a:spLocks noGrp="1"/>
          </p:cNvSpPr>
          <p:nvPr>
            <p:ph type="dt" sz="half" idx="10"/>
          </p:nvPr>
        </p:nvSpPr>
        <p:spPr/>
        <p:txBody>
          <a:bodyPr/>
          <a:lstStyle/>
          <a:p>
            <a:fld id="{68BC04F7-0D92-8247-BE93-230ABD68CC43}" type="datetimeFigureOut">
              <a:rPr lang="en-US" smtClean="0"/>
              <a:t>12/31/23</a:t>
            </a:fld>
            <a:endParaRPr lang="en-US"/>
          </a:p>
        </p:txBody>
      </p:sp>
      <p:sp>
        <p:nvSpPr>
          <p:cNvPr id="6" name="Footer Placeholder 5">
            <a:extLst>
              <a:ext uri="{FF2B5EF4-FFF2-40B4-BE49-F238E27FC236}">
                <a16:creationId xmlns:a16="http://schemas.microsoft.com/office/drawing/2014/main" id="{49223C74-FF3E-3C20-50C2-26D423CAE77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925EE6-A5FE-5ACD-5F2B-4A2C832544D9}"/>
              </a:ext>
            </a:extLst>
          </p:cNvPr>
          <p:cNvSpPr>
            <a:spLocks noGrp="1"/>
          </p:cNvSpPr>
          <p:nvPr>
            <p:ph type="sldNum" sz="quarter" idx="12"/>
          </p:nvPr>
        </p:nvSpPr>
        <p:spPr/>
        <p:txBody>
          <a:bodyPr/>
          <a:lstStyle/>
          <a:p>
            <a:fld id="{9A899CE2-9C59-A646-BC43-9E9B09FFFC04}" type="slidenum">
              <a:rPr lang="en-US" smtClean="0"/>
              <a:t>‹#›</a:t>
            </a:fld>
            <a:endParaRPr lang="en-US"/>
          </a:p>
        </p:txBody>
      </p:sp>
    </p:spTree>
    <p:extLst>
      <p:ext uri="{BB962C8B-B14F-4D97-AF65-F5344CB8AC3E}">
        <p14:creationId xmlns:p14="http://schemas.microsoft.com/office/powerpoint/2010/main" val="14401375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86DC4-E96D-5432-A583-327AF91ECE9A}"/>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2361EB21-E197-B939-C268-994497F2B296}"/>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8E5D551-9478-AD86-F8ED-620C8C5F269E}"/>
              </a:ext>
            </a:extLst>
          </p:cNvPr>
          <p:cNvSpPr>
            <a:spLocks noGrp="1"/>
          </p:cNvSpPr>
          <p:nvPr>
            <p:ph type="dt" sz="half" idx="10"/>
          </p:nvPr>
        </p:nvSpPr>
        <p:spPr/>
        <p:txBody>
          <a:bodyPr/>
          <a:lstStyle/>
          <a:p>
            <a:fld id="{68BC04F7-0D92-8247-BE93-230ABD68CC43}" type="datetimeFigureOut">
              <a:rPr lang="en-US" smtClean="0"/>
              <a:t>12/31/23</a:t>
            </a:fld>
            <a:endParaRPr lang="en-US"/>
          </a:p>
        </p:txBody>
      </p:sp>
      <p:sp>
        <p:nvSpPr>
          <p:cNvPr id="5" name="Footer Placeholder 4">
            <a:extLst>
              <a:ext uri="{FF2B5EF4-FFF2-40B4-BE49-F238E27FC236}">
                <a16:creationId xmlns:a16="http://schemas.microsoft.com/office/drawing/2014/main" id="{AB1C47DC-A12D-4A8B-CF87-51F6C89395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F339B8-9870-7C14-6A30-8F8439096EC6}"/>
              </a:ext>
            </a:extLst>
          </p:cNvPr>
          <p:cNvSpPr>
            <a:spLocks noGrp="1"/>
          </p:cNvSpPr>
          <p:nvPr>
            <p:ph type="sldNum" sz="quarter" idx="12"/>
          </p:nvPr>
        </p:nvSpPr>
        <p:spPr/>
        <p:txBody>
          <a:bodyPr/>
          <a:lstStyle/>
          <a:p>
            <a:fld id="{9A899CE2-9C59-A646-BC43-9E9B09FFFC04}" type="slidenum">
              <a:rPr lang="en-US" smtClean="0"/>
              <a:t>‹#›</a:t>
            </a:fld>
            <a:endParaRPr lang="en-US"/>
          </a:p>
        </p:txBody>
      </p:sp>
    </p:spTree>
    <p:extLst>
      <p:ext uri="{BB962C8B-B14F-4D97-AF65-F5344CB8AC3E}">
        <p14:creationId xmlns:p14="http://schemas.microsoft.com/office/powerpoint/2010/main" val="3881249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C457B89-AC31-7CE1-C6A2-F73A6B21319B}"/>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47DDF91A-B5B2-AE2A-3321-CB641533930E}"/>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07FD122-4758-5B88-6482-5BDC1BEBCBE0}"/>
              </a:ext>
            </a:extLst>
          </p:cNvPr>
          <p:cNvSpPr>
            <a:spLocks noGrp="1"/>
          </p:cNvSpPr>
          <p:nvPr>
            <p:ph type="dt" sz="half" idx="10"/>
          </p:nvPr>
        </p:nvSpPr>
        <p:spPr/>
        <p:txBody>
          <a:bodyPr/>
          <a:lstStyle/>
          <a:p>
            <a:fld id="{68BC04F7-0D92-8247-BE93-230ABD68CC43}" type="datetimeFigureOut">
              <a:rPr lang="en-US" smtClean="0"/>
              <a:t>12/31/23</a:t>
            </a:fld>
            <a:endParaRPr lang="en-US"/>
          </a:p>
        </p:txBody>
      </p:sp>
      <p:sp>
        <p:nvSpPr>
          <p:cNvPr id="5" name="Footer Placeholder 4">
            <a:extLst>
              <a:ext uri="{FF2B5EF4-FFF2-40B4-BE49-F238E27FC236}">
                <a16:creationId xmlns:a16="http://schemas.microsoft.com/office/drawing/2014/main" id="{D19F801A-9B23-3F92-4FA4-E60180CBE2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7DB9C5-2177-D9F6-8321-4A08465CAF06}"/>
              </a:ext>
            </a:extLst>
          </p:cNvPr>
          <p:cNvSpPr>
            <a:spLocks noGrp="1"/>
          </p:cNvSpPr>
          <p:nvPr>
            <p:ph type="sldNum" sz="quarter" idx="12"/>
          </p:nvPr>
        </p:nvSpPr>
        <p:spPr/>
        <p:txBody>
          <a:bodyPr/>
          <a:lstStyle/>
          <a:p>
            <a:fld id="{9A899CE2-9C59-A646-BC43-9E9B09FFFC04}" type="slidenum">
              <a:rPr lang="en-US" smtClean="0"/>
              <a:t>‹#›</a:t>
            </a:fld>
            <a:endParaRPr lang="en-US"/>
          </a:p>
        </p:txBody>
      </p:sp>
    </p:spTree>
    <p:extLst>
      <p:ext uri="{BB962C8B-B14F-4D97-AF65-F5344CB8AC3E}">
        <p14:creationId xmlns:p14="http://schemas.microsoft.com/office/powerpoint/2010/main" val="5288621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EC7CB72-A18B-5263-1EF8-722B99CF361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601E538C-08C0-E76A-F474-1FED05F1A6B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C32E808-DD03-C0CB-AC40-7ED8F29641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8BC04F7-0D92-8247-BE93-230ABD68CC43}" type="datetimeFigureOut">
              <a:rPr lang="en-US" smtClean="0"/>
              <a:t>12/31/23</a:t>
            </a:fld>
            <a:endParaRPr lang="en-US"/>
          </a:p>
        </p:txBody>
      </p:sp>
      <p:sp>
        <p:nvSpPr>
          <p:cNvPr id="5" name="Footer Placeholder 4">
            <a:extLst>
              <a:ext uri="{FF2B5EF4-FFF2-40B4-BE49-F238E27FC236}">
                <a16:creationId xmlns:a16="http://schemas.microsoft.com/office/drawing/2014/main" id="{7B261BED-10D4-BBA4-ECAA-094632ECFE2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233EE5E-D59B-61FB-5CAD-DCCD50A00EF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A899CE2-9C59-A646-BC43-9E9B09FFFC04}" type="slidenum">
              <a:rPr lang="en-US" smtClean="0"/>
              <a:t>‹#›</a:t>
            </a:fld>
            <a:endParaRPr lang="en-US"/>
          </a:p>
        </p:txBody>
      </p:sp>
    </p:spTree>
    <p:extLst>
      <p:ext uri="{BB962C8B-B14F-4D97-AF65-F5344CB8AC3E}">
        <p14:creationId xmlns:p14="http://schemas.microsoft.com/office/powerpoint/2010/main" val="32460581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10.svg"/><Relationship Id="rId7" Type="http://schemas.openxmlformats.org/officeDocument/2006/relationships/diagramColors" Target="../diagrams/colors2.xml"/><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1">
            <a:extLst>
              <a:ext uri="{FF2B5EF4-FFF2-40B4-BE49-F238E27FC236}">
                <a16:creationId xmlns:a16="http://schemas.microsoft.com/office/drawing/2014/main" id="{74751229-0244-4FBB-BED1-407467F4C9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D43692E-4634-FEBA-01EA-9D6D4A861492}"/>
              </a:ext>
            </a:extLst>
          </p:cNvPr>
          <p:cNvSpPr>
            <a:spLocks noGrp="1"/>
          </p:cNvSpPr>
          <p:nvPr>
            <p:ph type="title"/>
          </p:nvPr>
        </p:nvSpPr>
        <p:spPr>
          <a:xfrm>
            <a:off x="2197101" y="735283"/>
            <a:ext cx="4978399" cy="3165045"/>
          </a:xfrm>
        </p:spPr>
        <p:txBody>
          <a:bodyPr vert="horz" lIns="91440" tIns="45720" rIns="91440" bIns="45720" rtlCol="0" anchor="b">
            <a:normAutofit/>
          </a:bodyPr>
          <a:lstStyle/>
          <a:p>
            <a:r>
              <a:rPr lang="en-US" sz="5200" kern="1200">
                <a:solidFill>
                  <a:schemeClr val="tx1"/>
                </a:solidFill>
                <a:latin typeface="+mj-lt"/>
                <a:ea typeface="+mj-ea"/>
                <a:cs typeface="+mj-cs"/>
              </a:rPr>
              <a:t>Azure Administrator - AZ-104</a:t>
            </a:r>
            <a:br>
              <a:rPr lang="en-US" sz="5200" kern="1200">
                <a:solidFill>
                  <a:schemeClr val="tx1"/>
                </a:solidFill>
                <a:latin typeface="+mj-lt"/>
                <a:ea typeface="+mj-ea"/>
                <a:cs typeface="+mj-cs"/>
              </a:rPr>
            </a:br>
            <a:endParaRPr lang="en-US" sz="5200" kern="1200">
              <a:solidFill>
                <a:schemeClr val="tx1"/>
              </a:solidFill>
              <a:latin typeface="+mj-lt"/>
              <a:ea typeface="+mj-ea"/>
              <a:cs typeface="+mj-cs"/>
            </a:endParaRPr>
          </a:p>
        </p:txBody>
      </p:sp>
      <p:sp>
        <p:nvSpPr>
          <p:cNvPr id="3" name="Content Placeholder 2">
            <a:extLst>
              <a:ext uri="{FF2B5EF4-FFF2-40B4-BE49-F238E27FC236}">
                <a16:creationId xmlns:a16="http://schemas.microsoft.com/office/drawing/2014/main" id="{0DCCF773-E175-F80B-BF14-19E81BC6E2CC}"/>
              </a:ext>
            </a:extLst>
          </p:cNvPr>
          <p:cNvSpPr>
            <a:spLocks noGrp="1"/>
          </p:cNvSpPr>
          <p:nvPr>
            <p:ph idx="1"/>
          </p:nvPr>
        </p:nvSpPr>
        <p:spPr>
          <a:xfrm>
            <a:off x="2197101" y="4078423"/>
            <a:ext cx="4978399" cy="2058657"/>
          </a:xfrm>
        </p:spPr>
        <p:txBody>
          <a:bodyPr vert="horz" lIns="91440" tIns="45720" rIns="91440" bIns="45720" rtlCol="0">
            <a:normAutofit/>
          </a:bodyPr>
          <a:lstStyle/>
          <a:p>
            <a:pPr marL="0" indent="0">
              <a:buNone/>
            </a:pPr>
            <a:r>
              <a:rPr lang="en-US" sz="2400" kern="1200">
                <a:solidFill>
                  <a:schemeClr val="tx1"/>
                </a:solidFill>
                <a:latin typeface="+mn-lt"/>
                <a:ea typeface="+mn-ea"/>
                <a:cs typeface="+mn-cs"/>
              </a:rPr>
              <a:t>Module 01: Identity</a:t>
            </a:r>
          </a:p>
        </p:txBody>
      </p:sp>
      <p:pic>
        <p:nvPicPr>
          <p:cNvPr id="20" name="Graphic 6" descr="Syncing Cloud">
            <a:extLst>
              <a:ext uri="{FF2B5EF4-FFF2-40B4-BE49-F238E27FC236}">
                <a16:creationId xmlns:a16="http://schemas.microsoft.com/office/drawing/2014/main" id="{5491EDBD-8497-7386-4F47-44400E3E28F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17549" y="2776619"/>
            <a:ext cx="1289051" cy="1289051"/>
          </a:xfrm>
          <a:prstGeom prst="rect">
            <a:avLst/>
          </a:prstGeom>
        </p:spPr>
      </p:pic>
      <p:pic>
        <p:nvPicPr>
          <p:cNvPr id="9" name="Graphic 8" descr="Syncing Cloud">
            <a:extLst>
              <a:ext uri="{FF2B5EF4-FFF2-40B4-BE49-F238E27FC236}">
                <a16:creationId xmlns:a16="http://schemas.microsoft.com/office/drawing/2014/main" id="{60C903EF-2C8B-4EBB-A4F3-9305C455870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07815" y="716407"/>
            <a:ext cx="5411343" cy="5411343"/>
          </a:xfrm>
          <a:prstGeom prst="rect">
            <a:avLst/>
          </a:prstGeom>
        </p:spPr>
      </p:pic>
    </p:spTree>
    <p:extLst>
      <p:ext uri="{BB962C8B-B14F-4D97-AF65-F5344CB8AC3E}">
        <p14:creationId xmlns:p14="http://schemas.microsoft.com/office/powerpoint/2010/main" val="29481131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45723F5-0E27-6AA5-3696-761496CC8F36}"/>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Module Overview</a:t>
            </a:r>
          </a:p>
        </p:txBody>
      </p:sp>
      <p:graphicFrame>
        <p:nvGraphicFramePr>
          <p:cNvPr id="5" name="Content Placeholder 2">
            <a:extLst>
              <a:ext uri="{FF2B5EF4-FFF2-40B4-BE49-F238E27FC236}">
                <a16:creationId xmlns:a16="http://schemas.microsoft.com/office/drawing/2014/main" id="{A29BD9B1-2DF0-CB95-11DA-96D536E0AA87}"/>
              </a:ext>
            </a:extLst>
          </p:cNvPr>
          <p:cNvGraphicFramePr>
            <a:graphicFrameLocks noGrp="1"/>
          </p:cNvGraphicFramePr>
          <p:nvPr>
            <p:ph idx="1"/>
            <p:extLst>
              <p:ext uri="{D42A27DB-BD31-4B8C-83A1-F6EECF244321}">
                <p14:modId xmlns:p14="http://schemas.microsoft.com/office/powerpoint/2010/main" val="4170249792"/>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497286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6">
            <a:extLst>
              <a:ext uri="{FF2B5EF4-FFF2-40B4-BE49-F238E27FC236}">
                <a16:creationId xmlns:a16="http://schemas.microsoft.com/office/drawing/2014/main" id="{80E21785-62D8-430F-9521-90166EF7C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8">
            <a:extLst>
              <a:ext uri="{FF2B5EF4-FFF2-40B4-BE49-F238E27FC236}">
                <a16:creationId xmlns:a16="http://schemas.microsoft.com/office/drawing/2014/main" id="{ED7CF8A0-D3E4-4A16-87D3-1D973AC61B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013296" y="697832"/>
            <a:ext cx="8189484" cy="5541981"/>
          </a:xfrm>
          <a:custGeom>
            <a:avLst/>
            <a:gdLst>
              <a:gd name="connsiteX0" fmla="*/ 1164045 w 7323233"/>
              <a:gd name="connsiteY0" fmla="*/ 25 h 5835507"/>
              <a:gd name="connsiteX1" fmla="*/ 1213723 w 7323233"/>
              <a:gd name="connsiteY1" fmla="*/ 8385 h 5835507"/>
              <a:gd name="connsiteX2" fmla="*/ 2251656 w 7323233"/>
              <a:gd name="connsiteY2" fmla="*/ 138318 h 5835507"/>
              <a:gd name="connsiteX3" fmla="*/ 3226534 w 7323233"/>
              <a:gd name="connsiteY3" fmla="*/ 205194 h 5835507"/>
              <a:gd name="connsiteX4" fmla="*/ 4404335 w 7323233"/>
              <a:gd name="connsiteY4" fmla="*/ 316784 h 5835507"/>
              <a:gd name="connsiteX5" fmla="*/ 5225968 w 7323233"/>
              <a:gd name="connsiteY5" fmla="*/ 350415 h 5835507"/>
              <a:gd name="connsiteX6" fmla="*/ 5266859 w 7323233"/>
              <a:gd name="connsiteY6" fmla="*/ 348884 h 5835507"/>
              <a:gd name="connsiteX7" fmla="*/ 5685318 w 7323233"/>
              <a:gd name="connsiteY7" fmla="*/ 399712 h 5835507"/>
              <a:gd name="connsiteX8" fmla="*/ 5411315 w 7323233"/>
              <a:gd name="connsiteY8" fmla="*/ 618305 h 5835507"/>
              <a:gd name="connsiteX9" fmla="*/ 5805698 w 7323233"/>
              <a:gd name="connsiteY9" fmla="*/ 721868 h 5835507"/>
              <a:gd name="connsiteX10" fmla="*/ 6188997 w 7323233"/>
              <a:gd name="connsiteY10" fmla="*/ 868233 h 5835507"/>
              <a:gd name="connsiteX11" fmla="*/ 6261225 w 7323233"/>
              <a:gd name="connsiteY11" fmla="*/ 928614 h 5835507"/>
              <a:gd name="connsiteX12" fmla="*/ 6858533 w 7323233"/>
              <a:gd name="connsiteY12" fmla="*/ 1323379 h 5835507"/>
              <a:gd name="connsiteX13" fmla="*/ 6744269 w 7323233"/>
              <a:gd name="connsiteY13" fmla="*/ 1407072 h 5835507"/>
              <a:gd name="connsiteX14" fmla="*/ 6956365 w 7323233"/>
              <a:gd name="connsiteY14" fmla="*/ 1507197 h 5835507"/>
              <a:gd name="connsiteX15" fmla="*/ 7004134 w 7323233"/>
              <a:gd name="connsiteY15" fmla="*/ 1549234 h 5835507"/>
              <a:gd name="connsiteX16" fmla="*/ 6963627 w 7323233"/>
              <a:gd name="connsiteY16" fmla="*/ 1599678 h 5835507"/>
              <a:gd name="connsiteX17" fmla="*/ 6875731 w 7323233"/>
              <a:gd name="connsiteY17" fmla="*/ 1634837 h 5835507"/>
              <a:gd name="connsiteX18" fmla="*/ 6759175 w 7323233"/>
              <a:gd name="connsiteY18" fmla="*/ 1723878 h 5835507"/>
              <a:gd name="connsiteX19" fmla="*/ 6763759 w 7323233"/>
              <a:gd name="connsiteY19" fmla="*/ 1793431 h 5835507"/>
              <a:gd name="connsiteX20" fmla="*/ 6832931 w 7323233"/>
              <a:gd name="connsiteY20" fmla="*/ 1919543 h 5835507"/>
              <a:gd name="connsiteX21" fmla="*/ 6728984 w 7323233"/>
              <a:gd name="connsiteY21" fmla="*/ 2051386 h 5835507"/>
              <a:gd name="connsiteX22" fmla="*/ 6675481 w 7323233"/>
              <a:gd name="connsiteY22" fmla="*/ 2090365 h 5835507"/>
              <a:gd name="connsiteX23" fmla="*/ 6778665 w 7323233"/>
              <a:gd name="connsiteY23" fmla="*/ 2103740 h 5835507"/>
              <a:gd name="connsiteX24" fmla="*/ 6814587 w 7323233"/>
              <a:gd name="connsiteY24" fmla="*/ 2158771 h 5835507"/>
              <a:gd name="connsiteX25" fmla="*/ 6830637 w 7323233"/>
              <a:gd name="connsiteY25" fmla="*/ 2186286 h 5835507"/>
              <a:gd name="connsiteX26" fmla="*/ 6928087 w 7323233"/>
              <a:gd name="connsiteY26" fmla="*/ 2358639 h 5835507"/>
              <a:gd name="connsiteX27" fmla="*/ 6911653 w 7323233"/>
              <a:gd name="connsiteY27" fmla="*/ 2406789 h 5835507"/>
              <a:gd name="connsiteX28" fmla="*/ 6749237 w 7323233"/>
              <a:gd name="connsiteY28" fmla="*/ 2639522 h 5835507"/>
              <a:gd name="connsiteX29" fmla="*/ 6921971 w 7323233"/>
              <a:gd name="connsiteY29" fmla="*/ 2704488 h 5835507"/>
              <a:gd name="connsiteX30" fmla="*/ 6932290 w 7323233"/>
              <a:gd name="connsiteY30" fmla="*/ 2814548 h 5835507"/>
              <a:gd name="connsiteX31" fmla="*/ 7020186 w 7323233"/>
              <a:gd name="connsiteY31" fmla="*/ 2937603 h 5835507"/>
              <a:gd name="connsiteX32" fmla="*/ 7213555 w 7323233"/>
              <a:gd name="connsiteY32" fmla="*/ 3110719 h 5835507"/>
              <a:gd name="connsiteX33" fmla="*/ 7323233 w 7323233"/>
              <a:gd name="connsiteY33" fmla="*/ 3226893 h 5835507"/>
              <a:gd name="connsiteX34" fmla="*/ 7134067 w 7323233"/>
              <a:gd name="connsiteY34" fmla="*/ 3257847 h 5835507"/>
              <a:gd name="connsiteX35" fmla="*/ 7104643 w 7323233"/>
              <a:gd name="connsiteY35" fmla="*/ 3275809 h 5835507"/>
              <a:gd name="connsiteX36" fmla="*/ 7127189 w 7323233"/>
              <a:gd name="connsiteY36" fmla="*/ 3336953 h 5835507"/>
              <a:gd name="connsiteX37" fmla="*/ 7157379 w 7323233"/>
              <a:gd name="connsiteY37" fmla="*/ 3397718 h 5835507"/>
              <a:gd name="connsiteX38" fmla="*/ 7136361 w 7323233"/>
              <a:gd name="connsiteY38" fmla="*/ 3445487 h 5835507"/>
              <a:gd name="connsiteX39" fmla="*/ 6988849 w 7323233"/>
              <a:gd name="connsiteY39" fmla="*/ 3652233 h 5835507"/>
              <a:gd name="connsiteX40" fmla="*/ 6867705 w 7323233"/>
              <a:gd name="connsiteY40" fmla="*/ 3734395 h 5835507"/>
              <a:gd name="connsiteX41" fmla="*/ 6591791 w 7323233"/>
              <a:gd name="connsiteY41" fmla="*/ 4107760 h 5835507"/>
              <a:gd name="connsiteX42" fmla="*/ 6505041 w 7323233"/>
              <a:gd name="connsiteY42" fmla="*/ 4228904 h 5835507"/>
              <a:gd name="connsiteX43" fmla="*/ 6569243 w 7323233"/>
              <a:gd name="connsiteY43" fmla="*/ 4271704 h 5835507"/>
              <a:gd name="connsiteX44" fmla="*/ 6446188 w 7323233"/>
              <a:gd name="connsiteY44" fmla="*/ 4398582 h 5835507"/>
              <a:gd name="connsiteX45" fmla="*/ 6301351 w 7323233"/>
              <a:gd name="connsiteY45" fmla="*/ 4539595 h 5835507"/>
              <a:gd name="connsiteX46" fmla="*/ 6263519 w 7323233"/>
              <a:gd name="connsiteY46" fmla="*/ 4577047 h 5835507"/>
              <a:gd name="connsiteX47" fmla="*/ 3277744 w 7323233"/>
              <a:gd name="connsiteY47" fmla="*/ 5834336 h 5835507"/>
              <a:gd name="connsiteX48" fmla="*/ 2490505 w 7323233"/>
              <a:gd name="connsiteY48" fmla="*/ 5648992 h 5835507"/>
              <a:gd name="connsiteX49" fmla="*/ 2179046 w 7323233"/>
              <a:gd name="connsiteY49" fmla="*/ 5504920 h 5835507"/>
              <a:gd name="connsiteX50" fmla="*/ 1780078 w 7323233"/>
              <a:gd name="connsiteY50" fmla="*/ 5273715 h 5835507"/>
              <a:gd name="connsiteX51" fmla="*/ 1353592 w 7323233"/>
              <a:gd name="connsiteY51" fmla="*/ 5087606 h 5835507"/>
              <a:gd name="connsiteX52" fmla="*/ 1208373 w 7323233"/>
              <a:gd name="connsiteY52" fmla="*/ 4917165 h 5835507"/>
              <a:gd name="connsiteX53" fmla="*/ 1157548 w 7323233"/>
              <a:gd name="connsiteY53" fmla="*/ 4869396 h 5835507"/>
              <a:gd name="connsiteX54" fmla="*/ 1030289 w 7323233"/>
              <a:gd name="connsiteY54" fmla="*/ 4807103 h 5835507"/>
              <a:gd name="connsiteX55" fmla="*/ 808258 w 7323233"/>
              <a:gd name="connsiteY55" fmla="*/ 4672585 h 5835507"/>
              <a:gd name="connsiteX56" fmla="*/ 889658 w 7323233"/>
              <a:gd name="connsiteY56" fmla="*/ 4642013 h 5835507"/>
              <a:gd name="connsiteX57" fmla="*/ 1123917 w 7323233"/>
              <a:gd name="connsiteY57" fmla="*/ 4723412 h 5835507"/>
              <a:gd name="connsiteX58" fmla="*/ 1294360 w 7323233"/>
              <a:gd name="connsiteY58" fmla="*/ 4745194 h 5835507"/>
              <a:gd name="connsiteX59" fmla="*/ 1054367 w 7323233"/>
              <a:gd name="connsiteY59" fmla="*/ 4603034 h 5835507"/>
              <a:gd name="connsiteX60" fmla="*/ 822015 w 7323233"/>
              <a:gd name="connsiteY60" fmla="*/ 4418070 h 5835507"/>
              <a:gd name="connsiteX61" fmla="*/ 1001246 w 7323233"/>
              <a:gd name="connsiteY61" fmla="*/ 4453610 h 5835507"/>
              <a:gd name="connsiteX62" fmla="*/ 1008889 w 7323233"/>
              <a:gd name="connsiteY62" fmla="*/ 4428770 h 5835507"/>
              <a:gd name="connsiteX63" fmla="*/ 853733 w 7323233"/>
              <a:gd name="connsiteY63" fmla="*/ 4208648 h 5835507"/>
              <a:gd name="connsiteX64" fmla="*/ 776921 w 7323233"/>
              <a:gd name="connsiteY64" fmla="*/ 4119989 h 5835507"/>
              <a:gd name="connsiteX65" fmla="*/ 431453 w 7323233"/>
              <a:gd name="connsiteY65" fmla="*/ 3852864 h 5835507"/>
              <a:gd name="connsiteX66" fmla="*/ 759342 w 7323233"/>
              <a:gd name="connsiteY66" fmla="*/ 3972095 h 5835507"/>
              <a:gd name="connsiteX67" fmla="*/ 420753 w 7323233"/>
              <a:gd name="connsiteY67" fmla="*/ 3712230 h 5835507"/>
              <a:gd name="connsiteX68" fmla="*/ 256425 w 7323233"/>
              <a:gd name="connsiteY68" fmla="*/ 3616309 h 5835507"/>
              <a:gd name="connsiteX69" fmla="*/ 214772 w 7323233"/>
              <a:gd name="connsiteY69" fmla="*/ 3559749 h 5835507"/>
              <a:gd name="connsiteX70" fmla="*/ 287762 w 7323233"/>
              <a:gd name="connsiteY70" fmla="*/ 3547521 h 5835507"/>
              <a:gd name="connsiteX71" fmla="*/ 511706 w 7323233"/>
              <a:gd name="connsiteY71" fmla="*/ 3569305 h 5835507"/>
              <a:gd name="connsiteX72" fmla="*/ 235409 w 7323233"/>
              <a:gd name="connsiteY72" fmla="*/ 3394659 h 5835507"/>
              <a:gd name="connsiteX73" fmla="*/ 442537 w 7323233"/>
              <a:gd name="connsiteY73" fmla="*/ 3421409 h 5835507"/>
              <a:gd name="connsiteX74" fmla="*/ 502152 w 7323233"/>
              <a:gd name="connsiteY74" fmla="*/ 3352622 h 5835507"/>
              <a:gd name="connsiteX75" fmla="*/ 598455 w 7323233"/>
              <a:gd name="connsiteY75" fmla="*/ 3241415 h 5835507"/>
              <a:gd name="connsiteX76" fmla="*/ 664949 w 7323233"/>
              <a:gd name="connsiteY76" fmla="*/ 3179506 h 5835507"/>
              <a:gd name="connsiteX77" fmla="*/ 692846 w 7323233"/>
              <a:gd name="connsiteY77" fmla="*/ 2984607 h 5835507"/>
              <a:gd name="connsiteX78" fmla="*/ 635524 w 7323233"/>
              <a:gd name="connsiteY78" fmla="*/ 2771366 h 5835507"/>
              <a:gd name="connsiteX79" fmla="*/ 480368 w 7323233"/>
              <a:gd name="connsiteY79" fmla="*/ 2663598 h 5835507"/>
              <a:gd name="connsiteX80" fmla="*/ 525081 w 7323233"/>
              <a:gd name="connsiteY80" fmla="*/ 2542454 h 5835507"/>
              <a:gd name="connsiteX81" fmla="*/ 855264 w 7323233"/>
              <a:gd name="connsiteY81" fmla="*/ 2615829 h 5835507"/>
              <a:gd name="connsiteX82" fmla="*/ 361137 w 7323233"/>
              <a:gd name="connsiteY82" fmla="*/ 2327301 h 5835507"/>
              <a:gd name="connsiteX83" fmla="*/ 444065 w 7323233"/>
              <a:gd name="connsiteY83" fmla="*/ 2312780 h 5835507"/>
              <a:gd name="connsiteX84" fmla="*/ 440625 w 7323233"/>
              <a:gd name="connsiteY84" fmla="*/ 2290233 h 5835507"/>
              <a:gd name="connsiteX85" fmla="*/ 445975 w 7323233"/>
              <a:gd name="connsiteY85" fmla="*/ 2151509 h 5835507"/>
              <a:gd name="connsiteX86" fmla="*/ 459734 w 7323233"/>
              <a:gd name="connsiteY86" fmla="*/ 2087690 h 5835507"/>
              <a:gd name="connsiteX87" fmla="*/ 437950 w 7323233"/>
              <a:gd name="connsiteY87" fmla="*/ 2014315 h 5835507"/>
              <a:gd name="connsiteX88" fmla="*/ 808640 w 7323233"/>
              <a:gd name="connsiteY88" fmla="*/ 2042977 h 5835507"/>
              <a:gd name="connsiteX89" fmla="*/ 969908 w 7323233"/>
              <a:gd name="connsiteY89" fmla="*/ 2026162 h 5835507"/>
              <a:gd name="connsiteX90" fmla="*/ 1251176 w 7323233"/>
              <a:gd name="connsiteY90" fmla="*/ 2021577 h 5835507"/>
              <a:gd name="connsiteX91" fmla="*/ 1381491 w 7323233"/>
              <a:gd name="connsiteY91" fmla="*/ 2035718 h 5835507"/>
              <a:gd name="connsiteX92" fmla="*/ 1492697 w 7323233"/>
              <a:gd name="connsiteY92" fmla="*/ 2017374 h 5835507"/>
              <a:gd name="connsiteX93" fmla="*/ 1386076 w 7323233"/>
              <a:gd name="connsiteY93" fmla="*/ 1931006 h 5835507"/>
              <a:gd name="connsiteX94" fmla="*/ 1235889 w 7323233"/>
              <a:gd name="connsiteY94" fmla="*/ 1932153 h 5835507"/>
              <a:gd name="connsiteX95" fmla="*/ 1128886 w 7323233"/>
              <a:gd name="connsiteY95" fmla="*/ 1875977 h 5835507"/>
              <a:gd name="connsiteX96" fmla="*/ 1026851 w 7323233"/>
              <a:gd name="connsiteY96" fmla="*/ 1774322 h 5835507"/>
              <a:gd name="connsiteX97" fmla="*/ 666861 w 7323233"/>
              <a:gd name="connsiteY97" fmla="*/ 1612290 h 5835507"/>
              <a:gd name="connsiteX98" fmla="*/ 601130 w 7323233"/>
              <a:gd name="connsiteY98" fmla="*/ 1550762 h 5835507"/>
              <a:gd name="connsiteX99" fmla="*/ 1630272 w 7323233"/>
              <a:gd name="connsiteY99" fmla="*/ 1785787 h 5835507"/>
              <a:gd name="connsiteX100" fmla="*/ 1312320 w 7323233"/>
              <a:gd name="connsiteY100" fmla="*/ 1687191 h 5835507"/>
              <a:gd name="connsiteX101" fmla="*/ 1527473 w 7323233"/>
              <a:gd name="connsiteY101" fmla="*/ 1705153 h 5835507"/>
              <a:gd name="connsiteX102" fmla="*/ 1646706 w 7323233"/>
              <a:gd name="connsiteY102" fmla="*/ 1639040 h 5835507"/>
              <a:gd name="connsiteX103" fmla="*/ 1645178 w 7323233"/>
              <a:gd name="connsiteY103" fmla="*/ 1620315 h 5835507"/>
              <a:gd name="connsiteX104" fmla="*/ 1557663 w 7323233"/>
              <a:gd name="connsiteY104" fmla="*/ 1558787 h 5835507"/>
              <a:gd name="connsiteX105" fmla="*/ 1506454 w 7323233"/>
              <a:gd name="connsiteY105" fmla="*/ 1519044 h 5835507"/>
              <a:gd name="connsiteX106" fmla="*/ 1366204 w 7323233"/>
              <a:gd name="connsiteY106" fmla="*/ 1375735 h 5835507"/>
              <a:gd name="connsiteX107" fmla="*/ 1466329 w 7323233"/>
              <a:gd name="connsiteY107" fmla="*/ 1360450 h 5835507"/>
              <a:gd name="connsiteX108" fmla="*/ 1503397 w 7323233"/>
              <a:gd name="connsiteY108" fmla="*/ 1330641 h 5835507"/>
              <a:gd name="connsiteX109" fmla="*/ 1475501 w 7323233"/>
              <a:gd name="connsiteY109" fmla="*/ 1288604 h 5835507"/>
              <a:gd name="connsiteX110" fmla="*/ 1165573 w 7323233"/>
              <a:gd name="connsiteY110" fmla="*/ 1159435 h 5835507"/>
              <a:gd name="connsiteX111" fmla="*/ 1141498 w 7323233"/>
              <a:gd name="connsiteY111" fmla="*/ 1059311 h 5835507"/>
              <a:gd name="connsiteX112" fmla="*/ 1199585 w 7323233"/>
              <a:gd name="connsiteY112" fmla="*/ 1044407 h 5835507"/>
              <a:gd name="connsiteX113" fmla="*/ 1267226 w 7323233"/>
              <a:gd name="connsiteY113" fmla="*/ 1051286 h 5835507"/>
              <a:gd name="connsiteX114" fmla="*/ 1213342 w 7323233"/>
              <a:gd name="connsiteY114" fmla="*/ 972561 h 5835507"/>
              <a:gd name="connsiteX115" fmla="*/ 993986 w 7323233"/>
              <a:gd name="connsiteY115" fmla="*/ 893073 h 5835507"/>
              <a:gd name="connsiteX116" fmla="*/ 1047486 w 7323233"/>
              <a:gd name="connsiteY116" fmla="*/ 820083 h 5835507"/>
              <a:gd name="connsiteX117" fmla="*/ 0 w 7323233"/>
              <a:gd name="connsiteY117" fmla="*/ 488371 h 5835507"/>
              <a:gd name="connsiteX118" fmla="*/ 188403 w 7323233"/>
              <a:gd name="connsiteY118" fmla="*/ 484933 h 5835507"/>
              <a:gd name="connsiteX119" fmla="*/ 584315 w 7323233"/>
              <a:gd name="connsiteY119" fmla="*/ 534230 h 5835507"/>
              <a:gd name="connsiteX120" fmla="*/ 782271 w 7323233"/>
              <a:gd name="connsiteY120" fmla="*/ 525824 h 5835507"/>
              <a:gd name="connsiteX121" fmla="*/ 967998 w 7323233"/>
              <a:gd name="connsiteY121" fmla="*/ 552574 h 5835507"/>
              <a:gd name="connsiteX122" fmla="*/ 1129651 w 7323233"/>
              <a:gd name="connsiteY122" fmla="*/ 552574 h 5835507"/>
              <a:gd name="connsiteX123" fmla="*/ 978317 w 7323233"/>
              <a:gd name="connsiteY123" fmla="*/ 513593 h 5835507"/>
              <a:gd name="connsiteX124" fmla="*/ 1074620 w 7323233"/>
              <a:gd name="connsiteY124" fmla="*/ 478818 h 5835507"/>
              <a:gd name="connsiteX125" fmla="*/ 1091435 w 7323233"/>
              <a:gd name="connsiteY125" fmla="*/ 436781 h 5835507"/>
              <a:gd name="connsiteX126" fmla="*/ 1135383 w 7323233"/>
              <a:gd name="connsiteY126" fmla="*/ 404296 h 5835507"/>
              <a:gd name="connsiteX127" fmla="*/ 1384166 w 7323233"/>
              <a:gd name="connsiteY127" fmla="*/ 420349 h 5835507"/>
              <a:gd name="connsiteX128" fmla="*/ 1219839 w 7323233"/>
              <a:gd name="connsiteY128" fmla="*/ 286593 h 5835507"/>
              <a:gd name="connsiteX129" fmla="*/ 1114364 w 7323233"/>
              <a:gd name="connsiteY129" fmla="*/ 264428 h 5835507"/>
              <a:gd name="connsiteX130" fmla="*/ 1090289 w 7323233"/>
              <a:gd name="connsiteY130" fmla="*/ 207487 h 5835507"/>
              <a:gd name="connsiteX131" fmla="*/ 1139204 w 7323233"/>
              <a:gd name="connsiteY131" fmla="*/ 195259 h 5835507"/>
              <a:gd name="connsiteX132" fmla="*/ 1382254 w 7323233"/>
              <a:gd name="connsiteY132" fmla="*/ 242265 h 5835507"/>
              <a:gd name="connsiteX133" fmla="*/ 1423145 w 7323233"/>
              <a:gd name="connsiteY133" fmla="*/ 223537 h 5835507"/>
              <a:gd name="connsiteX134" fmla="*/ 965705 w 7323233"/>
              <a:gd name="connsiteY134" fmla="*/ 102013 h 5835507"/>
              <a:gd name="connsiteX135" fmla="*/ 972586 w 7323233"/>
              <a:gd name="connsiteY135" fmla="*/ 69912 h 5835507"/>
              <a:gd name="connsiteX136" fmla="*/ 1375376 w 7323233"/>
              <a:gd name="connsiteY136" fmla="*/ 119593 h 5835507"/>
              <a:gd name="connsiteX137" fmla="*/ 1117804 w 7323233"/>
              <a:gd name="connsiteY137" fmla="*/ 25200 h 5835507"/>
              <a:gd name="connsiteX138" fmla="*/ 1164045 w 7323233"/>
              <a:gd name="connsiteY138" fmla="*/ 25 h 5835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7323233" h="5835507">
                <a:moveTo>
                  <a:pt x="1164045" y="25"/>
                </a:moveTo>
                <a:cubicBezTo>
                  <a:pt x="1180764" y="455"/>
                  <a:pt x="1198056" y="6474"/>
                  <a:pt x="1213723" y="8385"/>
                </a:cubicBezTo>
                <a:cubicBezTo>
                  <a:pt x="1559575" y="51187"/>
                  <a:pt x="1905425" y="97428"/>
                  <a:pt x="2251656" y="138318"/>
                </a:cubicBezTo>
                <a:cubicBezTo>
                  <a:pt x="2575343" y="176534"/>
                  <a:pt x="2901320" y="185322"/>
                  <a:pt x="3226534" y="205194"/>
                </a:cubicBezTo>
                <a:cubicBezTo>
                  <a:pt x="3620153" y="229271"/>
                  <a:pt x="4013008" y="263284"/>
                  <a:pt x="4404335" y="316784"/>
                </a:cubicBezTo>
                <a:cubicBezTo>
                  <a:pt x="4676048" y="354236"/>
                  <a:pt x="4950435" y="380221"/>
                  <a:pt x="5225968" y="350415"/>
                </a:cubicBezTo>
                <a:cubicBezTo>
                  <a:pt x="5239725" y="348884"/>
                  <a:pt x="5255394" y="343918"/>
                  <a:pt x="5266859" y="348884"/>
                </a:cubicBezTo>
                <a:cubicBezTo>
                  <a:pt x="5400614" y="404680"/>
                  <a:pt x="5546596" y="364553"/>
                  <a:pt x="5685318" y="399712"/>
                </a:cubicBezTo>
                <a:cubicBezTo>
                  <a:pt x="5649777" y="535377"/>
                  <a:pt x="5497299" y="524293"/>
                  <a:pt x="5411315" y="618305"/>
                </a:cubicBezTo>
                <a:cubicBezTo>
                  <a:pt x="5551565" y="655755"/>
                  <a:pt x="5677676" y="693589"/>
                  <a:pt x="5805698" y="721868"/>
                </a:cubicBezTo>
                <a:cubicBezTo>
                  <a:pt x="5941363" y="751677"/>
                  <a:pt x="6056391" y="832311"/>
                  <a:pt x="6188997" y="868233"/>
                </a:cubicBezTo>
                <a:cubicBezTo>
                  <a:pt x="6217279" y="875876"/>
                  <a:pt x="6251291" y="902627"/>
                  <a:pt x="6261225" y="928614"/>
                </a:cubicBezTo>
                <a:cubicBezTo>
                  <a:pt x="6293326" y="1012688"/>
                  <a:pt x="6934199" y="1248479"/>
                  <a:pt x="6858533" y="1323379"/>
                </a:cubicBezTo>
                <a:cubicBezTo>
                  <a:pt x="6827197" y="1354335"/>
                  <a:pt x="6786687" y="1376500"/>
                  <a:pt x="6744269" y="1407072"/>
                </a:cubicBezTo>
                <a:cubicBezTo>
                  <a:pt x="6808090" y="1464778"/>
                  <a:pt x="6879934" y="1490000"/>
                  <a:pt x="6956365" y="1507197"/>
                </a:cubicBezTo>
                <a:cubicBezTo>
                  <a:pt x="6979295" y="1512547"/>
                  <a:pt x="7001843" y="1523247"/>
                  <a:pt x="7004134" y="1549234"/>
                </a:cubicBezTo>
                <a:cubicBezTo>
                  <a:pt x="7006427" y="1576366"/>
                  <a:pt x="6983115" y="1587066"/>
                  <a:pt x="6963627" y="1599678"/>
                </a:cubicBezTo>
                <a:cubicBezTo>
                  <a:pt x="6936493" y="1617256"/>
                  <a:pt x="6910125" y="1632543"/>
                  <a:pt x="6875731" y="1634837"/>
                </a:cubicBezTo>
                <a:cubicBezTo>
                  <a:pt x="6819171" y="1638275"/>
                  <a:pt x="6792040" y="1687191"/>
                  <a:pt x="6759175" y="1723878"/>
                </a:cubicBezTo>
                <a:cubicBezTo>
                  <a:pt x="6740831" y="1744515"/>
                  <a:pt x="6731659" y="1786169"/>
                  <a:pt x="6763759" y="1793431"/>
                </a:cubicBezTo>
                <a:cubicBezTo>
                  <a:pt x="6840955" y="1811009"/>
                  <a:pt x="6834840" y="1861837"/>
                  <a:pt x="6832931" y="1919543"/>
                </a:cubicBezTo>
                <a:cubicBezTo>
                  <a:pt x="6830255" y="1991005"/>
                  <a:pt x="6784777" y="2023871"/>
                  <a:pt x="6728984" y="2051386"/>
                </a:cubicBezTo>
                <a:cubicBezTo>
                  <a:pt x="6709875" y="2060939"/>
                  <a:pt x="6682743" y="2060556"/>
                  <a:pt x="6675481" y="2090365"/>
                </a:cubicBezTo>
                <a:cubicBezTo>
                  <a:pt x="6706819" y="2118645"/>
                  <a:pt x="6745034" y="2095715"/>
                  <a:pt x="6778665" y="2103740"/>
                </a:cubicBezTo>
                <a:cubicBezTo>
                  <a:pt x="6806561" y="2110237"/>
                  <a:pt x="6852802" y="2106799"/>
                  <a:pt x="6814587" y="2158771"/>
                </a:cubicBezTo>
                <a:cubicBezTo>
                  <a:pt x="6803503" y="2173674"/>
                  <a:pt x="6816497" y="2185139"/>
                  <a:pt x="6830637" y="2186286"/>
                </a:cubicBezTo>
                <a:cubicBezTo>
                  <a:pt x="6943755" y="2198133"/>
                  <a:pt x="6891781" y="2303226"/>
                  <a:pt x="6928087" y="2358639"/>
                </a:cubicBezTo>
                <a:cubicBezTo>
                  <a:pt x="6938021" y="2373923"/>
                  <a:pt x="6927321" y="2400292"/>
                  <a:pt x="6911653" y="2406789"/>
                </a:cubicBezTo>
                <a:cubicBezTo>
                  <a:pt x="6811528" y="2449592"/>
                  <a:pt x="6797771" y="2551626"/>
                  <a:pt x="6749237" y="2639522"/>
                </a:cubicBezTo>
                <a:cubicBezTo>
                  <a:pt x="6801975" y="2674298"/>
                  <a:pt x="6865031" y="2681941"/>
                  <a:pt x="6921971" y="2704488"/>
                </a:cubicBezTo>
                <a:cubicBezTo>
                  <a:pt x="6981205" y="2728182"/>
                  <a:pt x="6981205" y="2745760"/>
                  <a:pt x="6932290" y="2814548"/>
                </a:cubicBezTo>
                <a:cubicBezTo>
                  <a:pt x="7059546" y="2829453"/>
                  <a:pt x="7059546" y="2829453"/>
                  <a:pt x="7020186" y="2937603"/>
                </a:cubicBezTo>
                <a:cubicBezTo>
                  <a:pt x="7126808" y="2947538"/>
                  <a:pt x="7197123" y="2998747"/>
                  <a:pt x="7213555" y="3110719"/>
                </a:cubicBezTo>
                <a:cubicBezTo>
                  <a:pt x="7221580" y="3164984"/>
                  <a:pt x="7269733" y="3190588"/>
                  <a:pt x="7323233" y="3226893"/>
                </a:cubicBezTo>
                <a:cubicBezTo>
                  <a:pt x="7256739" y="3262053"/>
                  <a:pt x="7211645" y="3335425"/>
                  <a:pt x="7134067" y="3257847"/>
                </a:cubicBezTo>
                <a:cubicBezTo>
                  <a:pt x="7105789" y="3229569"/>
                  <a:pt x="7108462" y="3265491"/>
                  <a:pt x="7104643" y="3275809"/>
                </a:cubicBezTo>
                <a:cubicBezTo>
                  <a:pt x="7095471" y="3301031"/>
                  <a:pt x="7114577" y="3317846"/>
                  <a:pt x="7127189" y="3336953"/>
                </a:cubicBezTo>
                <a:cubicBezTo>
                  <a:pt x="7139417" y="3356062"/>
                  <a:pt x="7153939" y="3376315"/>
                  <a:pt x="7157379" y="3397718"/>
                </a:cubicBezTo>
                <a:cubicBezTo>
                  <a:pt x="7159671" y="3412621"/>
                  <a:pt x="7148589" y="3434403"/>
                  <a:pt x="7136361" y="3445487"/>
                </a:cubicBezTo>
                <a:cubicBezTo>
                  <a:pt x="7072159" y="3503956"/>
                  <a:pt x="7110374" y="3635418"/>
                  <a:pt x="6988849" y="3652233"/>
                </a:cubicBezTo>
                <a:cubicBezTo>
                  <a:pt x="6934199" y="3659874"/>
                  <a:pt x="6907831" y="3708027"/>
                  <a:pt x="6867705" y="3734395"/>
                </a:cubicBezTo>
                <a:cubicBezTo>
                  <a:pt x="6728219" y="3826495"/>
                  <a:pt x="6634972" y="3944964"/>
                  <a:pt x="6591791" y="4107760"/>
                </a:cubicBezTo>
                <a:cubicBezTo>
                  <a:pt x="6579943" y="4152854"/>
                  <a:pt x="6534466" y="4189160"/>
                  <a:pt x="6505041" y="4228904"/>
                </a:cubicBezTo>
                <a:cubicBezTo>
                  <a:pt x="6519181" y="4257948"/>
                  <a:pt x="6596375" y="4195273"/>
                  <a:pt x="6569243" y="4271704"/>
                </a:cubicBezTo>
                <a:cubicBezTo>
                  <a:pt x="6548606" y="4329029"/>
                  <a:pt x="6495869" y="4364569"/>
                  <a:pt x="6446188" y="4398582"/>
                </a:cubicBezTo>
                <a:cubicBezTo>
                  <a:pt x="6389629" y="4437179"/>
                  <a:pt x="6326957" y="4468132"/>
                  <a:pt x="6301351" y="4539595"/>
                </a:cubicBezTo>
                <a:cubicBezTo>
                  <a:pt x="6296001" y="4554882"/>
                  <a:pt x="6278804" y="4570932"/>
                  <a:pt x="6263519" y="4577047"/>
                </a:cubicBezTo>
                <a:cubicBezTo>
                  <a:pt x="5466343" y="5834719"/>
                  <a:pt x="3503978" y="5843126"/>
                  <a:pt x="3277744" y="5834336"/>
                </a:cubicBezTo>
                <a:cubicBezTo>
                  <a:pt x="3003739" y="5823254"/>
                  <a:pt x="2744636" y="5745676"/>
                  <a:pt x="2490505" y="5648992"/>
                </a:cubicBezTo>
                <a:cubicBezTo>
                  <a:pt x="2383118" y="5608101"/>
                  <a:pt x="2283377" y="5550014"/>
                  <a:pt x="2179046" y="5504920"/>
                </a:cubicBezTo>
                <a:cubicBezTo>
                  <a:pt x="2034975" y="5442627"/>
                  <a:pt x="1923768" y="5323777"/>
                  <a:pt x="1780078" y="5273715"/>
                </a:cubicBezTo>
                <a:cubicBezTo>
                  <a:pt x="1632184" y="5222124"/>
                  <a:pt x="1505691" y="5127731"/>
                  <a:pt x="1353592" y="5087606"/>
                </a:cubicBezTo>
                <a:cubicBezTo>
                  <a:pt x="1273341" y="5066205"/>
                  <a:pt x="1195763" y="5027608"/>
                  <a:pt x="1208373" y="4917165"/>
                </a:cubicBezTo>
                <a:cubicBezTo>
                  <a:pt x="1211813" y="4885828"/>
                  <a:pt x="1190795" y="4860224"/>
                  <a:pt x="1157548" y="4869396"/>
                </a:cubicBezTo>
                <a:cubicBezTo>
                  <a:pt x="1094110" y="4886593"/>
                  <a:pt x="1065448" y="4841115"/>
                  <a:pt x="1030289" y="4807103"/>
                </a:cubicBezTo>
                <a:cubicBezTo>
                  <a:pt x="967617" y="4746725"/>
                  <a:pt x="908001" y="4682522"/>
                  <a:pt x="808258" y="4672585"/>
                </a:cubicBezTo>
                <a:cubicBezTo>
                  <a:pt x="827365" y="4625197"/>
                  <a:pt x="859849" y="4632078"/>
                  <a:pt x="889658" y="4642013"/>
                </a:cubicBezTo>
                <a:cubicBezTo>
                  <a:pt x="967998" y="4668000"/>
                  <a:pt x="1045576" y="4697425"/>
                  <a:pt x="1123917" y="4723412"/>
                </a:cubicBezTo>
                <a:cubicBezTo>
                  <a:pt x="1175126" y="4740228"/>
                  <a:pt x="1225954" y="4763921"/>
                  <a:pt x="1294360" y="4745194"/>
                </a:cubicBezTo>
                <a:cubicBezTo>
                  <a:pt x="1235507" y="4649656"/>
                  <a:pt x="1135383" y="4632459"/>
                  <a:pt x="1054367" y="4603034"/>
                </a:cubicBezTo>
                <a:cubicBezTo>
                  <a:pt x="953095" y="4565966"/>
                  <a:pt x="893480" y="4496029"/>
                  <a:pt x="822015" y="4418070"/>
                </a:cubicBezTo>
                <a:cubicBezTo>
                  <a:pt x="896536" y="4399344"/>
                  <a:pt x="942777" y="4456669"/>
                  <a:pt x="1001246" y="4453610"/>
                </a:cubicBezTo>
                <a:cubicBezTo>
                  <a:pt x="1004304" y="4443675"/>
                  <a:pt x="1009654" y="4429153"/>
                  <a:pt x="1008889" y="4428770"/>
                </a:cubicBezTo>
                <a:cubicBezTo>
                  <a:pt x="913351" y="4385969"/>
                  <a:pt x="868639" y="4305717"/>
                  <a:pt x="853733" y="4208648"/>
                </a:cubicBezTo>
                <a:cubicBezTo>
                  <a:pt x="846092" y="4158588"/>
                  <a:pt x="811315" y="4142920"/>
                  <a:pt x="776921" y="4119989"/>
                </a:cubicBezTo>
                <a:cubicBezTo>
                  <a:pt x="656924" y="4038591"/>
                  <a:pt x="530049" y="3964835"/>
                  <a:pt x="431453" y="3852864"/>
                </a:cubicBezTo>
                <a:cubicBezTo>
                  <a:pt x="545336" y="3867767"/>
                  <a:pt x="636671" y="3940758"/>
                  <a:pt x="759342" y="3972095"/>
                </a:cubicBezTo>
                <a:cubicBezTo>
                  <a:pt x="661893" y="3849042"/>
                  <a:pt x="535781" y="3786751"/>
                  <a:pt x="420753" y="3712230"/>
                </a:cubicBezTo>
                <a:cubicBezTo>
                  <a:pt x="368397" y="3678218"/>
                  <a:pt x="319865" y="3634652"/>
                  <a:pt x="256425" y="3616309"/>
                </a:cubicBezTo>
                <a:cubicBezTo>
                  <a:pt x="233878" y="3609812"/>
                  <a:pt x="196810" y="3596055"/>
                  <a:pt x="214772" y="3559749"/>
                </a:cubicBezTo>
                <a:cubicBezTo>
                  <a:pt x="230057" y="3529561"/>
                  <a:pt x="260247" y="3538731"/>
                  <a:pt x="287762" y="3547521"/>
                </a:cubicBezTo>
                <a:cubicBezTo>
                  <a:pt x="353875" y="3569305"/>
                  <a:pt x="422281" y="3569687"/>
                  <a:pt x="511706" y="3569305"/>
                </a:cubicBezTo>
                <a:cubicBezTo>
                  <a:pt x="436803" y="3469562"/>
                  <a:pt x="299609" y="3499371"/>
                  <a:pt x="235409" y="3394659"/>
                </a:cubicBezTo>
                <a:cubicBezTo>
                  <a:pt x="315659" y="3376315"/>
                  <a:pt x="377569" y="3414149"/>
                  <a:pt x="442537" y="3421409"/>
                </a:cubicBezTo>
                <a:cubicBezTo>
                  <a:pt x="501387" y="3427906"/>
                  <a:pt x="515909" y="3410328"/>
                  <a:pt x="502152" y="3352622"/>
                </a:cubicBezTo>
                <a:cubicBezTo>
                  <a:pt x="480752" y="3262815"/>
                  <a:pt x="512852" y="3216956"/>
                  <a:pt x="598455" y="3241415"/>
                </a:cubicBezTo>
                <a:cubicBezTo>
                  <a:pt x="677943" y="3264344"/>
                  <a:pt x="686349" y="3230715"/>
                  <a:pt x="664949" y="3179506"/>
                </a:cubicBezTo>
                <a:cubicBezTo>
                  <a:pt x="634377" y="3104987"/>
                  <a:pt x="669153" y="3047281"/>
                  <a:pt x="692846" y="2984607"/>
                </a:cubicBezTo>
                <a:cubicBezTo>
                  <a:pt x="729152" y="2889069"/>
                  <a:pt x="713865" y="2842445"/>
                  <a:pt x="635524" y="2771366"/>
                </a:cubicBezTo>
                <a:cubicBezTo>
                  <a:pt x="591577" y="2731620"/>
                  <a:pt x="544190" y="2697991"/>
                  <a:pt x="480368" y="2663598"/>
                </a:cubicBezTo>
                <a:cubicBezTo>
                  <a:pt x="627499" y="2644872"/>
                  <a:pt x="473109" y="2581817"/>
                  <a:pt x="525081" y="2542454"/>
                </a:cubicBezTo>
                <a:cubicBezTo>
                  <a:pt x="629027" y="2526404"/>
                  <a:pt x="713865" y="2651751"/>
                  <a:pt x="855264" y="2615829"/>
                </a:cubicBezTo>
                <a:cubicBezTo>
                  <a:pt x="680618" y="2507295"/>
                  <a:pt x="487630" y="2471755"/>
                  <a:pt x="361137" y="2327301"/>
                </a:cubicBezTo>
                <a:cubicBezTo>
                  <a:pt x="390181" y="2294436"/>
                  <a:pt x="419224" y="2325008"/>
                  <a:pt x="444065" y="2312780"/>
                </a:cubicBezTo>
                <a:cubicBezTo>
                  <a:pt x="443300" y="2305136"/>
                  <a:pt x="445212" y="2293671"/>
                  <a:pt x="440625" y="2290233"/>
                </a:cubicBezTo>
                <a:cubicBezTo>
                  <a:pt x="346234" y="2211508"/>
                  <a:pt x="344703" y="2209598"/>
                  <a:pt x="445975" y="2151509"/>
                </a:cubicBezTo>
                <a:cubicBezTo>
                  <a:pt x="481515" y="2131255"/>
                  <a:pt x="478459" y="2113293"/>
                  <a:pt x="459734" y="2087690"/>
                </a:cubicBezTo>
                <a:cubicBezTo>
                  <a:pt x="446356" y="2069728"/>
                  <a:pt x="430306" y="2053677"/>
                  <a:pt x="437950" y="2014315"/>
                </a:cubicBezTo>
                <a:cubicBezTo>
                  <a:pt x="493362" y="2064761"/>
                  <a:pt x="761252" y="2048327"/>
                  <a:pt x="808640" y="2042977"/>
                </a:cubicBezTo>
                <a:cubicBezTo>
                  <a:pt x="861758" y="2037246"/>
                  <a:pt x="914114" y="2012787"/>
                  <a:pt x="969908" y="2026162"/>
                </a:cubicBezTo>
                <a:cubicBezTo>
                  <a:pt x="1014621" y="2036864"/>
                  <a:pt x="1221748" y="2140427"/>
                  <a:pt x="1251176" y="2021577"/>
                </a:cubicBezTo>
                <a:cubicBezTo>
                  <a:pt x="1252704" y="2015846"/>
                  <a:pt x="1336395" y="2029221"/>
                  <a:pt x="1381491" y="2035718"/>
                </a:cubicBezTo>
                <a:cubicBezTo>
                  <a:pt x="1421235" y="2041068"/>
                  <a:pt x="1465947" y="2064761"/>
                  <a:pt x="1492697" y="2017374"/>
                </a:cubicBezTo>
                <a:cubicBezTo>
                  <a:pt x="1508366" y="1989477"/>
                  <a:pt x="1443782" y="1935593"/>
                  <a:pt x="1386076" y="1931006"/>
                </a:cubicBezTo>
                <a:cubicBezTo>
                  <a:pt x="1336013" y="1926802"/>
                  <a:pt x="1283658" y="1920687"/>
                  <a:pt x="1235889" y="1932153"/>
                </a:cubicBezTo>
                <a:cubicBezTo>
                  <a:pt x="1177038" y="1945911"/>
                  <a:pt x="1145320" y="1923746"/>
                  <a:pt x="1128886" y="1875977"/>
                </a:cubicBezTo>
                <a:cubicBezTo>
                  <a:pt x="1110542" y="1823240"/>
                  <a:pt x="1075383" y="1798781"/>
                  <a:pt x="1026851" y="1774322"/>
                </a:cubicBezTo>
                <a:cubicBezTo>
                  <a:pt x="909146" y="1715090"/>
                  <a:pt x="796030" y="1646684"/>
                  <a:pt x="666861" y="1612290"/>
                </a:cubicBezTo>
                <a:cubicBezTo>
                  <a:pt x="641255" y="1605409"/>
                  <a:pt x="612977" y="1596238"/>
                  <a:pt x="601130" y="1550762"/>
                </a:cubicBezTo>
                <a:cubicBezTo>
                  <a:pt x="950802" y="1618785"/>
                  <a:pt x="1269520" y="1796106"/>
                  <a:pt x="1630272" y="1785787"/>
                </a:cubicBezTo>
                <a:cubicBezTo>
                  <a:pt x="1531678" y="1729610"/>
                  <a:pt x="1417413" y="1726553"/>
                  <a:pt x="1312320" y="1687191"/>
                </a:cubicBezTo>
                <a:cubicBezTo>
                  <a:pt x="1386841" y="1657765"/>
                  <a:pt x="1456775" y="1688337"/>
                  <a:pt x="1527473" y="1705153"/>
                </a:cubicBezTo>
                <a:cubicBezTo>
                  <a:pt x="1586707" y="1718909"/>
                  <a:pt x="1640210" y="1721203"/>
                  <a:pt x="1646706" y="1639040"/>
                </a:cubicBezTo>
                <a:cubicBezTo>
                  <a:pt x="1644413" y="1633690"/>
                  <a:pt x="1644794" y="1626812"/>
                  <a:pt x="1645178" y="1620315"/>
                </a:cubicBezTo>
                <a:cubicBezTo>
                  <a:pt x="1625304" y="1586303"/>
                  <a:pt x="1594350" y="1568725"/>
                  <a:pt x="1557663" y="1558787"/>
                </a:cubicBezTo>
                <a:cubicBezTo>
                  <a:pt x="1535498" y="1552672"/>
                  <a:pt x="1506073" y="1543500"/>
                  <a:pt x="1506454" y="1519044"/>
                </a:cubicBezTo>
                <a:cubicBezTo>
                  <a:pt x="1507601" y="1428472"/>
                  <a:pt x="1436904" y="1402104"/>
                  <a:pt x="1366204" y="1375735"/>
                </a:cubicBezTo>
                <a:cubicBezTo>
                  <a:pt x="1405566" y="1330641"/>
                  <a:pt x="1436520" y="1363888"/>
                  <a:pt x="1466329" y="1360450"/>
                </a:cubicBezTo>
                <a:cubicBezTo>
                  <a:pt x="1485819" y="1358157"/>
                  <a:pt x="1503397" y="1353953"/>
                  <a:pt x="1503397" y="1330641"/>
                </a:cubicBezTo>
                <a:cubicBezTo>
                  <a:pt x="1503779" y="1311151"/>
                  <a:pt x="1494607" y="1288985"/>
                  <a:pt x="1475501" y="1288604"/>
                </a:cubicBezTo>
                <a:cubicBezTo>
                  <a:pt x="1355885" y="1285163"/>
                  <a:pt x="1289773" y="1159817"/>
                  <a:pt x="1165573" y="1159435"/>
                </a:cubicBezTo>
                <a:cubicBezTo>
                  <a:pt x="1091435" y="1159435"/>
                  <a:pt x="1204170" y="1088738"/>
                  <a:pt x="1141498" y="1059311"/>
                </a:cubicBezTo>
                <a:cubicBezTo>
                  <a:pt x="1127739" y="1052814"/>
                  <a:pt x="1177420" y="1042879"/>
                  <a:pt x="1199585" y="1044407"/>
                </a:cubicBezTo>
                <a:cubicBezTo>
                  <a:pt x="1221367" y="1045935"/>
                  <a:pt x="1240857" y="1064661"/>
                  <a:pt x="1267226" y="1051286"/>
                </a:cubicBezTo>
                <a:cubicBezTo>
                  <a:pt x="1281748" y="1003517"/>
                  <a:pt x="1244298" y="985938"/>
                  <a:pt x="1213342" y="972561"/>
                </a:cubicBezTo>
                <a:cubicBezTo>
                  <a:pt x="1141879" y="941607"/>
                  <a:pt x="1072327" y="904157"/>
                  <a:pt x="993986" y="893073"/>
                </a:cubicBezTo>
                <a:cubicBezTo>
                  <a:pt x="966089" y="889252"/>
                  <a:pt x="1034111" y="838042"/>
                  <a:pt x="1047486" y="820083"/>
                </a:cubicBezTo>
                <a:cubicBezTo>
                  <a:pt x="732209" y="631299"/>
                  <a:pt x="353112" y="640852"/>
                  <a:pt x="0" y="488371"/>
                </a:cubicBezTo>
                <a:cubicBezTo>
                  <a:pt x="77960" y="458564"/>
                  <a:pt x="135284" y="480346"/>
                  <a:pt x="188403" y="484933"/>
                </a:cubicBezTo>
                <a:cubicBezTo>
                  <a:pt x="321009" y="496396"/>
                  <a:pt x="452090" y="520090"/>
                  <a:pt x="584315" y="534230"/>
                </a:cubicBezTo>
                <a:cubicBezTo>
                  <a:pt x="649281" y="541108"/>
                  <a:pt x="709662" y="567096"/>
                  <a:pt x="782271" y="525824"/>
                </a:cubicBezTo>
                <a:cubicBezTo>
                  <a:pt x="830805" y="498308"/>
                  <a:pt x="908383" y="528115"/>
                  <a:pt x="967998" y="552574"/>
                </a:cubicBezTo>
                <a:cubicBezTo>
                  <a:pt x="1017296" y="572827"/>
                  <a:pt x="1064301" y="578177"/>
                  <a:pt x="1129651" y="552574"/>
                </a:cubicBezTo>
                <a:cubicBezTo>
                  <a:pt x="1070417" y="536905"/>
                  <a:pt x="1024939" y="523149"/>
                  <a:pt x="978317" y="513593"/>
                </a:cubicBezTo>
                <a:cubicBezTo>
                  <a:pt x="941248" y="505952"/>
                  <a:pt x="1029526" y="474996"/>
                  <a:pt x="1074620" y="478818"/>
                </a:cubicBezTo>
                <a:cubicBezTo>
                  <a:pt x="1137676" y="484168"/>
                  <a:pt x="1102136" y="464296"/>
                  <a:pt x="1091435" y="436781"/>
                </a:cubicBezTo>
                <a:cubicBezTo>
                  <a:pt x="1079970" y="407355"/>
                  <a:pt x="1113982" y="398184"/>
                  <a:pt x="1135383" y="404296"/>
                </a:cubicBezTo>
                <a:cubicBezTo>
                  <a:pt x="1217545" y="428374"/>
                  <a:pt x="1299326" y="385955"/>
                  <a:pt x="1384166" y="420349"/>
                </a:cubicBezTo>
                <a:cubicBezTo>
                  <a:pt x="1362764" y="335509"/>
                  <a:pt x="1316523" y="298440"/>
                  <a:pt x="1219839" y="286593"/>
                </a:cubicBezTo>
                <a:cubicBezTo>
                  <a:pt x="1183533" y="282009"/>
                  <a:pt x="1145701" y="288887"/>
                  <a:pt x="1114364" y="264428"/>
                </a:cubicBezTo>
                <a:cubicBezTo>
                  <a:pt x="1096402" y="250290"/>
                  <a:pt x="1076148" y="233474"/>
                  <a:pt x="1090289" y="207487"/>
                </a:cubicBezTo>
                <a:cubicBezTo>
                  <a:pt x="1100223" y="189144"/>
                  <a:pt x="1121626" y="189144"/>
                  <a:pt x="1139204" y="195259"/>
                </a:cubicBezTo>
                <a:cubicBezTo>
                  <a:pt x="1217929" y="222393"/>
                  <a:pt x="1300091" y="232328"/>
                  <a:pt x="1382254" y="242265"/>
                </a:cubicBezTo>
                <a:cubicBezTo>
                  <a:pt x="1394866" y="243793"/>
                  <a:pt x="1409004" y="248762"/>
                  <a:pt x="1423145" y="223537"/>
                </a:cubicBezTo>
                <a:cubicBezTo>
                  <a:pt x="1269520" y="182647"/>
                  <a:pt x="1123536" y="124559"/>
                  <a:pt x="965705" y="102013"/>
                </a:cubicBezTo>
                <a:cubicBezTo>
                  <a:pt x="967998" y="91312"/>
                  <a:pt x="970292" y="80612"/>
                  <a:pt x="972586" y="69912"/>
                </a:cubicBezTo>
                <a:cubicBezTo>
                  <a:pt x="1096020" y="85197"/>
                  <a:pt x="1219457" y="100484"/>
                  <a:pt x="1375376" y="119593"/>
                </a:cubicBezTo>
                <a:cubicBezTo>
                  <a:pt x="1279454" y="58828"/>
                  <a:pt x="1188885" y="79084"/>
                  <a:pt x="1117804" y="25200"/>
                </a:cubicBezTo>
                <a:cubicBezTo>
                  <a:pt x="1131179" y="4755"/>
                  <a:pt x="1147325" y="-405"/>
                  <a:pt x="1164045" y="25"/>
                </a:cubicBezTo>
                <a:close/>
              </a:path>
            </a:pathLst>
          </a:custGeom>
          <a:solidFill>
            <a:schemeClr val="bg2">
              <a:alpha val="50000"/>
            </a:schemeClr>
          </a:solidFill>
          <a:ln w="32707"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D0C10665-6C3E-C943-8A50-69EC4B6D0307}"/>
              </a:ext>
            </a:extLst>
          </p:cNvPr>
          <p:cNvSpPr>
            <a:spLocks noGrp="1"/>
          </p:cNvSpPr>
          <p:nvPr>
            <p:ph type="title"/>
          </p:nvPr>
        </p:nvSpPr>
        <p:spPr>
          <a:xfrm>
            <a:off x="3325473" y="1998925"/>
            <a:ext cx="5541054" cy="2149412"/>
          </a:xfrm>
        </p:spPr>
        <p:txBody>
          <a:bodyPr vert="horz" lIns="91440" tIns="45720" rIns="91440" bIns="45720" rtlCol="0" anchor="b">
            <a:normAutofit/>
          </a:bodyPr>
          <a:lstStyle/>
          <a:p>
            <a:pPr algn="ctr"/>
            <a:r>
              <a:rPr lang="en-US" sz="5200" kern="1200" dirty="0">
                <a:solidFill>
                  <a:schemeClr val="tx1"/>
                </a:solidFill>
                <a:latin typeface="+mj-lt"/>
                <a:ea typeface="+mj-ea"/>
                <a:cs typeface="+mj-cs"/>
              </a:rPr>
              <a:t>Lesson 01: Azure Active Directory</a:t>
            </a:r>
          </a:p>
        </p:txBody>
      </p:sp>
    </p:spTree>
    <p:extLst>
      <p:ext uri="{BB962C8B-B14F-4D97-AF65-F5344CB8AC3E}">
        <p14:creationId xmlns:p14="http://schemas.microsoft.com/office/powerpoint/2010/main" val="24939207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5F55C16-BC21-49EF-A4FF-C3155BB93B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24D1F11-6A55-9AB9-9FFE-4251347B985F}"/>
              </a:ext>
            </a:extLst>
          </p:cNvPr>
          <p:cNvSpPr>
            <a:spLocks noGrp="1"/>
          </p:cNvSpPr>
          <p:nvPr>
            <p:ph type="title"/>
          </p:nvPr>
        </p:nvSpPr>
        <p:spPr>
          <a:xfrm>
            <a:off x="6248400" y="365125"/>
            <a:ext cx="5105398" cy="1952744"/>
          </a:xfrm>
        </p:spPr>
        <p:txBody>
          <a:bodyPr>
            <a:normAutofit/>
          </a:bodyPr>
          <a:lstStyle/>
          <a:p>
            <a:r>
              <a:rPr lang="en-US"/>
              <a:t>Azure Active Directory Overview</a:t>
            </a:r>
            <a:endParaRPr lang="en-US" dirty="0"/>
          </a:p>
        </p:txBody>
      </p:sp>
      <p:sp>
        <p:nvSpPr>
          <p:cNvPr id="12" name="Freeform: Shape 11">
            <a:extLst>
              <a:ext uri="{FF2B5EF4-FFF2-40B4-BE49-F238E27FC236}">
                <a16:creationId xmlns:a16="http://schemas.microsoft.com/office/drawing/2014/main" id="{0C5F069E-AFE6-4825-8945-46F2918A50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6116569" cy="6858000"/>
          </a:xfrm>
          <a:custGeom>
            <a:avLst/>
            <a:gdLst>
              <a:gd name="connsiteX0" fmla="*/ 0 w 6116569"/>
              <a:gd name="connsiteY0" fmla="*/ 0 h 6879321"/>
              <a:gd name="connsiteX1" fmla="*/ 2935851 w 6116569"/>
              <a:gd name="connsiteY1" fmla="*/ 0 h 6879321"/>
              <a:gd name="connsiteX2" fmla="*/ 3238280 w 6116569"/>
              <a:gd name="connsiteY2" fmla="*/ 31980 h 6879321"/>
              <a:gd name="connsiteX3" fmla="*/ 3660541 w 6116569"/>
              <a:gd name="connsiteY3" fmla="*/ 550772 h 6879321"/>
              <a:gd name="connsiteX4" fmla="*/ 3808902 w 6116569"/>
              <a:gd name="connsiteY4" fmla="*/ 589860 h 6879321"/>
              <a:gd name="connsiteX5" fmla="*/ 4413762 w 6116569"/>
              <a:gd name="connsiteY5" fmla="*/ 625393 h 6879321"/>
              <a:gd name="connsiteX6" fmla="*/ 4567830 w 6116569"/>
              <a:gd name="connsiteY6" fmla="*/ 721333 h 6879321"/>
              <a:gd name="connsiteX7" fmla="*/ 4171247 w 6116569"/>
              <a:gd name="connsiteY7" fmla="*/ 792401 h 6879321"/>
              <a:gd name="connsiteX8" fmla="*/ 4376671 w 6116569"/>
              <a:gd name="connsiteY8" fmla="*/ 842148 h 6879321"/>
              <a:gd name="connsiteX9" fmla="*/ 4527887 w 6116569"/>
              <a:gd name="connsiteY9" fmla="*/ 813722 h 6879321"/>
              <a:gd name="connsiteX10" fmla="*/ 4633452 w 6116569"/>
              <a:gd name="connsiteY10" fmla="*/ 799508 h 6879321"/>
              <a:gd name="connsiteX11" fmla="*/ 4947293 w 6116569"/>
              <a:gd name="connsiteY11" fmla="*/ 870576 h 6879321"/>
              <a:gd name="connsiteX12" fmla="*/ 5263988 w 6116569"/>
              <a:gd name="connsiteY12" fmla="*/ 820828 h 6879321"/>
              <a:gd name="connsiteX13" fmla="*/ 5249723 w 6116569"/>
              <a:gd name="connsiteY13" fmla="*/ 895449 h 6879321"/>
              <a:gd name="connsiteX14" fmla="*/ 4744723 w 6116569"/>
              <a:gd name="connsiteY14" fmla="*/ 1197485 h 6879321"/>
              <a:gd name="connsiteX15" fmla="*/ 4767548 w 6116569"/>
              <a:gd name="connsiteY15" fmla="*/ 1346727 h 6879321"/>
              <a:gd name="connsiteX16" fmla="*/ 4539299 w 6116569"/>
              <a:gd name="connsiteY16" fmla="*/ 1421348 h 6879321"/>
              <a:gd name="connsiteX17" fmla="*/ 4607773 w 6116569"/>
              <a:gd name="connsiteY17" fmla="*/ 1485309 h 6879321"/>
              <a:gd name="connsiteX18" fmla="*/ 4579242 w 6116569"/>
              <a:gd name="connsiteY18" fmla="*/ 1535055 h 6879321"/>
              <a:gd name="connsiteX19" fmla="*/ 5278255 w 6116569"/>
              <a:gd name="connsiteY19" fmla="*/ 1609676 h 6879321"/>
              <a:gd name="connsiteX20" fmla="*/ 5771843 w 6116569"/>
              <a:gd name="connsiteY20" fmla="*/ 1630997 h 6879321"/>
              <a:gd name="connsiteX21" fmla="*/ 6105656 w 6116569"/>
              <a:gd name="connsiteY21" fmla="*/ 1748257 h 6879321"/>
              <a:gd name="connsiteX22" fmla="*/ 5691955 w 6116569"/>
              <a:gd name="connsiteY22" fmla="*/ 2167555 h 6879321"/>
              <a:gd name="connsiteX23" fmla="*/ 5475118 w 6116569"/>
              <a:gd name="connsiteY23" fmla="*/ 2348776 h 6879321"/>
              <a:gd name="connsiteX24" fmla="*/ 5826051 w 6116569"/>
              <a:gd name="connsiteY24" fmla="*/ 2291922 h 6879321"/>
              <a:gd name="connsiteX25" fmla="*/ 5552153 w 6116569"/>
              <a:gd name="connsiteY25" fmla="*/ 2597513 h 6879321"/>
              <a:gd name="connsiteX26" fmla="*/ 5603508 w 6116569"/>
              <a:gd name="connsiteY26" fmla="*/ 2647260 h 6879321"/>
              <a:gd name="connsiteX27" fmla="*/ 5700515 w 6116569"/>
              <a:gd name="connsiteY27" fmla="*/ 2679240 h 6879321"/>
              <a:gd name="connsiteX28" fmla="*/ 5246870 w 6116569"/>
              <a:gd name="connsiteY28" fmla="*/ 2888889 h 6879321"/>
              <a:gd name="connsiteX29" fmla="*/ 4836022 w 6116569"/>
              <a:gd name="connsiteY29" fmla="*/ 3169605 h 6879321"/>
              <a:gd name="connsiteX30" fmla="*/ 4736163 w 6116569"/>
              <a:gd name="connsiteY30" fmla="*/ 3233565 h 6879321"/>
              <a:gd name="connsiteX31" fmla="*/ 4853141 w 6116569"/>
              <a:gd name="connsiteY31" fmla="*/ 3233565 h 6879321"/>
              <a:gd name="connsiteX32" fmla="*/ 4944440 w 6116569"/>
              <a:gd name="connsiteY32" fmla="*/ 3226459 h 6879321"/>
              <a:gd name="connsiteX33" fmla="*/ 5109921 w 6116569"/>
              <a:gd name="connsiteY33" fmla="*/ 3283313 h 6879321"/>
              <a:gd name="connsiteX34" fmla="*/ 5694809 w 6116569"/>
              <a:gd name="connsiteY34" fmla="*/ 3141178 h 6879321"/>
              <a:gd name="connsiteX35" fmla="*/ 5566419 w 6116569"/>
              <a:gd name="connsiteY35" fmla="*/ 3301079 h 6879321"/>
              <a:gd name="connsiteX36" fmla="*/ 5415203 w 6116569"/>
              <a:gd name="connsiteY36" fmla="*/ 3397020 h 6879321"/>
              <a:gd name="connsiteX37" fmla="*/ 5612068 w 6116569"/>
              <a:gd name="connsiteY37" fmla="*/ 3432554 h 6879321"/>
              <a:gd name="connsiteX38" fmla="*/ 5206927 w 6116569"/>
              <a:gd name="connsiteY38" fmla="*/ 3599562 h 6879321"/>
              <a:gd name="connsiteX39" fmla="*/ 5301079 w 6116569"/>
              <a:gd name="connsiteY39" fmla="*/ 3723930 h 6879321"/>
              <a:gd name="connsiteX40" fmla="*/ 4507915 w 6116569"/>
              <a:gd name="connsiteY40" fmla="*/ 4306683 h 6879321"/>
              <a:gd name="connsiteX41" fmla="*/ 3982942 w 6116569"/>
              <a:gd name="connsiteY41" fmla="*/ 4587399 h 6879321"/>
              <a:gd name="connsiteX42" fmla="*/ 4185513 w 6116569"/>
              <a:gd name="connsiteY42" fmla="*/ 4541205 h 6879321"/>
              <a:gd name="connsiteX43" fmla="*/ 5212633 w 6116569"/>
              <a:gd name="connsiteY43" fmla="*/ 4455924 h 6879321"/>
              <a:gd name="connsiteX44" fmla="*/ 5312492 w 6116569"/>
              <a:gd name="connsiteY44" fmla="*/ 4473691 h 6879321"/>
              <a:gd name="connsiteX45" fmla="*/ 4596361 w 6116569"/>
              <a:gd name="connsiteY45" fmla="*/ 4818368 h 6879321"/>
              <a:gd name="connsiteX46" fmla="*/ 4873113 w 6116569"/>
              <a:gd name="connsiteY46" fmla="*/ 4885882 h 6879321"/>
              <a:gd name="connsiteX47" fmla="*/ 4935881 w 6116569"/>
              <a:gd name="connsiteY47" fmla="*/ 4914309 h 6879321"/>
              <a:gd name="connsiteX48" fmla="*/ 4873113 w 6116569"/>
              <a:gd name="connsiteY48" fmla="*/ 5003143 h 6879321"/>
              <a:gd name="connsiteX49" fmla="*/ 4721898 w 6116569"/>
              <a:gd name="connsiteY49" fmla="*/ 5095530 h 6879321"/>
              <a:gd name="connsiteX50" fmla="*/ 5132745 w 6116569"/>
              <a:gd name="connsiteY50" fmla="*/ 4949842 h 6879321"/>
              <a:gd name="connsiteX51" fmla="*/ 5101362 w 6116569"/>
              <a:gd name="connsiteY51" fmla="*/ 5081317 h 6879321"/>
              <a:gd name="connsiteX52" fmla="*/ 5138452 w 6116569"/>
              <a:gd name="connsiteY52" fmla="*/ 5198578 h 6879321"/>
              <a:gd name="connsiteX53" fmla="*/ 4904497 w 6116569"/>
              <a:gd name="connsiteY53" fmla="*/ 5362033 h 6879321"/>
              <a:gd name="connsiteX54" fmla="*/ 4579242 w 6116569"/>
              <a:gd name="connsiteY54" fmla="*/ 5674729 h 6879321"/>
              <a:gd name="connsiteX55" fmla="*/ 4253988 w 6116569"/>
              <a:gd name="connsiteY55" fmla="*/ 5884379 h 6879321"/>
              <a:gd name="connsiteX56" fmla="*/ 3985795 w 6116569"/>
              <a:gd name="connsiteY56" fmla="*/ 6069153 h 6879321"/>
              <a:gd name="connsiteX57" fmla="*/ 4231163 w 6116569"/>
              <a:gd name="connsiteY57" fmla="*/ 6030066 h 6879321"/>
              <a:gd name="connsiteX58" fmla="*/ 3814609 w 6116569"/>
              <a:gd name="connsiteY58" fmla="*/ 6317889 h 6879321"/>
              <a:gd name="connsiteX59" fmla="*/ 3751840 w 6116569"/>
              <a:gd name="connsiteY59" fmla="*/ 6339209 h 6879321"/>
              <a:gd name="connsiteX60" fmla="*/ 3089919 w 6116569"/>
              <a:gd name="connsiteY60" fmla="*/ 6563071 h 6879321"/>
              <a:gd name="connsiteX61" fmla="*/ 2961529 w 6116569"/>
              <a:gd name="connsiteY61" fmla="*/ 6662566 h 6879321"/>
              <a:gd name="connsiteX62" fmla="*/ 3107038 w 6116569"/>
              <a:gd name="connsiteY62" fmla="*/ 6673226 h 6879321"/>
              <a:gd name="connsiteX63" fmla="*/ 3594919 w 6116569"/>
              <a:gd name="connsiteY63" fmla="*/ 6591499 h 6879321"/>
              <a:gd name="connsiteX64" fmla="*/ 3261106 w 6116569"/>
              <a:gd name="connsiteY64" fmla="*/ 6726527 h 6879321"/>
              <a:gd name="connsiteX65" fmla="*/ 3620597 w 6116569"/>
              <a:gd name="connsiteY65" fmla="*/ 6740740 h 6879321"/>
              <a:gd name="connsiteX66" fmla="*/ 3703337 w 6116569"/>
              <a:gd name="connsiteY66" fmla="*/ 6826020 h 6879321"/>
              <a:gd name="connsiteX67" fmla="*/ 3689072 w 6116569"/>
              <a:gd name="connsiteY67" fmla="*/ 6879321 h 6879321"/>
              <a:gd name="connsiteX68" fmla="*/ 0 w 6116569"/>
              <a:gd name="connsiteY68" fmla="*/ 6879321 h 6879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6116569" h="6879321">
                <a:moveTo>
                  <a:pt x="0" y="0"/>
                </a:moveTo>
                <a:lnTo>
                  <a:pt x="2935851" y="0"/>
                </a:lnTo>
                <a:cubicBezTo>
                  <a:pt x="3035710" y="10660"/>
                  <a:pt x="3138421" y="17767"/>
                  <a:pt x="3238280" y="31980"/>
                </a:cubicBezTo>
                <a:cubicBezTo>
                  <a:pt x="3817462" y="106602"/>
                  <a:pt x="3127009" y="277163"/>
                  <a:pt x="3660541" y="550772"/>
                </a:cubicBezTo>
                <a:cubicBezTo>
                  <a:pt x="3706191" y="575645"/>
                  <a:pt x="3757546" y="579199"/>
                  <a:pt x="3808902" y="589860"/>
                </a:cubicBezTo>
                <a:cubicBezTo>
                  <a:pt x="4008620" y="625393"/>
                  <a:pt x="4211192" y="618286"/>
                  <a:pt x="4413762" y="625393"/>
                </a:cubicBezTo>
                <a:cubicBezTo>
                  <a:pt x="4465118" y="628946"/>
                  <a:pt x="4525033" y="625393"/>
                  <a:pt x="4567830" y="721333"/>
                </a:cubicBezTo>
                <a:cubicBezTo>
                  <a:pt x="4425175" y="724888"/>
                  <a:pt x="4305344" y="731994"/>
                  <a:pt x="4171247" y="792401"/>
                </a:cubicBezTo>
                <a:cubicBezTo>
                  <a:pt x="4239722" y="859916"/>
                  <a:pt x="4322462" y="795955"/>
                  <a:pt x="4376671" y="842148"/>
                </a:cubicBezTo>
                <a:cubicBezTo>
                  <a:pt x="4428027" y="888342"/>
                  <a:pt x="4470824" y="891896"/>
                  <a:pt x="4527887" y="813722"/>
                </a:cubicBezTo>
                <a:cubicBezTo>
                  <a:pt x="4556417" y="774634"/>
                  <a:pt x="4604920" y="778187"/>
                  <a:pt x="4633452" y="799508"/>
                </a:cubicBezTo>
                <a:cubicBezTo>
                  <a:pt x="4781813" y="913216"/>
                  <a:pt x="4778960" y="909662"/>
                  <a:pt x="4947293" y="870576"/>
                </a:cubicBezTo>
                <a:cubicBezTo>
                  <a:pt x="5055712" y="845701"/>
                  <a:pt x="5166983" y="806615"/>
                  <a:pt x="5263988" y="820828"/>
                </a:cubicBezTo>
                <a:cubicBezTo>
                  <a:pt x="5275401" y="867022"/>
                  <a:pt x="5263988" y="888342"/>
                  <a:pt x="5249723" y="895449"/>
                </a:cubicBezTo>
                <a:cubicBezTo>
                  <a:pt x="5021475" y="1005604"/>
                  <a:pt x="4975825" y="1122864"/>
                  <a:pt x="4744723" y="1197485"/>
                </a:cubicBezTo>
                <a:cubicBezTo>
                  <a:pt x="4724751" y="1268552"/>
                  <a:pt x="4807491" y="1275660"/>
                  <a:pt x="4767548" y="1346727"/>
                </a:cubicBezTo>
                <a:cubicBezTo>
                  <a:pt x="4693367" y="1407134"/>
                  <a:pt x="4610627" y="1346727"/>
                  <a:pt x="4539299" y="1421348"/>
                </a:cubicBezTo>
                <a:cubicBezTo>
                  <a:pt x="4550712" y="1471094"/>
                  <a:pt x="4610627" y="1432008"/>
                  <a:pt x="4607773" y="1485309"/>
                </a:cubicBezTo>
                <a:cubicBezTo>
                  <a:pt x="4604920" y="1517288"/>
                  <a:pt x="4593508" y="1527948"/>
                  <a:pt x="4579242" y="1535055"/>
                </a:cubicBezTo>
                <a:cubicBezTo>
                  <a:pt x="4776107" y="1538608"/>
                  <a:pt x="5383820" y="1574142"/>
                  <a:pt x="5278255" y="1609676"/>
                </a:cubicBezTo>
                <a:cubicBezTo>
                  <a:pt x="5418057" y="1698511"/>
                  <a:pt x="5623481" y="1609676"/>
                  <a:pt x="5771843" y="1630997"/>
                </a:cubicBezTo>
                <a:cubicBezTo>
                  <a:pt x="5925911" y="1652316"/>
                  <a:pt x="6171278" y="1719830"/>
                  <a:pt x="6105656" y="1748257"/>
                </a:cubicBezTo>
                <a:cubicBezTo>
                  <a:pt x="6031475" y="1780238"/>
                  <a:pt x="5766136" y="2146235"/>
                  <a:pt x="5691955" y="2167555"/>
                </a:cubicBezTo>
                <a:cubicBezTo>
                  <a:pt x="5606362" y="2188875"/>
                  <a:pt x="5589243" y="2217302"/>
                  <a:pt x="5475118" y="2348776"/>
                </a:cubicBezTo>
                <a:cubicBezTo>
                  <a:pt x="5398085" y="2437610"/>
                  <a:pt x="5709074" y="2238623"/>
                  <a:pt x="5826051" y="2291922"/>
                </a:cubicBezTo>
                <a:cubicBezTo>
                  <a:pt x="5868848" y="2309690"/>
                  <a:pt x="5552153" y="2554872"/>
                  <a:pt x="5552153" y="2597513"/>
                </a:cubicBezTo>
                <a:cubicBezTo>
                  <a:pt x="5549300" y="2640153"/>
                  <a:pt x="5577831" y="2647260"/>
                  <a:pt x="5603508" y="2647260"/>
                </a:cubicBezTo>
                <a:cubicBezTo>
                  <a:pt x="5660571" y="2647260"/>
                  <a:pt x="5640599" y="2686346"/>
                  <a:pt x="5700515" y="2679240"/>
                </a:cubicBezTo>
                <a:cubicBezTo>
                  <a:pt x="5523622" y="2800055"/>
                  <a:pt x="5418057" y="2778734"/>
                  <a:pt x="5246870" y="2888889"/>
                </a:cubicBezTo>
                <a:cubicBezTo>
                  <a:pt x="5164130" y="2942189"/>
                  <a:pt x="4921615" y="3119857"/>
                  <a:pt x="4836022" y="3169605"/>
                </a:cubicBezTo>
                <a:cubicBezTo>
                  <a:pt x="4801785" y="3187371"/>
                  <a:pt x="4758988" y="3173158"/>
                  <a:pt x="4736163" y="3233565"/>
                </a:cubicBezTo>
                <a:cubicBezTo>
                  <a:pt x="4770400" y="3279759"/>
                  <a:pt x="4816050" y="3254885"/>
                  <a:pt x="4853141" y="3233565"/>
                </a:cubicBezTo>
                <a:cubicBezTo>
                  <a:pt x="4944440" y="3176711"/>
                  <a:pt x="4935881" y="3190925"/>
                  <a:pt x="4944440" y="3226459"/>
                </a:cubicBezTo>
                <a:cubicBezTo>
                  <a:pt x="4972972" y="3350827"/>
                  <a:pt x="5044300" y="3308186"/>
                  <a:pt x="5109921" y="3283313"/>
                </a:cubicBezTo>
                <a:cubicBezTo>
                  <a:pt x="5303932" y="3208692"/>
                  <a:pt x="5500797" y="3215799"/>
                  <a:pt x="5694809" y="3141178"/>
                </a:cubicBezTo>
                <a:cubicBezTo>
                  <a:pt x="5714781" y="3134070"/>
                  <a:pt x="5612068" y="3283313"/>
                  <a:pt x="5566419" y="3301079"/>
                </a:cubicBezTo>
                <a:cubicBezTo>
                  <a:pt x="5515063" y="3322399"/>
                  <a:pt x="5452294" y="3311739"/>
                  <a:pt x="5415203" y="3397020"/>
                </a:cubicBezTo>
                <a:cubicBezTo>
                  <a:pt x="5477972" y="3414787"/>
                  <a:pt x="5552153" y="3372147"/>
                  <a:pt x="5612068" y="3432554"/>
                </a:cubicBezTo>
                <a:cubicBezTo>
                  <a:pt x="5469413" y="3528494"/>
                  <a:pt x="5329610" y="3535601"/>
                  <a:pt x="5206927" y="3599562"/>
                </a:cubicBezTo>
                <a:cubicBezTo>
                  <a:pt x="5192661" y="3706163"/>
                  <a:pt x="5272548" y="3663523"/>
                  <a:pt x="5301079" y="3723930"/>
                </a:cubicBezTo>
                <a:cubicBezTo>
                  <a:pt x="5072830" y="3844745"/>
                  <a:pt x="4564977" y="4232062"/>
                  <a:pt x="4507915" y="4306683"/>
                </a:cubicBezTo>
                <a:cubicBezTo>
                  <a:pt x="4390937" y="4463031"/>
                  <a:pt x="3900202" y="4562525"/>
                  <a:pt x="3982942" y="4587399"/>
                </a:cubicBezTo>
                <a:cubicBezTo>
                  <a:pt x="4051417" y="4608719"/>
                  <a:pt x="4119891" y="4587399"/>
                  <a:pt x="4185513" y="4541205"/>
                </a:cubicBezTo>
                <a:cubicBezTo>
                  <a:pt x="4291078" y="4466584"/>
                  <a:pt x="5010062" y="4523438"/>
                  <a:pt x="5212633" y="4455924"/>
                </a:cubicBezTo>
                <a:cubicBezTo>
                  <a:pt x="5241164" y="4445264"/>
                  <a:pt x="5283960" y="4409730"/>
                  <a:pt x="5312492" y="4473691"/>
                </a:cubicBezTo>
                <a:cubicBezTo>
                  <a:pt x="5098508" y="4704659"/>
                  <a:pt x="4833169" y="4654913"/>
                  <a:pt x="4596361" y="4818368"/>
                </a:cubicBezTo>
                <a:cubicBezTo>
                  <a:pt x="4684807" y="4917861"/>
                  <a:pt x="4776107" y="4907202"/>
                  <a:pt x="4873113" y="4885882"/>
                </a:cubicBezTo>
                <a:cubicBezTo>
                  <a:pt x="4895938" y="4878775"/>
                  <a:pt x="4930175" y="4871668"/>
                  <a:pt x="4935881" y="4914309"/>
                </a:cubicBezTo>
                <a:cubicBezTo>
                  <a:pt x="4941587" y="4967609"/>
                  <a:pt x="4898790" y="4978270"/>
                  <a:pt x="4873113" y="5003143"/>
                </a:cubicBezTo>
                <a:cubicBezTo>
                  <a:pt x="4833169" y="5038676"/>
                  <a:pt x="4773254" y="4999590"/>
                  <a:pt x="4721898" y="5095530"/>
                </a:cubicBezTo>
                <a:cubicBezTo>
                  <a:pt x="4873113" y="5067104"/>
                  <a:pt x="4998650" y="5020910"/>
                  <a:pt x="5132745" y="4949842"/>
                </a:cubicBezTo>
                <a:cubicBezTo>
                  <a:pt x="5121333" y="5006696"/>
                  <a:pt x="5081390" y="5035123"/>
                  <a:pt x="5101362" y="5081317"/>
                </a:cubicBezTo>
                <a:cubicBezTo>
                  <a:pt x="5118480" y="5116850"/>
                  <a:pt x="5164130" y="5131063"/>
                  <a:pt x="5138452" y="5198578"/>
                </a:cubicBezTo>
                <a:cubicBezTo>
                  <a:pt x="5067125" y="5273199"/>
                  <a:pt x="4967265" y="5258986"/>
                  <a:pt x="4904497" y="5362033"/>
                </a:cubicBezTo>
                <a:cubicBezTo>
                  <a:pt x="4818903" y="5507721"/>
                  <a:pt x="4684807" y="5564575"/>
                  <a:pt x="4579242" y="5674729"/>
                </a:cubicBezTo>
                <a:cubicBezTo>
                  <a:pt x="4545005" y="5713816"/>
                  <a:pt x="4313903" y="5841738"/>
                  <a:pt x="4253988" y="5884379"/>
                </a:cubicBezTo>
                <a:cubicBezTo>
                  <a:pt x="4168395" y="5944786"/>
                  <a:pt x="4071389" y="5966106"/>
                  <a:pt x="3985795" y="6069153"/>
                </a:cubicBezTo>
                <a:cubicBezTo>
                  <a:pt x="4065682" y="6086921"/>
                  <a:pt x="4134157" y="5990979"/>
                  <a:pt x="4231163" y="6030066"/>
                </a:cubicBezTo>
                <a:cubicBezTo>
                  <a:pt x="4074242" y="6133114"/>
                  <a:pt x="3931586" y="6182861"/>
                  <a:pt x="3814609" y="6317889"/>
                </a:cubicBezTo>
                <a:cubicBezTo>
                  <a:pt x="3800343" y="6335656"/>
                  <a:pt x="3771812" y="6332102"/>
                  <a:pt x="3751840" y="6339209"/>
                </a:cubicBezTo>
                <a:cubicBezTo>
                  <a:pt x="3529298" y="6406723"/>
                  <a:pt x="3309608" y="6467130"/>
                  <a:pt x="3089919" y="6563071"/>
                </a:cubicBezTo>
                <a:cubicBezTo>
                  <a:pt x="3041416" y="6584392"/>
                  <a:pt x="2955823" y="6595052"/>
                  <a:pt x="2961529" y="6662566"/>
                </a:cubicBezTo>
                <a:cubicBezTo>
                  <a:pt x="2972941" y="6765613"/>
                  <a:pt x="3055681" y="6687439"/>
                  <a:pt x="3107038" y="6673226"/>
                </a:cubicBezTo>
                <a:cubicBezTo>
                  <a:pt x="3269664" y="6634138"/>
                  <a:pt x="3432292" y="6570178"/>
                  <a:pt x="3594919" y="6591499"/>
                </a:cubicBezTo>
                <a:cubicBezTo>
                  <a:pt x="3483648" y="6637693"/>
                  <a:pt x="3372376" y="6680332"/>
                  <a:pt x="3261106" y="6726527"/>
                </a:cubicBezTo>
                <a:cubicBezTo>
                  <a:pt x="3386642" y="6705206"/>
                  <a:pt x="3495061" y="6786934"/>
                  <a:pt x="3620597" y="6740740"/>
                </a:cubicBezTo>
                <a:cubicBezTo>
                  <a:pt x="3660541" y="6726527"/>
                  <a:pt x="3700484" y="6765613"/>
                  <a:pt x="3703337" y="6826020"/>
                </a:cubicBezTo>
                <a:cubicBezTo>
                  <a:pt x="3706191" y="6847340"/>
                  <a:pt x="3700484" y="6865108"/>
                  <a:pt x="3689072" y="6879321"/>
                </a:cubicBezTo>
                <a:lnTo>
                  <a:pt x="0" y="6879321"/>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pic>
        <p:nvPicPr>
          <p:cNvPr id="7" name="Graphic 6" descr="User">
            <a:extLst>
              <a:ext uri="{FF2B5EF4-FFF2-40B4-BE49-F238E27FC236}">
                <a16:creationId xmlns:a16="http://schemas.microsoft.com/office/drawing/2014/main" id="{12B257D8-8644-84AE-1CBC-127E046044F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01134" y="1918107"/>
            <a:ext cx="3195204" cy="3195204"/>
          </a:xfrm>
          <a:prstGeom prst="rect">
            <a:avLst/>
          </a:prstGeom>
        </p:spPr>
      </p:pic>
      <p:graphicFrame>
        <p:nvGraphicFramePr>
          <p:cNvPr id="43" name="Content Placeholder 2">
            <a:extLst>
              <a:ext uri="{FF2B5EF4-FFF2-40B4-BE49-F238E27FC236}">
                <a16:creationId xmlns:a16="http://schemas.microsoft.com/office/drawing/2014/main" id="{AC295D02-B9FB-031C-CE89-333609A1216A}"/>
              </a:ext>
            </a:extLst>
          </p:cNvPr>
          <p:cNvGraphicFramePr>
            <a:graphicFrameLocks noGrp="1"/>
          </p:cNvGraphicFramePr>
          <p:nvPr>
            <p:ph idx="1"/>
            <p:extLst>
              <p:ext uri="{D42A27DB-BD31-4B8C-83A1-F6EECF244321}">
                <p14:modId xmlns:p14="http://schemas.microsoft.com/office/powerpoint/2010/main" val="1826574082"/>
              </p:ext>
            </p:extLst>
          </p:nvPr>
        </p:nvGraphicFramePr>
        <p:xfrm>
          <a:off x="5943601" y="1918107"/>
          <a:ext cx="5647265" cy="457476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41677266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5D9D419-EBC1-E586-3064-058F31143AFA}"/>
              </a:ext>
            </a:extLst>
          </p:cNvPr>
          <p:cNvSpPr>
            <a:spLocks noGrp="1"/>
          </p:cNvSpPr>
          <p:nvPr>
            <p:ph type="title"/>
          </p:nvPr>
        </p:nvSpPr>
        <p:spPr>
          <a:xfrm>
            <a:off x="630936" y="639520"/>
            <a:ext cx="3429000" cy="1719072"/>
          </a:xfrm>
        </p:spPr>
        <p:txBody>
          <a:bodyPr anchor="b">
            <a:normAutofit/>
          </a:bodyPr>
          <a:lstStyle/>
          <a:p>
            <a:r>
              <a:rPr lang="en-US" sz="5000"/>
              <a:t>Azure Active Directory</a:t>
            </a:r>
          </a:p>
        </p:txBody>
      </p:sp>
      <p:sp>
        <p:nvSpPr>
          <p:cNvPr id="14"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706CF84-AC07-A0F5-76A2-281DC768F007}"/>
              </a:ext>
            </a:extLst>
          </p:cNvPr>
          <p:cNvSpPr>
            <a:spLocks noGrp="1"/>
          </p:cNvSpPr>
          <p:nvPr>
            <p:ph idx="1"/>
          </p:nvPr>
        </p:nvSpPr>
        <p:spPr>
          <a:xfrm>
            <a:off x="630936" y="2807208"/>
            <a:ext cx="3429000" cy="3410712"/>
          </a:xfrm>
        </p:spPr>
        <p:txBody>
          <a:bodyPr anchor="t">
            <a:normAutofit/>
          </a:bodyPr>
          <a:lstStyle/>
          <a:p>
            <a:r>
              <a:rPr lang="en-US" sz="2000"/>
              <a:t>A cloud-based suite of identity management capabilities that enables you to securely manage access to Azure services and resources for your users</a:t>
            </a:r>
            <a:endParaRPr lang="en-IN" sz="2000"/>
          </a:p>
          <a:p>
            <a:r>
              <a:rPr lang="en-US" sz="2000"/>
              <a:t>Provides application</a:t>
            </a:r>
            <a:br>
              <a:rPr lang="en-US" sz="2000"/>
            </a:br>
            <a:r>
              <a:rPr lang="en-US" sz="2000"/>
              <a:t>management, authentication, device management, and hybrid identity</a:t>
            </a:r>
            <a:endParaRPr lang="en-IN" sz="2000"/>
          </a:p>
        </p:txBody>
      </p:sp>
      <p:pic>
        <p:nvPicPr>
          <p:cNvPr id="7" name="Picture 6" descr="A diagram of a cloud&#10;&#10;Description automatically generated with low confidence">
            <a:extLst>
              <a:ext uri="{FF2B5EF4-FFF2-40B4-BE49-F238E27FC236}">
                <a16:creationId xmlns:a16="http://schemas.microsoft.com/office/drawing/2014/main" id="{91E3F745-6336-D7C3-D596-CD0616FB5A2C}"/>
              </a:ext>
            </a:extLst>
          </p:cNvPr>
          <p:cNvPicPr>
            <a:picLocks noChangeAspect="1"/>
          </p:cNvPicPr>
          <p:nvPr/>
        </p:nvPicPr>
        <p:blipFill>
          <a:blip r:embed="rId3"/>
          <a:stretch>
            <a:fillRect/>
          </a:stretch>
        </p:blipFill>
        <p:spPr>
          <a:xfrm>
            <a:off x="4654296" y="2169071"/>
            <a:ext cx="6903720" cy="2519858"/>
          </a:xfrm>
          <a:prstGeom prst="rect">
            <a:avLst/>
          </a:prstGeom>
        </p:spPr>
      </p:pic>
    </p:spTree>
    <p:extLst>
      <p:ext uri="{BB962C8B-B14F-4D97-AF65-F5344CB8AC3E}">
        <p14:creationId xmlns:p14="http://schemas.microsoft.com/office/powerpoint/2010/main" val="40305759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04389FA-1178-DACB-E407-BB51E647678E}"/>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a:solidFill>
                  <a:srgbClr val="FFFFFF"/>
                </a:solidFill>
                <a:latin typeface="+mj-lt"/>
                <a:ea typeface="+mj-ea"/>
                <a:cs typeface="+mj-cs"/>
              </a:rPr>
              <a:t>Azure AD Concepts</a:t>
            </a:r>
            <a:endParaRPr lang="en-US" sz="4000" kern="1200" dirty="0">
              <a:solidFill>
                <a:srgbClr val="FFFFFF"/>
              </a:solidFill>
              <a:latin typeface="+mj-lt"/>
              <a:ea typeface="+mj-ea"/>
              <a:cs typeface="+mj-cs"/>
            </a:endParaRPr>
          </a:p>
        </p:txBody>
      </p:sp>
      <p:graphicFrame>
        <p:nvGraphicFramePr>
          <p:cNvPr id="4" name="Table 6">
            <a:extLst>
              <a:ext uri="{FF2B5EF4-FFF2-40B4-BE49-F238E27FC236}">
                <a16:creationId xmlns:a16="http://schemas.microsoft.com/office/drawing/2014/main" id="{A953E7BE-7262-2A94-A848-7A803DE6E18C}"/>
              </a:ext>
            </a:extLst>
          </p:cNvPr>
          <p:cNvGraphicFramePr>
            <a:graphicFrameLocks noGrp="1"/>
          </p:cNvGraphicFramePr>
          <p:nvPr>
            <p:extLst>
              <p:ext uri="{D42A27DB-BD31-4B8C-83A1-F6EECF244321}">
                <p14:modId xmlns:p14="http://schemas.microsoft.com/office/powerpoint/2010/main" val="1663173477"/>
              </p:ext>
            </p:extLst>
          </p:nvPr>
        </p:nvGraphicFramePr>
        <p:xfrm>
          <a:off x="432225" y="2021376"/>
          <a:ext cx="11327550" cy="4341997"/>
        </p:xfrm>
        <a:graphic>
          <a:graphicData uri="http://schemas.openxmlformats.org/drawingml/2006/table">
            <a:tbl>
              <a:tblPr firstRow="1" bandRow="1">
                <a:solidFill>
                  <a:schemeClr val="bg1"/>
                </a:solidFill>
                <a:tableStyleId>{5C22544A-7EE6-4342-B048-85BDC9FD1C3A}</a:tableStyleId>
              </a:tblPr>
              <a:tblGrid>
                <a:gridCol w="2569129">
                  <a:extLst>
                    <a:ext uri="{9D8B030D-6E8A-4147-A177-3AD203B41FA5}">
                      <a16:colId xmlns:a16="http://schemas.microsoft.com/office/drawing/2014/main" val="1289156279"/>
                    </a:ext>
                  </a:extLst>
                </a:gridCol>
                <a:gridCol w="8758421">
                  <a:extLst>
                    <a:ext uri="{9D8B030D-6E8A-4147-A177-3AD203B41FA5}">
                      <a16:colId xmlns:a16="http://schemas.microsoft.com/office/drawing/2014/main" val="2759990731"/>
                    </a:ext>
                  </a:extLst>
                </a:gridCol>
              </a:tblGrid>
              <a:tr h="484720">
                <a:tc>
                  <a:txBody>
                    <a:bodyPr/>
                    <a:lstStyle/>
                    <a:p>
                      <a:pPr algn="l"/>
                      <a:r>
                        <a:rPr lang="en-US" sz="1600" b="0" cap="none" spc="0">
                          <a:solidFill>
                            <a:schemeClr val="bg1"/>
                          </a:solidFill>
                          <a:latin typeface="+mj-lt"/>
                        </a:rPr>
                        <a:t>Concept</a:t>
                      </a:r>
                    </a:p>
                  </a:txBody>
                  <a:tcPr marL="133127" marR="133460" marT="102405" marB="102405" anchor="ctr">
                    <a:lnL w="19050" cap="flat" cmpd="sng" algn="ctr">
                      <a:solidFill>
                        <a:schemeClr val="tx1"/>
                      </a:solidFill>
                      <a:prstDash val="solid"/>
                    </a:lnL>
                    <a:lnR w="12700" cmpd="sng">
                      <a:noFill/>
                    </a:lnR>
                    <a:lnT w="19050" cap="flat" cmpd="sng" algn="ctr">
                      <a:solidFill>
                        <a:schemeClr val="tx1"/>
                      </a:solidFill>
                      <a:prstDash val="solid"/>
                    </a:lnT>
                    <a:lnB w="38100" cmpd="sng">
                      <a:noFill/>
                    </a:lnB>
                    <a:lnTlToBr w="12700" cmpd="sng">
                      <a:noFill/>
                      <a:prstDash val="solid"/>
                    </a:lnTlToBr>
                    <a:lnBlToTr w="12700" cmpd="sng">
                      <a:noFill/>
                      <a:prstDash val="solid"/>
                    </a:lnBlToTr>
                    <a:solidFill>
                      <a:schemeClr val="tx1"/>
                    </a:solidFill>
                  </a:tcPr>
                </a:tc>
                <a:tc>
                  <a:txBody>
                    <a:bodyPr/>
                    <a:lstStyle/>
                    <a:p>
                      <a:pPr algn="l"/>
                      <a:r>
                        <a:rPr lang="en-US" sz="1600" b="0" cap="none" spc="0">
                          <a:solidFill>
                            <a:schemeClr val="bg1"/>
                          </a:solidFill>
                          <a:latin typeface="+mj-lt"/>
                        </a:rPr>
                        <a:t>Description</a:t>
                      </a:r>
                    </a:p>
                  </a:txBody>
                  <a:tcPr marL="133127" marR="133460" marT="102405" marB="102405" anchor="ctr">
                    <a:lnL w="12700" cmpd="sng">
                      <a:noFill/>
                    </a:lnL>
                    <a:lnR w="12700" cmpd="sng">
                      <a:noFill/>
                    </a:lnR>
                    <a:lnT w="19050" cap="flat" cmpd="sng" algn="ctr">
                      <a:solidFill>
                        <a:schemeClr val="tx1"/>
                      </a:solidFill>
                      <a:prstDash val="solid"/>
                    </a:lnT>
                    <a:lnB w="38100" cmpd="sng">
                      <a:noFill/>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2897835809"/>
                  </a:ext>
                </a:extLst>
              </a:tr>
              <a:tr h="484720">
                <a:tc>
                  <a:txBody>
                    <a:bodyPr/>
                    <a:lstStyle/>
                    <a:p>
                      <a:pPr algn="l"/>
                      <a:r>
                        <a:rPr lang="en-US" sz="1600" cap="none" spc="0">
                          <a:solidFill>
                            <a:schemeClr val="tx1"/>
                          </a:solidFill>
                          <a:latin typeface="+mj-lt"/>
                        </a:rPr>
                        <a:t>Identity</a:t>
                      </a:r>
                    </a:p>
                  </a:txBody>
                  <a:tcPr marL="133127" marR="133460" marT="102405" marB="102405" anchor="ctr">
                    <a:lnL w="19050" cap="flat" cmpd="sng" algn="ctr">
                      <a:solidFill>
                        <a:schemeClr val="tx1"/>
                      </a:solidFill>
                      <a:prstDash val="solid"/>
                    </a:lnL>
                    <a:lnR w="6350" cap="flat" cmpd="sng" algn="ctr">
                      <a:solidFill>
                        <a:schemeClr val="tx1">
                          <a:lumMod val="50000"/>
                          <a:lumOff val="50000"/>
                        </a:schemeClr>
                      </a:solidFill>
                      <a:prstDash val="solid"/>
                    </a:lnR>
                    <a:lnT w="38100" cmpd="sng">
                      <a:noFill/>
                    </a:lnT>
                    <a:lnB w="6350" cap="flat" cmpd="sng" algn="ctr">
                      <a:solidFill>
                        <a:schemeClr val="tx1">
                          <a:lumMod val="50000"/>
                          <a:lumOff val="50000"/>
                        </a:schemeClr>
                      </a:solidFill>
                      <a:prstDash val="solid"/>
                    </a:lnB>
                    <a:lnTlToBr w="12700" cmpd="sng">
                      <a:noFill/>
                      <a:prstDash val="solid"/>
                    </a:lnTlToBr>
                    <a:lnBlToTr w="12700" cmpd="sng">
                      <a:noFill/>
                      <a:prstDash val="solid"/>
                    </a:lnBlToTr>
                    <a:noFill/>
                  </a:tcPr>
                </a:tc>
                <a:tc>
                  <a:txBody>
                    <a:bodyPr/>
                    <a:lstStyle/>
                    <a:p>
                      <a:pPr lvl="0" algn="l">
                        <a:buNone/>
                      </a:pPr>
                      <a:r>
                        <a:rPr lang="en-US" sz="1600" b="0" i="0" u="none" strike="noStrike" cap="none" spc="0" noProof="0">
                          <a:solidFill>
                            <a:schemeClr val="tx1"/>
                          </a:solidFill>
                          <a:latin typeface="Segoe UI"/>
                        </a:rPr>
                        <a:t>An object that can be authenticated</a:t>
                      </a:r>
                      <a:endParaRPr lang="en-US" sz="1600" cap="none" spc="0">
                        <a:solidFill>
                          <a:schemeClr val="tx1"/>
                        </a:solidFill>
                      </a:endParaRPr>
                    </a:p>
                  </a:txBody>
                  <a:tcPr marL="133127" marR="133460" marT="102405" marB="102405" anchor="ctr">
                    <a:lnL w="6350" cap="flat" cmpd="sng" algn="ctr">
                      <a:solidFill>
                        <a:schemeClr val="tx1">
                          <a:lumMod val="50000"/>
                          <a:lumOff val="50000"/>
                        </a:schemeClr>
                      </a:solidFill>
                      <a:prstDash val="solid"/>
                    </a:lnL>
                    <a:lnR w="19050" cap="flat" cmpd="sng" algn="ctr">
                      <a:solidFill>
                        <a:schemeClr val="tx1"/>
                      </a:solidFill>
                      <a:prstDash val="solid"/>
                    </a:lnR>
                    <a:lnT w="38100" cmpd="sng">
                      <a:noFill/>
                    </a:lnT>
                    <a:lnB w="6350" cap="flat" cmpd="sng" algn="ctr">
                      <a:solidFill>
                        <a:schemeClr val="tx1">
                          <a:lumMod val="50000"/>
                          <a:lumOff val="50000"/>
                        </a:schemeClr>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788139117"/>
                  </a:ext>
                </a:extLst>
              </a:tr>
              <a:tr h="484720">
                <a:tc>
                  <a:txBody>
                    <a:bodyPr/>
                    <a:lstStyle/>
                    <a:p>
                      <a:pPr algn="l"/>
                      <a:r>
                        <a:rPr lang="en-US" sz="1600" cap="none" spc="0">
                          <a:solidFill>
                            <a:schemeClr val="tx1"/>
                          </a:solidFill>
                          <a:latin typeface="+mj-lt"/>
                        </a:rPr>
                        <a:t>Account</a:t>
                      </a:r>
                    </a:p>
                  </a:txBody>
                  <a:tcPr marL="133127" marR="133460" marT="102405" marB="102405"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lnTlToBr w="12700" cmpd="sng">
                      <a:noFill/>
                      <a:prstDash val="solid"/>
                    </a:lnTlToBr>
                    <a:lnBlToTr w="12700" cmpd="sng">
                      <a:noFill/>
                      <a:prstDash val="solid"/>
                    </a:lnBlToTr>
                    <a:solidFill>
                      <a:schemeClr val="bg1">
                        <a:lumMod val="85000"/>
                      </a:schemeClr>
                    </a:solidFill>
                  </a:tcPr>
                </a:tc>
                <a:tc>
                  <a:txBody>
                    <a:bodyPr/>
                    <a:lstStyle/>
                    <a:p>
                      <a:pPr lvl="0" algn="l">
                        <a:buNone/>
                      </a:pPr>
                      <a:r>
                        <a:rPr lang="en-US" sz="1600" b="0" i="0" u="none" strike="noStrike" cap="none" spc="0" noProof="0">
                          <a:solidFill>
                            <a:schemeClr val="tx1"/>
                          </a:solidFill>
                          <a:latin typeface="Segoe UI"/>
                        </a:rPr>
                        <a:t>An identity that has data associated with it</a:t>
                      </a:r>
                      <a:endParaRPr lang="en-US" sz="1600" cap="none" spc="0">
                        <a:solidFill>
                          <a:schemeClr val="tx1"/>
                        </a:solidFill>
                      </a:endParaRPr>
                    </a:p>
                  </a:txBody>
                  <a:tcPr marL="133127" marR="133460" marT="102405" marB="102405" anchor="ctr">
                    <a:lnL w="6350" cap="flat" cmpd="sng" algn="ctr">
                      <a:solidFill>
                        <a:schemeClr val="tx1">
                          <a:lumMod val="50000"/>
                          <a:lumOff val="50000"/>
                        </a:schemeClr>
                      </a:solidFill>
                      <a:prstDash val="solid"/>
                    </a:lnL>
                    <a:lnR w="12700" cmpd="sng">
                      <a:noFill/>
                      <a:prstDash val="solid"/>
                    </a:lnR>
                    <a:lnT w="6350" cap="flat" cmpd="sng" algn="ctr">
                      <a:solidFill>
                        <a:schemeClr val="tx1">
                          <a:lumMod val="50000"/>
                          <a:lumOff val="50000"/>
                        </a:schemeClr>
                      </a:solidFill>
                      <a:prstDash val="solid"/>
                    </a:lnT>
                    <a:lnB w="12700" cmpd="sng">
                      <a:noFill/>
                      <a:prstDash val="soli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758439219"/>
                  </a:ext>
                </a:extLst>
              </a:tr>
              <a:tr h="484720">
                <a:tc>
                  <a:txBody>
                    <a:bodyPr/>
                    <a:lstStyle/>
                    <a:p>
                      <a:pPr algn="l"/>
                      <a:r>
                        <a:rPr lang="en-US" sz="1600" cap="none" spc="0">
                          <a:solidFill>
                            <a:schemeClr val="tx1"/>
                          </a:solidFill>
                          <a:latin typeface="+mj-lt"/>
                        </a:rPr>
                        <a:t>Azure AD account</a:t>
                      </a:r>
                    </a:p>
                  </a:txBody>
                  <a:tcPr marL="133127" marR="133460" marT="102405" marB="102405" anchor="ctr">
                    <a:lnL w="19050" cap="flat" cmpd="sng" algn="ctr">
                      <a:solidFill>
                        <a:schemeClr val="tx1"/>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lnTlToBr w="12700" cmpd="sng">
                      <a:noFill/>
                      <a:prstDash val="solid"/>
                    </a:lnTlToBr>
                    <a:lnBlToTr w="12700" cmpd="sng">
                      <a:noFill/>
                      <a:prstDash val="solid"/>
                    </a:lnBlToTr>
                    <a:noFill/>
                  </a:tcPr>
                </a:tc>
                <a:tc>
                  <a:txBody>
                    <a:bodyPr/>
                    <a:lstStyle/>
                    <a:p>
                      <a:pPr lvl="0" algn="l">
                        <a:buNone/>
                      </a:pPr>
                      <a:r>
                        <a:rPr lang="en-US" sz="1600" b="0" i="0" u="none" strike="noStrike" cap="none" spc="0" noProof="0">
                          <a:solidFill>
                            <a:schemeClr val="tx1"/>
                          </a:solidFill>
                          <a:latin typeface="Segoe UI"/>
                        </a:rPr>
                        <a:t>An identity created through Azure AD or another Microsoft cloud service</a:t>
                      </a:r>
                      <a:endParaRPr lang="en-US" sz="1600" cap="none" spc="0">
                        <a:solidFill>
                          <a:schemeClr val="tx1"/>
                        </a:solidFill>
                      </a:endParaRPr>
                    </a:p>
                  </a:txBody>
                  <a:tcPr marL="133127" marR="133460" marT="102405" marB="102405" anchor="ctr">
                    <a:lnL w="6350" cap="flat" cmpd="sng" algn="ctr">
                      <a:solidFill>
                        <a:schemeClr val="tx1">
                          <a:lumMod val="50000"/>
                          <a:lumOff val="50000"/>
                        </a:schemeClr>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198512727"/>
                  </a:ext>
                </a:extLst>
              </a:tr>
              <a:tr h="1918397">
                <a:tc>
                  <a:txBody>
                    <a:bodyPr/>
                    <a:lstStyle/>
                    <a:p>
                      <a:pPr algn="l"/>
                      <a:r>
                        <a:rPr lang="en-US" sz="1600" cap="none" spc="0">
                          <a:solidFill>
                            <a:schemeClr val="tx1"/>
                          </a:solidFill>
                          <a:latin typeface="+mj-lt"/>
                        </a:rPr>
                        <a:t>Azure AD tenant/directory</a:t>
                      </a:r>
                    </a:p>
                  </a:txBody>
                  <a:tcPr marL="133127" marR="133460" marT="102405" marB="102405"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lnTlToBr w="12700" cmpd="sng">
                      <a:noFill/>
                      <a:prstDash val="solid"/>
                    </a:lnTlToBr>
                    <a:lnBlToTr w="12700" cmpd="sng">
                      <a:noFill/>
                      <a:prstDash val="solid"/>
                    </a:lnBlToTr>
                    <a:solidFill>
                      <a:schemeClr val="bg1">
                        <a:lumMod val="85000"/>
                      </a:schemeClr>
                    </a:solidFill>
                  </a:tcPr>
                </a:tc>
                <a:tc>
                  <a:txBody>
                    <a:bodyPr/>
                    <a:lstStyle/>
                    <a:p>
                      <a:pPr rtl="0" fontAlgn="base"/>
                      <a:r>
                        <a:rPr lang="en-US" sz="1600" b="0" i="0" u="none" strike="noStrike" kern="1200" cap="none" spc="0">
                          <a:solidFill>
                            <a:schemeClr val="tx1"/>
                          </a:solidFill>
                          <a:effectLst/>
                          <a:latin typeface="+mn-lt"/>
                          <a:ea typeface="+mn-ea"/>
                          <a:cs typeface="+mn-cs"/>
                        </a:rPr>
                        <a:t>A dedicated and trusted instance of Azure AD, a Tenant is automatically created when your organization signs up for a Microsoft cloud service subscription</a:t>
                      </a:r>
                      <a:r>
                        <a:rPr lang="en-US" sz="1600" b="0" i="0" kern="1200" cap="none" spc="0">
                          <a:solidFill>
                            <a:schemeClr val="tx1"/>
                          </a:solidFill>
                          <a:effectLst/>
                          <a:latin typeface="+mn-lt"/>
                          <a:ea typeface="+mn-ea"/>
                          <a:cs typeface="+mn-cs"/>
                        </a:rPr>
                        <a:t>​</a:t>
                      </a:r>
                      <a:br>
                        <a:rPr lang="en-US" sz="1600" b="0" i="0" kern="1200" cap="none" spc="0">
                          <a:solidFill>
                            <a:schemeClr val="tx1"/>
                          </a:solidFill>
                          <a:effectLst/>
                          <a:latin typeface="+mn-lt"/>
                          <a:ea typeface="+mn-ea"/>
                          <a:cs typeface="+mn-cs"/>
                        </a:rPr>
                      </a:br>
                      <a:r>
                        <a:rPr lang="en-US" sz="1600" b="0" i="0" u="none" strike="noStrike" kern="1200" cap="none" spc="0">
                          <a:solidFill>
                            <a:schemeClr val="tx1"/>
                          </a:solidFill>
                          <a:effectLst/>
                          <a:latin typeface="+mn-lt"/>
                          <a:ea typeface="+mn-ea"/>
                          <a:cs typeface="+mn-cs"/>
                        </a:rPr>
                        <a:t> </a:t>
                      </a:r>
                      <a:r>
                        <a:rPr lang="en-US" sz="1600" b="0" i="0" kern="1200" cap="none" spc="0">
                          <a:solidFill>
                            <a:schemeClr val="tx1"/>
                          </a:solidFill>
                          <a:effectLst/>
                          <a:latin typeface="+mn-lt"/>
                          <a:ea typeface="+mn-ea"/>
                          <a:cs typeface="+mn-cs"/>
                        </a:rPr>
                        <a:t>​</a:t>
                      </a:r>
                    </a:p>
                    <a:p>
                      <a:pPr marL="285750" indent="-285750" rtl="0" fontAlgn="base">
                        <a:buFont typeface="Arial" panose="020B0604020202020204" pitchFamily="34" charset="0"/>
                        <a:buChar char="•"/>
                      </a:pPr>
                      <a:r>
                        <a:rPr lang="en-US" sz="1600" b="0" i="0" u="none" strike="noStrike" kern="1200" cap="none" spc="0">
                          <a:solidFill>
                            <a:schemeClr val="tx1"/>
                          </a:solidFill>
                          <a:effectLst/>
                          <a:latin typeface="+mn-lt"/>
                          <a:ea typeface="+mn-ea"/>
                          <a:cs typeface="+mn-cs"/>
                        </a:rPr>
                        <a:t>Additional instances of Azure AD can be created</a:t>
                      </a:r>
                      <a:r>
                        <a:rPr lang="en-US" sz="1600" b="0" i="0" kern="1200" cap="none" spc="0">
                          <a:solidFill>
                            <a:schemeClr val="tx1"/>
                          </a:solidFill>
                          <a:effectLst/>
                          <a:latin typeface="+mn-lt"/>
                          <a:ea typeface="+mn-ea"/>
                          <a:cs typeface="+mn-cs"/>
                        </a:rPr>
                        <a:t>​</a:t>
                      </a:r>
                    </a:p>
                    <a:p>
                      <a:pPr marL="285750" indent="-285750" rtl="0" fontAlgn="base">
                        <a:buFont typeface="Arial" panose="020B0604020202020204" pitchFamily="34" charset="0"/>
                        <a:buChar char="•"/>
                      </a:pPr>
                      <a:r>
                        <a:rPr lang="en-US" sz="1600" b="0" i="0" u="none" strike="noStrike" kern="1200" cap="none" spc="0">
                          <a:solidFill>
                            <a:schemeClr val="tx1"/>
                          </a:solidFill>
                          <a:effectLst/>
                          <a:latin typeface="+mn-lt"/>
                          <a:ea typeface="+mn-ea"/>
                          <a:cs typeface="+mn-cs"/>
                        </a:rPr>
                        <a:t>Azure AD is the underlying product providing the identity service</a:t>
                      </a:r>
                      <a:r>
                        <a:rPr lang="en-US" sz="1600" b="0" i="0" kern="1200" cap="none" spc="0">
                          <a:solidFill>
                            <a:schemeClr val="tx1"/>
                          </a:solidFill>
                          <a:effectLst/>
                          <a:latin typeface="+mn-lt"/>
                          <a:ea typeface="+mn-ea"/>
                          <a:cs typeface="+mn-cs"/>
                        </a:rPr>
                        <a:t>​</a:t>
                      </a:r>
                    </a:p>
                    <a:p>
                      <a:pPr marL="285750" indent="-285750" rtl="0" fontAlgn="base">
                        <a:buFont typeface="Arial" panose="020B0604020202020204" pitchFamily="34" charset="0"/>
                        <a:buChar char="•"/>
                      </a:pPr>
                      <a:r>
                        <a:rPr lang="en-US" sz="1600" b="0" i="0" u="none" strike="noStrike" kern="1200" cap="none" spc="0">
                          <a:solidFill>
                            <a:schemeClr val="tx1"/>
                          </a:solidFill>
                          <a:effectLst/>
                          <a:latin typeface="+mn-lt"/>
                          <a:ea typeface="+mn-ea"/>
                          <a:cs typeface="+mn-cs"/>
                        </a:rPr>
                        <a:t>The term </a:t>
                      </a:r>
                      <a:r>
                        <a:rPr lang="en-US" sz="1600" b="0" i="1" u="none" strike="noStrike" kern="1200" cap="none" spc="0">
                          <a:solidFill>
                            <a:schemeClr val="tx1"/>
                          </a:solidFill>
                          <a:effectLst/>
                          <a:latin typeface="+mn-lt"/>
                          <a:ea typeface="+mn-ea"/>
                          <a:cs typeface="+mn-cs"/>
                        </a:rPr>
                        <a:t>Tenant</a:t>
                      </a:r>
                      <a:r>
                        <a:rPr lang="en-US" sz="1600" b="0" i="0" u="none" strike="noStrike" kern="1200" cap="none" spc="0">
                          <a:solidFill>
                            <a:schemeClr val="tx1"/>
                          </a:solidFill>
                          <a:effectLst/>
                          <a:latin typeface="+mn-lt"/>
                          <a:ea typeface="+mn-ea"/>
                          <a:cs typeface="+mn-cs"/>
                        </a:rPr>
                        <a:t> means a single instance of Azure AD representing a single organization</a:t>
                      </a:r>
                      <a:r>
                        <a:rPr lang="en-US" sz="1600" b="0" i="0" kern="1200" cap="none" spc="0">
                          <a:solidFill>
                            <a:schemeClr val="tx1"/>
                          </a:solidFill>
                          <a:effectLst/>
                          <a:latin typeface="+mn-lt"/>
                          <a:ea typeface="+mn-ea"/>
                          <a:cs typeface="+mn-cs"/>
                        </a:rPr>
                        <a:t>​</a:t>
                      </a:r>
                    </a:p>
                    <a:p>
                      <a:pPr marL="285750" indent="-285750" rtl="0" fontAlgn="base">
                        <a:buFont typeface="Arial" panose="020B0604020202020204" pitchFamily="34" charset="0"/>
                        <a:buChar char="•"/>
                      </a:pPr>
                      <a:r>
                        <a:rPr lang="en-US" sz="1600" b="0" i="0" u="none" strike="noStrike" kern="1200" cap="none" spc="0">
                          <a:solidFill>
                            <a:schemeClr val="tx1"/>
                          </a:solidFill>
                          <a:effectLst/>
                          <a:latin typeface="+mn-lt"/>
                          <a:ea typeface="+mn-ea"/>
                          <a:cs typeface="+mn-cs"/>
                        </a:rPr>
                        <a:t>The terms </a:t>
                      </a:r>
                      <a:r>
                        <a:rPr lang="en-US" sz="1600" b="0" i="1" u="none" strike="noStrike" kern="1200" cap="none" spc="0">
                          <a:solidFill>
                            <a:schemeClr val="tx1"/>
                          </a:solidFill>
                          <a:effectLst/>
                          <a:latin typeface="+mn-lt"/>
                          <a:ea typeface="+mn-ea"/>
                          <a:cs typeface="+mn-cs"/>
                        </a:rPr>
                        <a:t>Tenant </a:t>
                      </a:r>
                      <a:r>
                        <a:rPr lang="en-US" sz="1600" b="0" i="0" u="none" strike="noStrike" kern="1200" cap="none" spc="0">
                          <a:solidFill>
                            <a:schemeClr val="tx1"/>
                          </a:solidFill>
                          <a:effectLst/>
                          <a:latin typeface="+mn-lt"/>
                          <a:ea typeface="+mn-ea"/>
                          <a:cs typeface="+mn-cs"/>
                        </a:rPr>
                        <a:t>and </a:t>
                      </a:r>
                      <a:r>
                        <a:rPr lang="en-US" sz="1600" b="0" i="1" u="none" strike="noStrike" kern="1200" cap="none" spc="0">
                          <a:solidFill>
                            <a:schemeClr val="tx1"/>
                          </a:solidFill>
                          <a:effectLst/>
                          <a:latin typeface="+mn-lt"/>
                          <a:ea typeface="+mn-ea"/>
                          <a:cs typeface="+mn-cs"/>
                        </a:rPr>
                        <a:t>Directory</a:t>
                      </a:r>
                      <a:r>
                        <a:rPr lang="en-US" sz="1600" b="0" i="0" u="none" strike="noStrike" kern="1200" cap="none" spc="0">
                          <a:solidFill>
                            <a:schemeClr val="tx1"/>
                          </a:solidFill>
                          <a:effectLst/>
                          <a:latin typeface="+mn-lt"/>
                          <a:ea typeface="+mn-ea"/>
                          <a:cs typeface="+mn-cs"/>
                        </a:rPr>
                        <a:t> are often used interchangeably</a:t>
                      </a:r>
                      <a:r>
                        <a:rPr lang="en-US" sz="1600" b="0" i="0" kern="1200" cap="none" spc="0">
                          <a:solidFill>
                            <a:schemeClr val="tx1"/>
                          </a:solidFill>
                          <a:effectLst/>
                          <a:latin typeface="+mn-lt"/>
                          <a:ea typeface="+mn-ea"/>
                          <a:cs typeface="+mn-cs"/>
                        </a:rPr>
                        <a:t>​</a:t>
                      </a:r>
                    </a:p>
                  </a:txBody>
                  <a:tcPr marL="133127" marR="133460" marT="102405" marB="102405" anchor="ctr">
                    <a:lnL w="6350" cap="flat" cmpd="sng" algn="ctr">
                      <a:solidFill>
                        <a:schemeClr val="tx1">
                          <a:lumMod val="50000"/>
                          <a:lumOff val="50000"/>
                        </a:schemeClr>
                      </a:solidFill>
                      <a:prstDash val="solid"/>
                    </a:lnL>
                    <a:lnR w="12700" cmpd="sng">
                      <a:noFill/>
                      <a:prstDash val="solid"/>
                    </a:lnR>
                    <a:lnT w="6350" cap="flat" cmpd="sng" algn="ctr">
                      <a:solidFill>
                        <a:schemeClr val="tx1">
                          <a:lumMod val="50000"/>
                          <a:lumOff val="50000"/>
                        </a:schemeClr>
                      </a:solidFill>
                      <a:prstDash val="solid"/>
                    </a:lnT>
                    <a:lnB w="12700" cmpd="sng">
                      <a:noFill/>
                      <a:prstDash val="soli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62684497"/>
                  </a:ext>
                </a:extLst>
              </a:tr>
              <a:tr h="484720">
                <a:tc>
                  <a:txBody>
                    <a:bodyPr/>
                    <a:lstStyle/>
                    <a:p>
                      <a:pPr lvl="0" algn="l">
                        <a:buNone/>
                      </a:pPr>
                      <a:r>
                        <a:rPr lang="en-US" sz="1600" cap="none" spc="0">
                          <a:solidFill>
                            <a:schemeClr val="tx1"/>
                          </a:solidFill>
                          <a:latin typeface="+mj-lt"/>
                        </a:rPr>
                        <a:t>Azure subscription</a:t>
                      </a:r>
                    </a:p>
                  </a:txBody>
                  <a:tcPr marL="133127" marR="133460" marT="102405" marB="102405" anchor="ctr">
                    <a:lnL w="19050" cap="flat" cmpd="sng" algn="ctr">
                      <a:solidFill>
                        <a:schemeClr val="tx1"/>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lnTlToBr w="12700" cmpd="sng">
                      <a:noFill/>
                      <a:prstDash val="solid"/>
                    </a:lnTlToBr>
                    <a:lnBlToTr w="12700" cmpd="sng">
                      <a:noFill/>
                      <a:prstDash val="solid"/>
                    </a:lnBlToTr>
                    <a:noFill/>
                  </a:tcPr>
                </a:tc>
                <a:tc>
                  <a:txBody>
                    <a:bodyPr/>
                    <a:lstStyle/>
                    <a:p>
                      <a:pPr lvl="0" algn="l">
                        <a:buNone/>
                      </a:pPr>
                      <a:r>
                        <a:rPr lang="en-US" sz="1600" b="0" i="0" u="none" strike="noStrike" cap="none" spc="0" noProof="0">
                          <a:solidFill>
                            <a:schemeClr val="tx1"/>
                          </a:solidFill>
                          <a:latin typeface="Segoe UI"/>
                        </a:rPr>
                        <a:t>Used to pay for Azure cloud services</a:t>
                      </a:r>
                      <a:endParaRPr lang="en-US" sz="1600" cap="none" spc="0">
                        <a:solidFill>
                          <a:schemeClr val="tx1"/>
                        </a:solidFill>
                      </a:endParaRPr>
                    </a:p>
                  </a:txBody>
                  <a:tcPr marL="133127" marR="133460" marT="102405" marB="102405" anchor="ctr">
                    <a:lnL w="6350" cap="flat" cmpd="sng" algn="ctr">
                      <a:solidFill>
                        <a:schemeClr val="tx1">
                          <a:lumMod val="50000"/>
                          <a:lumOff val="50000"/>
                        </a:schemeClr>
                      </a:solidFill>
                      <a:prstDash val="solid"/>
                    </a:lnL>
                    <a:lnR w="19050" cap="flat" cmpd="sng" algn="ctr">
                      <a:solidFill>
                        <a:schemeClr val="tx1"/>
                      </a:solidFill>
                      <a:prstDash val="solid"/>
                    </a:lnR>
                    <a:lnT w="12700" cmpd="sng">
                      <a:noFill/>
                      <a:prstDash val="solid"/>
                    </a:lnT>
                    <a:lnB w="19050" cap="flat" cmpd="sng" algn="ctr">
                      <a:solidFill>
                        <a:schemeClr val="tx1"/>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3362493009"/>
                  </a:ext>
                </a:extLst>
              </a:tr>
            </a:tbl>
          </a:graphicData>
        </a:graphic>
      </p:graphicFrame>
    </p:spTree>
    <p:extLst>
      <p:ext uri="{BB962C8B-B14F-4D97-AF65-F5344CB8AC3E}">
        <p14:creationId xmlns:p14="http://schemas.microsoft.com/office/powerpoint/2010/main" val="40847578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30593AC-4AA3-93D3-B2A0-44662366DED6}"/>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AD DS vs Azure Active Directory</a:t>
            </a:r>
          </a:p>
        </p:txBody>
      </p:sp>
      <p:sp>
        <p:nvSpPr>
          <p:cNvPr id="33" name="Content Placeholder 2">
            <a:extLst>
              <a:ext uri="{FF2B5EF4-FFF2-40B4-BE49-F238E27FC236}">
                <a16:creationId xmlns:a16="http://schemas.microsoft.com/office/drawing/2014/main" id="{BFF16AD0-C1B1-1442-9F36-216F34BE6C7C}"/>
              </a:ext>
            </a:extLst>
          </p:cNvPr>
          <p:cNvSpPr>
            <a:spLocks noGrp="1"/>
          </p:cNvSpPr>
          <p:nvPr>
            <p:ph idx="1"/>
          </p:nvPr>
        </p:nvSpPr>
        <p:spPr>
          <a:xfrm>
            <a:off x="1371599" y="2318197"/>
            <a:ext cx="9724031" cy="3683358"/>
          </a:xfrm>
        </p:spPr>
        <p:txBody>
          <a:bodyPr anchor="ctr">
            <a:normAutofit/>
          </a:bodyPr>
          <a:lstStyle/>
          <a:p>
            <a:r>
              <a:rPr lang="en-US" sz="2000" dirty="0"/>
              <a:t>Azure AD is primarily an identity solution, and designed for HTTP and HTTPS communications</a:t>
            </a:r>
            <a:endParaRPr lang="en-IN" sz="2000" dirty="0"/>
          </a:p>
          <a:p>
            <a:r>
              <a:rPr lang="en-US" sz="2000" dirty="0"/>
              <a:t>Queried using the REST API over HTTP and HTTPS. Instead of LDAP</a:t>
            </a:r>
            <a:endParaRPr lang="en-IN" sz="2000" dirty="0"/>
          </a:p>
          <a:p>
            <a:r>
              <a:rPr lang="en-US" sz="2000" dirty="0"/>
              <a:t>Uses HTTP and HTTPS protocols such as SAML, WS-Federation, and OpenID Connect for authentication (and OAuth for authorization). Instead of Kerberos</a:t>
            </a:r>
            <a:endParaRPr lang="en-IN" sz="2000" dirty="0"/>
          </a:p>
          <a:p>
            <a:r>
              <a:rPr lang="en-US" sz="2000" dirty="0"/>
              <a:t>Includes federation services, and many third-party services (such as Facebook)</a:t>
            </a:r>
            <a:endParaRPr lang="en-IN" sz="2000" dirty="0"/>
          </a:p>
          <a:p>
            <a:r>
              <a:rPr lang="en-US" sz="2000" dirty="0"/>
              <a:t>Azure AD users and groups are created in a flat structure, and there are no Organizational Units (OUs) or Group Policy Objects (GPOs)</a:t>
            </a:r>
            <a:endParaRPr lang="en-IN" sz="2000" dirty="0"/>
          </a:p>
          <a:p>
            <a:endParaRPr lang="en-US" sz="2000" dirty="0"/>
          </a:p>
        </p:txBody>
      </p:sp>
    </p:spTree>
    <p:extLst>
      <p:ext uri="{BB962C8B-B14F-4D97-AF65-F5344CB8AC3E}">
        <p14:creationId xmlns:p14="http://schemas.microsoft.com/office/powerpoint/2010/main" val="37495315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1">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427821-CAA8-8251-BD97-DC0C91738756}"/>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a:solidFill>
                  <a:srgbClr val="FFFFFF"/>
                </a:solidFill>
                <a:latin typeface="+mj-lt"/>
                <a:ea typeface="+mj-ea"/>
                <a:cs typeface="+mj-cs"/>
              </a:rPr>
              <a:t>Azure Active Directory Editions</a:t>
            </a:r>
          </a:p>
        </p:txBody>
      </p:sp>
      <p:graphicFrame>
        <p:nvGraphicFramePr>
          <p:cNvPr id="5" name="Table 4">
            <a:extLst>
              <a:ext uri="{FF2B5EF4-FFF2-40B4-BE49-F238E27FC236}">
                <a16:creationId xmlns:a16="http://schemas.microsoft.com/office/drawing/2014/main" id="{93B44637-0431-B3AC-69AF-12450070EE0E}"/>
              </a:ext>
            </a:extLst>
          </p:cNvPr>
          <p:cNvGraphicFramePr>
            <a:graphicFrameLocks noGrp="1"/>
          </p:cNvGraphicFramePr>
          <p:nvPr>
            <p:extLst>
              <p:ext uri="{D42A27DB-BD31-4B8C-83A1-F6EECF244321}">
                <p14:modId xmlns:p14="http://schemas.microsoft.com/office/powerpoint/2010/main" val="712696451"/>
              </p:ext>
            </p:extLst>
          </p:nvPr>
        </p:nvGraphicFramePr>
        <p:xfrm>
          <a:off x="1166452" y="1966293"/>
          <a:ext cx="9859097" cy="4452162"/>
        </p:xfrm>
        <a:graphic>
          <a:graphicData uri="http://schemas.openxmlformats.org/drawingml/2006/table">
            <a:tbl>
              <a:tblPr firstRow="1" firstCol="1" bandRow="1">
                <a:tableStyleId>{5C22544A-7EE6-4342-B048-85BDC9FD1C3A}</a:tableStyleId>
              </a:tblPr>
              <a:tblGrid>
                <a:gridCol w="3025876">
                  <a:extLst>
                    <a:ext uri="{9D8B030D-6E8A-4147-A177-3AD203B41FA5}">
                      <a16:colId xmlns:a16="http://schemas.microsoft.com/office/drawing/2014/main" val="3909572094"/>
                    </a:ext>
                  </a:extLst>
                </a:gridCol>
                <a:gridCol w="1538796">
                  <a:extLst>
                    <a:ext uri="{9D8B030D-6E8A-4147-A177-3AD203B41FA5}">
                      <a16:colId xmlns:a16="http://schemas.microsoft.com/office/drawing/2014/main" val="426167829"/>
                    </a:ext>
                  </a:extLst>
                </a:gridCol>
                <a:gridCol w="2115696">
                  <a:extLst>
                    <a:ext uri="{9D8B030D-6E8A-4147-A177-3AD203B41FA5}">
                      <a16:colId xmlns:a16="http://schemas.microsoft.com/office/drawing/2014/main" val="2113313439"/>
                    </a:ext>
                  </a:extLst>
                </a:gridCol>
                <a:gridCol w="1566324">
                  <a:extLst>
                    <a:ext uri="{9D8B030D-6E8A-4147-A177-3AD203B41FA5}">
                      <a16:colId xmlns:a16="http://schemas.microsoft.com/office/drawing/2014/main" val="716184289"/>
                    </a:ext>
                  </a:extLst>
                </a:gridCol>
                <a:gridCol w="1612405">
                  <a:extLst>
                    <a:ext uri="{9D8B030D-6E8A-4147-A177-3AD203B41FA5}">
                      <a16:colId xmlns:a16="http://schemas.microsoft.com/office/drawing/2014/main" val="939645357"/>
                    </a:ext>
                  </a:extLst>
                </a:gridCol>
              </a:tblGrid>
              <a:tr h="342474">
                <a:tc>
                  <a:txBody>
                    <a:bodyPr/>
                    <a:lstStyle/>
                    <a:p>
                      <a:pPr marL="0" marR="156845" algn="l"/>
                      <a:r>
                        <a:rPr lang="en-US" sz="1500" b="0" kern="1200">
                          <a:solidFill>
                            <a:schemeClr val="bg1"/>
                          </a:solidFill>
                          <a:effectLst/>
                          <a:latin typeface="+mj-lt"/>
                          <a:ea typeface="+mn-ea"/>
                          <a:cs typeface="Segoe UI Semilight" panose="020B0402040204020203" pitchFamily="34" charset="0"/>
                        </a:rPr>
                        <a:t>Feature</a:t>
                      </a:r>
                    </a:p>
                  </a:txBody>
                  <a:tcPr marL="77835" marR="77835" marT="38917" marB="38917">
                    <a:lnL w="6350" cap="flat" cmpd="sng" algn="ctr">
                      <a:solidFill>
                        <a:srgbClr val="243A5E"/>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243A5E"/>
                    </a:solidFill>
                  </a:tcPr>
                </a:tc>
                <a:tc>
                  <a:txBody>
                    <a:bodyPr/>
                    <a:lstStyle/>
                    <a:p>
                      <a:pPr marL="0" marR="156845" algn="l"/>
                      <a:r>
                        <a:rPr lang="en-US" sz="1500" b="0">
                          <a:solidFill>
                            <a:schemeClr val="bg1"/>
                          </a:solidFill>
                          <a:effectLst/>
                          <a:latin typeface="+mj-lt"/>
                          <a:cs typeface="Segoe UI Semilight" panose="020B0402040204020203" pitchFamily="34" charset="0"/>
                        </a:rPr>
                        <a:t>Free</a:t>
                      </a:r>
                      <a:endParaRPr lang="en-US" sz="1500" b="0">
                        <a:solidFill>
                          <a:schemeClr val="bg1"/>
                        </a:solidFill>
                        <a:effectLst/>
                        <a:latin typeface="+mj-lt"/>
                        <a:ea typeface="Times New Roman" panose="02020603050405020304" pitchFamily="18" charset="0"/>
                        <a:cs typeface="Segoe UI Semilight" panose="020B0402040204020203" pitchFamily="34" charset="0"/>
                      </a:endParaRPr>
                    </a:p>
                  </a:txBody>
                  <a:tcPr marL="77835" marR="77835" marT="38917" marB="38917">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243A5E"/>
                    </a:solidFill>
                  </a:tcPr>
                </a:tc>
                <a:tc>
                  <a:txBody>
                    <a:bodyPr/>
                    <a:lstStyle/>
                    <a:p>
                      <a:pPr marL="0" marR="156845" algn="l"/>
                      <a:r>
                        <a:rPr lang="en-US" sz="1500" b="0">
                          <a:solidFill>
                            <a:schemeClr val="bg1"/>
                          </a:solidFill>
                          <a:effectLst/>
                          <a:latin typeface="+mj-lt"/>
                          <a:cs typeface="Segoe UI Semilight" panose="020B0402040204020203" pitchFamily="34" charset="0"/>
                        </a:rPr>
                        <a:t>Microsoft 365 Apps</a:t>
                      </a:r>
                      <a:endParaRPr lang="en-US" sz="1500" b="0">
                        <a:solidFill>
                          <a:schemeClr val="bg1"/>
                        </a:solidFill>
                        <a:effectLst/>
                        <a:latin typeface="+mj-lt"/>
                        <a:ea typeface="Times New Roman" panose="02020603050405020304" pitchFamily="18" charset="0"/>
                        <a:cs typeface="Segoe UI Semilight" panose="020B0402040204020203" pitchFamily="34" charset="0"/>
                      </a:endParaRPr>
                    </a:p>
                  </a:txBody>
                  <a:tcPr marL="77835" marR="77835" marT="38917" marB="38917">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243A5E"/>
                    </a:solidFill>
                  </a:tcPr>
                </a:tc>
                <a:tc>
                  <a:txBody>
                    <a:bodyPr/>
                    <a:lstStyle/>
                    <a:p>
                      <a:pPr marL="0" marR="156845" algn="l"/>
                      <a:r>
                        <a:rPr lang="en-US" sz="1500" b="0">
                          <a:solidFill>
                            <a:schemeClr val="bg1"/>
                          </a:solidFill>
                          <a:effectLst/>
                          <a:latin typeface="+mj-lt"/>
                          <a:cs typeface="Segoe UI Semilight" panose="020B0402040204020203" pitchFamily="34" charset="0"/>
                        </a:rPr>
                        <a:t>Premium P1</a:t>
                      </a:r>
                      <a:endParaRPr lang="en-US" sz="1500" b="0">
                        <a:solidFill>
                          <a:schemeClr val="bg1"/>
                        </a:solidFill>
                        <a:effectLst/>
                        <a:latin typeface="+mj-lt"/>
                        <a:ea typeface="Times New Roman" panose="02020603050405020304" pitchFamily="18" charset="0"/>
                        <a:cs typeface="Segoe UI Semilight" panose="020B0402040204020203" pitchFamily="34" charset="0"/>
                      </a:endParaRPr>
                    </a:p>
                  </a:txBody>
                  <a:tcPr marL="77835" marR="77835" marT="38917" marB="38917">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243A5E"/>
                    </a:solidFill>
                  </a:tcPr>
                </a:tc>
                <a:tc>
                  <a:txBody>
                    <a:bodyPr/>
                    <a:lstStyle/>
                    <a:p>
                      <a:pPr marL="0" marR="156845" algn="l"/>
                      <a:r>
                        <a:rPr lang="en-US" sz="1500" b="0" kern="1200">
                          <a:solidFill>
                            <a:schemeClr val="bg1"/>
                          </a:solidFill>
                          <a:effectLst/>
                          <a:latin typeface="+mj-lt"/>
                          <a:ea typeface="+mn-ea"/>
                          <a:cs typeface="Segoe UI Semilight" panose="020B0402040204020203" pitchFamily="34" charset="0"/>
                        </a:rPr>
                        <a:t>Premium P2</a:t>
                      </a:r>
                    </a:p>
                  </a:txBody>
                  <a:tcPr marL="77835" marR="77835" marT="38917" marB="38917">
                    <a:lnL w="6350" cap="flat" cmpd="sng" algn="ctr">
                      <a:solidFill>
                        <a:schemeClr val="bg1"/>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243A5E"/>
                    </a:solidFill>
                  </a:tcPr>
                </a:tc>
                <a:extLst>
                  <a:ext uri="{0D108BD9-81ED-4DB2-BD59-A6C34878D82A}">
                    <a16:rowId xmlns:a16="http://schemas.microsoft.com/office/drawing/2014/main" val="1228549739"/>
                  </a:ext>
                </a:extLst>
              </a:tr>
              <a:tr h="373608">
                <a:tc>
                  <a:txBody>
                    <a:bodyPr/>
                    <a:lstStyle/>
                    <a:p>
                      <a:pPr algn="l"/>
                      <a:r>
                        <a:rPr lang="en-US" sz="1500" b="0" kern="1200">
                          <a:solidFill>
                            <a:schemeClr val="tx1"/>
                          </a:solidFill>
                          <a:effectLst/>
                          <a:latin typeface="+mj-lt"/>
                          <a:ea typeface="+mn-ea"/>
                          <a:cs typeface="Segoe UI Semilight" panose="020B0402040204020203" pitchFamily="34" charset="0"/>
                        </a:rPr>
                        <a:t>Directory Objects</a:t>
                      </a:r>
                    </a:p>
                  </a:txBody>
                  <a:tcPr marL="77835" marR="77835" marT="54484" marB="54484"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r>
                        <a:rPr lang="en-US" sz="1500" dirty="0">
                          <a:solidFill>
                            <a:schemeClr val="tx1"/>
                          </a:solidFill>
                          <a:effectLst/>
                          <a:latin typeface="+mn-lt"/>
                          <a:cs typeface="Segoe UI Semilight" panose="020B0402040204020203" pitchFamily="34" charset="0"/>
                        </a:rPr>
                        <a:t>500,000 objects</a:t>
                      </a:r>
                    </a:p>
                  </a:txBody>
                  <a:tcPr marL="77835" marR="77835" marT="54484" marB="54484"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500">
                          <a:solidFill>
                            <a:schemeClr val="tx1"/>
                          </a:solidFill>
                          <a:effectLst/>
                          <a:latin typeface="+mn-lt"/>
                          <a:cs typeface="Segoe UI Semilight" panose="020B0402040204020203" pitchFamily="34" charset="0"/>
                        </a:rPr>
                        <a:t>No object limit</a:t>
                      </a:r>
                    </a:p>
                  </a:txBody>
                  <a:tcPr marL="77835" marR="77835" marT="54484" marB="54484"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500">
                          <a:solidFill>
                            <a:schemeClr val="tx1"/>
                          </a:solidFill>
                          <a:effectLst/>
                          <a:latin typeface="+mn-lt"/>
                          <a:cs typeface="Segoe UI Semilight" panose="020B0402040204020203" pitchFamily="34" charset="0"/>
                        </a:rPr>
                        <a:t>No object limit</a:t>
                      </a:r>
                    </a:p>
                  </a:txBody>
                  <a:tcPr marL="77835" marR="77835" marT="54484" marB="54484"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500">
                          <a:solidFill>
                            <a:schemeClr val="tx1"/>
                          </a:solidFill>
                          <a:effectLst/>
                          <a:latin typeface="+mn-lt"/>
                          <a:cs typeface="Segoe UI Semilight" panose="020B0402040204020203" pitchFamily="34" charset="0"/>
                        </a:rPr>
                        <a:t>No object limit</a:t>
                      </a:r>
                    </a:p>
                  </a:txBody>
                  <a:tcPr marL="77835" marR="77835" marT="54484" marB="54484"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7200626"/>
                  </a:ext>
                </a:extLst>
              </a:tr>
              <a:tr h="373608">
                <a:tc>
                  <a:txBody>
                    <a:bodyPr/>
                    <a:lstStyle/>
                    <a:p>
                      <a:pPr algn="l"/>
                      <a:r>
                        <a:rPr lang="en-US" sz="1500" b="0" kern="1200" dirty="0">
                          <a:solidFill>
                            <a:schemeClr val="tx1"/>
                          </a:solidFill>
                          <a:effectLst/>
                          <a:latin typeface="+mj-lt"/>
                          <a:ea typeface="+mn-ea"/>
                          <a:cs typeface="Segoe UI Semilight" panose="020B0402040204020203" pitchFamily="34" charset="0"/>
                        </a:rPr>
                        <a:t>Single Sign-On</a:t>
                      </a:r>
                    </a:p>
                  </a:txBody>
                  <a:tcPr marL="77835" marR="77835" marT="54484" marB="54484"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r>
                        <a:rPr lang="en-US" sz="1500">
                          <a:solidFill>
                            <a:schemeClr val="tx1"/>
                          </a:solidFill>
                          <a:effectLst/>
                          <a:latin typeface="+mn-lt"/>
                          <a:cs typeface="Segoe UI Semilight" panose="020B0402040204020203" pitchFamily="34" charset="0"/>
                        </a:rPr>
                        <a:t>Unlimited</a:t>
                      </a:r>
                    </a:p>
                  </a:txBody>
                  <a:tcPr marL="77835" marR="77835" marT="54484" marB="54484"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500">
                          <a:solidFill>
                            <a:schemeClr val="tx1"/>
                          </a:solidFill>
                          <a:effectLst/>
                          <a:latin typeface="+mn-lt"/>
                          <a:cs typeface="Segoe UI Semilight" panose="020B0402040204020203" pitchFamily="34" charset="0"/>
                        </a:rPr>
                        <a:t>Unlimited</a:t>
                      </a:r>
                    </a:p>
                  </a:txBody>
                  <a:tcPr marL="77835" marR="77835" marT="54484" marB="54484"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500">
                          <a:solidFill>
                            <a:schemeClr val="tx1"/>
                          </a:solidFill>
                          <a:effectLst/>
                          <a:latin typeface="+mn-lt"/>
                          <a:cs typeface="Segoe UI Semilight" panose="020B0402040204020203" pitchFamily="34" charset="0"/>
                        </a:rPr>
                        <a:t>Unlimited</a:t>
                      </a:r>
                    </a:p>
                  </a:txBody>
                  <a:tcPr marL="77835" marR="77835" marT="54484" marB="54484"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500">
                          <a:solidFill>
                            <a:schemeClr val="tx1"/>
                          </a:solidFill>
                          <a:effectLst/>
                          <a:latin typeface="+mn-lt"/>
                          <a:cs typeface="Segoe UI Semilight" panose="020B0402040204020203" pitchFamily="34" charset="0"/>
                        </a:rPr>
                        <a:t>Unlimited</a:t>
                      </a:r>
                    </a:p>
                  </a:txBody>
                  <a:tcPr marL="77835" marR="77835" marT="54484" marB="54484"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93124035"/>
                  </a:ext>
                </a:extLst>
              </a:tr>
              <a:tr h="373608">
                <a:tc>
                  <a:txBody>
                    <a:bodyPr/>
                    <a:lstStyle/>
                    <a:p>
                      <a:pPr algn="l"/>
                      <a:r>
                        <a:rPr lang="en-US" sz="1500" b="0" kern="1200">
                          <a:solidFill>
                            <a:schemeClr val="tx1"/>
                          </a:solidFill>
                          <a:effectLst/>
                          <a:latin typeface="+mj-lt"/>
                          <a:ea typeface="+mn-ea"/>
                          <a:cs typeface="Segoe UI Semilight" panose="020B0402040204020203" pitchFamily="34" charset="0"/>
                        </a:rPr>
                        <a:t>Core Identity and Access</a:t>
                      </a:r>
                    </a:p>
                  </a:txBody>
                  <a:tcPr marL="77835" marR="77835" marT="54484" marB="54484"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r>
                        <a:rPr lang="en-US" sz="1500">
                          <a:solidFill>
                            <a:schemeClr val="tx1"/>
                          </a:solidFill>
                          <a:effectLst/>
                          <a:latin typeface="+mn-lt"/>
                          <a:cs typeface="Segoe UI Semilight" panose="020B0402040204020203" pitchFamily="34" charset="0"/>
                        </a:rPr>
                        <a:t>X</a:t>
                      </a:r>
                    </a:p>
                  </a:txBody>
                  <a:tcPr marL="77835" marR="77835" marT="54484" marB="54484"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500">
                          <a:solidFill>
                            <a:schemeClr val="tx1"/>
                          </a:solidFill>
                          <a:effectLst/>
                          <a:latin typeface="+mn-lt"/>
                          <a:cs typeface="Segoe UI Semilight" panose="020B0402040204020203" pitchFamily="34" charset="0"/>
                        </a:rPr>
                        <a:t>X</a:t>
                      </a:r>
                    </a:p>
                  </a:txBody>
                  <a:tcPr marL="77835" marR="77835" marT="54484" marB="54484"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500">
                          <a:solidFill>
                            <a:schemeClr val="tx1"/>
                          </a:solidFill>
                          <a:effectLst/>
                          <a:latin typeface="+mn-lt"/>
                          <a:cs typeface="Segoe UI Semilight" panose="020B0402040204020203" pitchFamily="34" charset="0"/>
                        </a:rPr>
                        <a:t>X</a:t>
                      </a:r>
                    </a:p>
                  </a:txBody>
                  <a:tcPr marL="77835" marR="77835" marT="54484" marB="54484"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500">
                          <a:solidFill>
                            <a:schemeClr val="tx1"/>
                          </a:solidFill>
                          <a:effectLst/>
                          <a:latin typeface="+mn-lt"/>
                          <a:cs typeface="Segoe UI Semilight" panose="020B0402040204020203" pitchFamily="34" charset="0"/>
                        </a:rPr>
                        <a:t>X</a:t>
                      </a:r>
                    </a:p>
                  </a:txBody>
                  <a:tcPr marL="77835" marR="77835" marT="54484" marB="54484"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52787900"/>
                  </a:ext>
                </a:extLst>
              </a:tr>
              <a:tr h="373608">
                <a:tc>
                  <a:txBody>
                    <a:bodyPr/>
                    <a:lstStyle/>
                    <a:p>
                      <a:pPr algn="l"/>
                      <a:r>
                        <a:rPr lang="en-US" sz="1500" b="0" kern="1200">
                          <a:solidFill>
                            <a:schemeClr val="tx1"/>
                          </a:solidFill>
                          <a:effectLst/>
                          <a:latin typeface="+mj-lt"/>
                          <a:ea typeface="+mn-ea"/>
                          <a:cs typeface="Segoe UI Semilight" panose="020B0402040204020203" pitchFamily="34" charset="0"/>
                        </a:rPr>
                        <a:t>B2B Collaboration</a:t>
                      </a:r>
                    </a:p>
                  </a:txBody>
                  <a:tcPr marL="77835" marR="77835" marT="54484" marB="54484"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r>
                        <a:rPr lang="en-US" sz="1500">
                          <a:solidFill>
                            <a:schemeClr val="tx1"/>
                          </a:solidFill>
                          <a:effectLst/>
                          <a:latin typeface="+mn-lt"/>
                          <a:cs typeface="Segoe UI Semilight" panose="020B0402040204020203" pitchFamily="34" charset="0"/>
                        </a:rPr>
                        <a:t>X</a:t>
                      </a:r>
                    </a:p>
                  </a:txBody>
                  <a:tcPr marL="77835" marR="77835" marT="54484" marB="54484"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500">
                          <a:solidFill>
                            <a:schemeClr val="tx1"/>
                          </a:solidFill>
                          <a:effectLst/>
                          <a:latin typeface="+mn-lt"/>
                          <a:cs typeface="Segoe UI Semilight" panose="020B0402040204020203" pitchFamily="34" charset="0"/>
                        </a:rPr>
                        <a:t>X</a:t>
                      </a:r>
                    </a:p>
                  </a:txBody>
                  <a:tcPr marL="77835" marR="77835" marT="54484" marB="54484"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500">
                          <a:solidFill>
                            <a:schemeClr val="tx1"/>
                          </a:solidFill>
                          <a:effectLst/>
                          <a:latin typeface="+mn-lt"/>
                          <a:cs typeface="Segoe UI Semilight" panose="020B0402040204020203" pitchFamily="34" charset="0"/>
                        </a:rPr>
                        <a:t>X</a:t>
                      </a:r>
                    </a:p>
                  </a:txBody>
                  <a:tcPr marL="77835" marR="77835" marT="54484" marB="54484"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500">
                          <a:solidFill>
                            <a:schemeClr val="tx1"/>
                          </a:solidFill>
                          <a:effectLst/>
                          <a:latin typeface="+mn-lt"/>
                          <a:cs typeface="Segoe UI Semilight" panose="020B0402040204020203" pitchFamily="34" charset="0"/>
                        </a:rPr>
                        <a:t>X</a:t>
                      </a:r>
                    </a:p>
                  </a:txBody>
                  <a:tcPr marL="77835" marR="77835" marT="54484" marB="54484"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09445213"/>
                  </a:ext>
                </a:extLst>
              </a:tr>
              <a:tr h="373608">
                <a:tc>
                  <a:txBody>
                    <a:bodyPr/>
                    <a:lstStyle/>
                    <a:p>
                      <a:pPr algn="l"/>
                      <a:r>
                        <a:rPr lang="en-US" sz="1500" b="0" kern="1200">
                          <a:solidFill>
                            <a:schemeClr val="tx1"/>
                          </a:solidFill>
                          <a:effectLst/>
                          <a:latin typeface="+mj-lt"/>
                          <a:ea typeface="+mn-ea"/>
                          <a:cs typeface="Segoe UI Semilight" panose="020B0402040204020203" pitchFamily="34" charset="0"/>
                        </a:rPr>
                        <a:t>Identity &amp; Access for O365</a:t>
                      </a:r>
                    </a:p>
                  </a:txBody>
                  <a:tcPr marL="77835" marR="77835" marT="54484" marB="54484"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endParaRPr lang="en-US" sz="1500">
                        <a:solidFill>
                          <a:schemeClr val="tx1"/>
                        </a:solidFill>
                        <a:effectLst/>
                        <a:latin typeface="+mn-lt"/>
                        <a:cs typeface="Segoe UI Semilight" panose="020B0402040204020203" pitchFamily="34" charset="0"/>
                      </a:endParaRPr>
                    </a:p>
                  </a:txBody>
                  <a:tcPr marL="77835" marR="77835" marT="54484" marB="54484"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500">
                          <a:solidFill>
                            <a:schemeClr val="tx1"/>
                          </a:solidFill>
                          <a:effectLst/>
                          <a:latin typeface="+mn-lt"/>
                          <a:cs typeface="Segoe UI Semilight" panose="020B0402040204020203" pitchFamily="34" charset="0"/>
                        </a:rPr>
                        <a:t>X</a:t>
                      </a:r>
                    </a:p>
                  </a:txBody>
                  <a:tcPr marL="77835" marR="77835" marT="54484" marB="54484"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500">
                          <a:solidFill>
                            <a:schemeClr val="tx1"/>
                          </a:solidFill>
                          <a:effectLst/>
                          <a:latin typeface="+mn-lt"/>
                          <a:cs typeface="Segoe UI Semilight" panose="020B0402040204020203" pitchFamily="34" charset="0"/>
                        </a:rPr>
                        <a:t>X</a:t>
                      </a:r>
                    </a:p>
                  </a:txBody>
                  <a:tcPr marL="77835" marR="77835" marT="54484" marB="54484"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500">
                          <a:solidFill>
                            <a:schemeClr val="tx1"/>
                          </a:solidFill>
                          <a:effectLst/>
                          <a:latin typeface="+mn-lt"/>
                          <a:cs typeface="Segoe UI Semilight" panose="020B0402040204020203" pitchFamily="34" charset="0"/>
                        </a:rPr>
                        <a:t>X</a:t>
                      </a:r>
                    </a:p>
                  </a:txBody>
                  <a:tcPr marL="77835" marR="77835" marT="54484" marB="54484"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5057461"/>
                  </a:ext>
                </a:extLst>
              </a:tr>
              <a:tr h="373608">
                <a:tc>
                  <a:txBody>
                    <a:bodyPr/>
                    <a:lstStyle/>
                    <a:p>
                      <a:pPr algn="l"/>
                      <a:r>
                        <a:rPr lang="en-US" sz="1500" b="0" kern="1200">
                          <a:solidFill>
                            <a:schemeClr val="tx1"/>
                          </a:solidFill>
                          <a:effectLst/>
                          <a:latin typeface="+mj-lt"/>
                          <a:ea typeface="+mn-ea"/>
                          <a:cs typeface="Segoe UI Semilight" panose="020B0402040204020203" pitchFamily="34" charset="0"/>
                        </a:rPr>
                        <a:t>Premium Features</a:t>
                      </a:r>
                    </a:p>
                  </a:txBody>
                  <a:tcPr marL="77835" marR="77835" marT="54484" marB="54484"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endParaRPr lang="en-US" sz="1500">
                        <a:solidFill>
                          <a:schemeClr val="tx1"/>
                        </a:solidFill>
                        <a:effectLst/>
                        <a:latin typeface="+mn-lt"/>
                        <a:cs typeface="Segoe UI Semilight" panose="020B0402040204020203" pitchFamily="34" charset="0"/>
                      </a:endParaRPr>
                    </a:p>
                  </a:txBody>
                  <a:tcPr marL="77835" marR="77835" marT="54484" marB="54484"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US" sz="1500">
                        <a:solidFill>
                          <a:schemeClr val="tx1"/>
                        </a:solidFill>
                        <a:effectLst/>
                        <a:latin typeface="+mn-lt"/>
                        <a:cs typeface="Segoe UI Semilight" panose="020B0402040204020203" pitchFamily="34" charset="0"/>
                      </a:endParaRPr>
                    </a:p>
                  </a:txBody>
                  <a:tcPr marL="77835" marR="77835" marT="54484" marB="54484"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500">
                          <a:solidFill>
                            <a:schemeClr val="tx1"/>
                          </a:solidFill>
                          <a:effectLst/>
                          <a:latin typeface="+mn-lt"/>
                          <a:cs typeface="Segoe UI Semilight" panose="020B0402040204020203" pitchFamily="34" charset="0"/>
                        </a:rPr>
                        <a:t>X</a:t>
                      </a:r>
                    </a:p>
                  </a:txBody>
                  <a:tcPr marL="77835" marR="77835" marT="54484" marB="54484"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500">
                          <a:solidFill>
                            <a:schemeClr val="tx1"/>
                          </a:solidFill>
                          <a:effectLst/>
                          <a:latin typeface="+mn-lt"/>
                          <a:cs typeface="Segoe UI Semilight" panose="020B0402040204020203" pitchFamily="34" charset="0"/>
                        </a:rPr>
                        <a:t>X</a:t>
                      </a:r>
                    </a:p>
                  </a:txBody>
                  <a:tcPr marL="77835" marR="77835" marT="54484" marB="54484"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31705207"/>
                  </a:ext>
                </a:extLst>
              </a:tr>
              <a:tr h="373608">
                <a:tc>
                  <a:txBody>
                    <a:bodyPr/>
                    <a:lstStyle/>
                    <a:p>
                      <a:pPr algn="l"/>
                      <a:r>
                        <a:rPr lang="en-US" sz="1500" b="0" kern="1200">
                          <a:solidFill>
                            <a:schemeClr val="tx1"/>
                          </a:solidFill>
                          <a:effectLst/>
                          <a:latin typeface="+mj-lt"/>
                          <a:ea typeface="+mn-ea"/>
                          <a:cs typeface="Segoe UI Semilight" panose="020B0402040204020203" pitchFamily="34" charset="0"/>
                        </a:rPr>
                        <a:t>Hybrid Identities</a:t>
                      </a:r>
                    </a:p>
                  </a:txBody>
                  <a:tcPr marL="77835" marR="77835" marT="54484" marB="54484"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endParaRPr lang="en-US" sz="1500">
                        <a:solidFill>
                          <a:schemeClr val="tx1"/>
                        </a:solidFill>
                        <a:effectLst/>
                        <a:latin typeface="+mn-lt"/>
                        <a:cs typeface="Segoe UI Semilight" panose="020B0402040204020203" pitchFamily="34" charset="0"/>
                      </a:endParaRPr>
                    </a:p>
                  </a:txBody>
                  <a:tcPr marL="77835" marR="77835" marT="54484" marB="54484"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US" sz="1500">
                        <a:solidFill>
                          <a:schemeClr val="tx1"/>
                        </a:solidFill>
                        <a:effectLst/>
                        <a:latin typeface="+mn-lt"/>
                        <a:cs typeface="Segoe UI Semilight" panose="020B0402040204020203" pitchFamily="34" charset="0"/>
                      </a:endParaRPr>
                    </a:p>
                  </a:txBody>
                  <a:tcPr marL="77835" marR="77835" marT="54484" marB="54484"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500">
                          <a:solidFill>
                            <a:schemeClr val="tx1"/>
                          </a:solidFill>
                          <a:effectLst/>
                          <a:latin typeface="+mn-lt"/>
                          <a:cs typeface="Segoe UI Semilight" panose="020B0402040204020203" pitchFamily="34" charset="0"/>
                        </a:rPr>
                        <a:t>X</a:t>
                      </a:r>
                    </a:p>
                  </a:txBody>
                  <a:tcPr marL="77835" marR="77835" marT="54484" marB="54484"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500">
                          <a:solidFill>
                            <a:schemeClr val="tx1"/>
                          </a:solidFill>
                          <a:effectLst/>
                          <a:latin typeface="+mn-lt"/>
                          <a:cs typeface="Segoe UI Semilight" panose="020B0402040204020203" pitchFamily="34" charset="0"/>
                        </a:rPr>
                        <a:t>X</a:t>
                      </a:r>
                    </a:p>
                  </a:txBody>
                  <a:tcPr marL="77835" marR="77835" marT="54484" marB="54484"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29744496"/>
                  </a:ext>
                </a:extLst>
              </a:tr>
              <a:tr h="373608">
                <a:tc>
                  <a:txBody>
                    <a:bodyPr/>
                    <a:lstStyle/>
                    <a:p>
                      <a:pPr algn="l"/>
                      <a:r>
                        <a:rPr lang="en-US" sz="1500" b="0" kern="1200">
                          <a:solidFill>
                            <a:schemeClr val="tx1"/>
                          </a:solidFill>
                          <a:effectLst/>
                          <a:latin typeface="+mj-lt"/>
                          <a:ea typeface="+mn-ea"/>
                          <a:cs typeface="Segoe UI Semilight" panose="020B0402040204020203" pitchFamily="34" charset="0"/>
                        </a:rPr>
                        <a:t>Advanced Group Access</a:t>
                      </a:r>
                    </a:p>
                  </a:txBody>
                  <a:tcPr marL="77835" marR="77835" marT="54484" marB="54484"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endParaRPr lang="en-US" sz="1500">
                        <a:solidFill>
                          <a:schemeClr val="tx1"/>
                        </a:solidFill>
                        <a:effectLst/>
                        <a:latin typeface="+mn-lt"/>
                        <a:cs typeface="Segoe UI Semilight" panose="020B0402040204020203" pitchFamily="34" charset="0"/>
                      </a:endParaRPr>
                    </a:p>
                  </a:txBody>
                  <a:tcPr marL="77835" marR="77835" marT="54484" marB="54484"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US" sz="1500">
                        <a:solidFill>
                          <a:schemeClr val="tx1"/>
                        </a:solidFill>
                        <a:effectLst/>
                        <a:latin typeface="+mn-lt"/>
                        <a:cs typeface="Segoe UI Semilight" panose="020B0402040204020203" pitchFamily="34" charset="0"/>
                      </a:endParaRPr>
                    </a:p>
                  </a:txBody>
                  <a:tcPr marL="77835" marR="77835" marT="54484" marB="54484"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500">
                          <a:solidFill>
                            <a:schemeClr val="tx1"/>
                          </a:solidFill>
                          <a:effectLst/>
                          <a:latin typeface="+mn-lt"/>
                          <a:cs typeface="Segoe UI Semilight" panose="020B0402040204020203" pitchFamily="34" charset="0"/>
                        </a:rPr>
                        <a:t>X</a:t>
                      </a:r>
                    </a:p>
                  </a:txBody>
                  <a:tcPr marL="77835" marR="77835" marT="54484" marB="54484"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500">
                          <a:solidFill>
                            <a:schemeClr val="tx1"/>
                          </a:solidFill>
                          <a:effectLst/>
                          <a:latin typeface="+mn-lt"/>
                          <a:cs typeface="Segoe UI Semilight" panose="020B0402040204020203" pitchFamily="34" charset="0"/>
                        </a:rPr>
                        <a:t>X</a:t>
                      </a:r>
                    </a:p>
                  </a:txBody>
                  <a:tcPr marL="77835" marR="77835" marT="54484" marB="54484"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76222110"/>
                  </a:ext>
                </a:extLst>
              </a:tr>
              <a:tr h="373608">
                <a:tc>
                  <a:txBody>
                    <a:bodyPr/>
                    <a:lstStyle/>
                    <a:p>
                      <a:pPr algn="l"/>
                      <a:r>
                        <a:rPr lang="en-US" sz="1500" b="0" kern="1200">
                          <a:solidFill>
                            <a:schemeClr val="tx1"/>
                          </a:solidFill>
                          <a:effectLst/>
                          <a:latin typeface="+mj-lt"/>
                          <a:ea typeface="+mn-ea"/>
                          <a:cs typeface="Segoe UI Semilight" panose="020B0402040204020203" pitchFamily="34" charset="0"/>
                        </a:rPr>
                        <a:t>Conditional Access</a:t>
                      </a:r>
                    </a:p>
                  </a:txBody>
                  <a:tcPr marL="77835" marR="77835" marT="54484" marB="54484"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endParaRPr lang="en-US" sz="1500">
                        <a:solidFill>
                          <a:schemeClr val="tx1"/>
                        </a:solidFill>
                        <a:effectLst/>
                        <a:latin typeface="+mn-lt"/>
                        <a:cs typeface="Segoe UI Semilight" panose="020B0402040204020203" pitchFamily="34" charset="0"/>
                      </a:endParaRPr>
                    </a:p>
                  </a:txBody>
                  <a:tcPr marL="77835" marR="77835" marT="54484" marB="54484"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US" sz="1500">
                        <a:solidFill>
                          <a:schemeClr val="tx1"/>
                        </a:solidFill>
                        <a:effectLst/>
                        <a:latin typeface="+mn-lt"/>
                        <a:cs typeface="Segoe UI Semilight" panose="020B0402040204020203" pitchFamily="34" charset="0"/>
                      </a:endParaRPr>
                    </a:p>
                  </a:txBody>
                  <a:tcPr marL="77835" marR="77835" marT="54484" marB="54484"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500">
                          <a:solidFill>
                            <a:schemeClr val="tx1"/>
                          </a:solidFill>
                          <a:effectLst/>
                          <a:latin typeface="+mn-lt"/>
                          <a:cs typeface="Segoe UI Semilight" panose="020B0402040204020203" pitchFamily="34" charset="0"/>
                        </a:rPr>
                        <a:t>X</a:t>
                      </a:r>
                    </a:p>
                  </a:txBody>
                  <a:tcPr marL="77835" marR="77835" marT="54484" marB="54484"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500">
                          <a:solidFill>
                            <a:schemeClr val="tx1"/>
                          </a:solidFill>
                          <a:effectLst/>
                          <a:latin typeface="+mn-lt"/>
                          <a:cs typeface="Segoe UI Semilight" panose="020B0402040204020203" pitchFamily="34" charset="0"/>
                        </a:rPr>
                        <a:t>X</a:t>
                      </a:r>
                    </a:p>
                  </a:txBody>
                  <a:tcPr marL="77835" marR="77835" marT="54484" marB="54484"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22525031"/>
                  </a:ext>
                </a:extLst>
              </a:tr>
              <a:tr h="373608">
                <a:tc>
                  <a:txBody>
                    <a:bodyPr/>
                    <a:lstStyle/>
                    <a:p>
                      <a:pPr algn="l"/>
                      <a:r>
                        <a:rPr lang="en-US" sz="1500" b="0" kern="1200">
                          <a:solidFill>
                            <a:schemeClr val="tx1"/>
                          </a:solidFill>
                          <a:effectLst/>
                          <a:latin typeface="+mj-lt"/>
                          <a:ea typeface="+mn-ea"/>
                          <a:cs typeface="Segoe UI Semilight" panose="020B0402040204020203" pitchFamily="34" charset="0"/>
                        </a:rPr>
                        <a:t>Identity Protection</a:t>
                      </a:r>
                    </a:p>
                  </a:txBody>
                  <a:tcPr marL="77835" marR="77835" marT="54484" marB="54484"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endParaRPr lang="en-US" sz="1500">
                        <a:solidFill>
                          <a:schemeClr val="tx1"/>
                        </a:solidFill>
                        <a:effectLst/>
                        <a:latin typeface="+mn-lt"/>
                        <a:cs typeface="Segoe UI Semilight" panose="020B0402040204020203" pitchFamily="34" charset="0"/>
                      </a:endParaRPr>
                    </a:p>
                  </a:txBody>
                  <a:tcPr marL="77835" marR="77835" marT="54484" marB="54484"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US" sz="1500">
                        <a:solidFill>
                          <a:schemeClr val="tx1"/>
                        </a:solidFill>
                        <a:effectLst/>
                        <a:latin typeface="+mn-lt"/>
                        <a:cs typeface="Segoe UI Semilight" panose="020B0402040204020203" pitchFamily="34" charset="0"/>
                      </a:endParaRPr>
                    </a:p>
                  </a:txBody>
                  <a:tcPr marL="77835" marR="77835" marT="54484" marB="54484"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US" sz="1500">
                        <a:solidFill>
                          <a:schemeClr val="tx1"/>
                        </a:solidFill>
                        <a:effectLst/>
                        <a:latin typeface="+mn-lt"/>
                        <a:cs typeface="Segoe UI Semilight" panose="020B0402040204020203" pitchFamily="34" charset="0"/>
                      </a:endParaRPr>
                    </a:p>
                  </a:txBody>
                  <a:tcPr marL="77835" marR="77835" marT="54484" marB="54484"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500">
                          <a:solidFill>
                            <a:schemeClr val="tx1"/>
                          </a:solidFill>
                          <a:effectLst/>
                          <a:latin typeface="+mn-lt"/>
                          <a:cs typeface="Segoe UI Semilight" panose="020B0402040204020203" pitchFamily="34" charset="0"/>
                        </a:rPr>
                        <a:t>X</a:t>
                      </a:r>
                    </a:p>
                  </a:txBody>
                  <a:tcPr marL="77835" marR="77835" marT="54484" marB="54484"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8585556"/>
                  </a:ext>
                </a:extLst>
              </a:tr>
              <a:tr h="373608">
                <a:tc>
                  <a:txBody>
                    <a:bodyPr/>
                    <a:lstStyle/>
                    <a:p>
                      <a:pPr algn="l"/>
                      <a:r>
                        <a:rPr lang="en-US" sz="1500" b="0" kern="1200">
                          <a:solidFill>
                            <a:schemeClr val="tx1"/>
                          </a:solidFill>
                          <a:effectLst/>
                          <a:latin typeface="+mj-lt"/>
                          <a:ea typeface="+mn-ea"/>
                          <a:cs typeface="Segoe UI Semilight" panose="020B0402040204020203" pitchFamily="34" charset="0"/>
                        </a:rPr>
                        <a:t>Identity Governance</a:t>
                      </a:r>
                    </a:p>
                  </a:txBody>
                  <a:tcPr marL="77835" marR="77835" marT="54484" marB="54484"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endParaRPr lang="en-US" sz="1500">
                        <a:solidFill>
                          <a:schemeClr val="tx1"/>
                        </a:solidFill>
                        <a:effectLst/>
                        <a:latin typeface="+mn-lt"/>
                        <a:cs typeface="Segoe UI Semilight" panose="020B0402040204020203" pitchFamily="34" charset="0"/>
                      </a:endParaRPr>
                    </a:p>
                  </a:txBody>
                  <a:tcPr marL="77835" marR="77835" marT="54484" marB="54484"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US" sz="1500">
                        <a:solidFill>
                          <a:schemeClr val="tx1"/>
                        </a:solidFill>
                        <a:effectLst/>
                        <a:latin typeface="+mn-lt"/>
                        <a:cs typeface="Segoe UI Semilight" panose="020B0402040204020203" pitchFamily="34" charset="0"/>
                      </a:endParaRPr>
                    </a:p>
                  </a:txBody>
                  <a:tcPr marL="77835" marR="77835" marT="54484" marB="54484"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US" sz="1500">
                        <a:solidFill>
                          <a:schemeClr val="tx1"/>
                        </a:solidFill>
                        <a:effectLst/>
                        <a:latin typeface="+mn-lt"/>
                        <a:cs typeface="Segoe UI Semilight" panose="020B0402040204020203" pitchFamily="34" charset="0"/>
                      </a:endParaRPr>
                    </a:p>
                  </a:txBody>
                  <a:tcPr marL="77835" marR="77835" marT="54484" marB="54484"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500" dirty="0">
                          <a:solidFill>
                            <a:schemeClr val="tx1"/>
                          </a:solidFill>
                          <a:effectLst/>
                          <a:latin typeface="+mn-lt"/>
                          <a:cs typeface="Segoe UI Semilight" panose="020B0402040204020203" pitchFamily="34" charset="0"/>
                        </a:rPr>
                        <a:t>X</a:t>
                      </a:r>
                    </a:p>
                  </a:txBody>
                  <a:tcPr marL="77835" marR="77835" marT="54484" marB="54484"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36995523"/>
                  </a:ext>
                </a:extLst>
              </a:tr>
            </a:tbl>
          </a:graphicData>
        </a:graphic>
      </p:graphicFrame>
    </p:spTree>
    <p:extLst>
      <p:ext uri="{BB962C8B-B14F-4D97-AF65-F5344CB8AC3E}">
        <p14:creationId xmlns:p14="http://schemas.microsoft.com/office/powerpoint/2010/main" val="5069644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E3596DD-156A-473E-9BB3-C6A29F7574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2C46C4D6-C474-4E92-B52E-944C1118F7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962785" cy="68580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87EFC50F-1D5D-4F64-59F3-8228D7B05A40}"/>
              </a:ext>
            </a:extLst>
          </p:cNvPr>
          <p:cNvSpPr>
            <a:spLocks noGrp="1"/>
          </p:cNvSpPr>
          <p:nvPr>
            <p:ph type="title"/>
          </p:nvPr>
        </p:nvSpPr>
        <p:spPr>
          <a:xfrm>
            <a:off x="838201" y="643467"/>
            <a:ext cx="3888526" cy="1800526"/>
          </a:xfrm>
        </p:spPr>
        <p:txBody>
          <a:bodyPr>
            <a:normAutofit/>
          </a:bodyPr>
          <a:lstStyle/>
          <a:p>
            <a:r>
              <a:rPr lang="en-US"/>
              <a:t>Azure AD Join</a:t>
            </a:r>
            <a:endParaRPr lang="en-US" dirty="0"/>
          </a:p>
        </p:txBody>
      </p:sp>
      <p:sp>
        <p:nvSpPr>
          <p:cNvPr id="3" name="Content Placeholder 2">
            <a:extLst>
              <a:ext uri="{FF2B5EF4-FFF2-40B4-BE49-F238E27FC236}">
                <a16:creationId xmlns:a16="http://schemas.microsoft.com/office/drawing/2014/main" id="{3CDD9233-2D5B-ED32-C653-FA34ABC642D5}"/>
              </a:ext>
            </a:extLst>
          </p:cNvPr>
          <p:cNvSpPr>
            <a:spLocks noGrp="1"/>
          </p:cNvSpPr>
          <p:nvPr>
            <p:ph idx="1"/>
          </p:nvPr>
        </p:nvSpPr>
        <p:spPr>
          <a:xfrm>
            <a:off x="838201" y="2623381"/>
            <a:ext cx="3888528" cy="3553581"/>
          </a:xfrm>
        </p:spPr>
        <p:txBody>
          <a:bodyPr>
            <a:normAutofit/>
          </a:bodyPr>
          <a:lstStyle/>
          <a:p>
            <a:r>
              <a:rPr lang="en-US" sz="1700" dirty="0"/>
              <a:t>Single-Sign-On to your Azure-managed SaaS apps and services</a:t>
            </a:r>
          </a:p>
          <a:p>
            <a:r>
              <a:rPr lang="en-US" sz="1700" dirty="0"/>
              <a:t>Access to Microsoft Store for Business </a:t>
            </a:r>
          </a:p>
          <a:p>
            <a:r>
              <a:rPr lang="en-US" sz="1700" dirty="0"/>
              <a:t>Restriction of access to apps from only compliant devices </a:t>
            </a:r>
          </a:p>
          <a:p>
            <a:r>
              <a:rPr lang="en-US" sz="1700" dirty="0"/>
              <a:t>Enterprise state roaming of user settings across joined devices</a:t>
            </a:r>
          </a:p>
          <a:p>
            <a:r>
              <a:rPr lang="en-US" sz="1700" dirty="0"/>
              <a:t>Windows Hello support </a:t>
            </a:r>
          </a:p>
          <a:p>
            <a:r>
              <a:rPr lang="en-US" sz="1700" dirty="0"/>
              <a:t>Seamless access to</a:t>
            </a:r>
            <a:br>
              <a:rPr lang="en-US" sz="1700" dirty="0"/>
            </a:br>
            <a:r>
              <a:rPr lang="en-US" sz="1700" dirty="0"/>
              <a:t>on-premises resources </a:t>
            </a:r>
          </a:p>
          <a:p>
            <a:endParaRPr lang="en-US" sz="1700" dirty="0"/>
          </a:p>
        </p:txBody>
      </p:sp>
      <p:pic>
        <p:nvPicPr>
          <p:cNvPr id="5" name="Picture 4" descr="A picture containing computer, computer, text, output device&#10;&#10;Description automatically generated">
            <a:extLst>
              <a:ext uri="{FF2B5EF4-FFF2-40B4-BE49-F238E27FC236}">
                <a16:creationId xmlns:a16="http://schemas.microsoft.com/office/drawing/2014/main" id="{6378CAA9-E0A3-B346-1CC6-AEB2D880507F}"/>
              </a:ext>
            </a:extLst>
          </p:cNvPr>
          <p:cNvPicPr>
            <a:picLocks noChangeAspect="1"/>
          </p:cNvPicPr>
          <p:nvPr/>
        </p:nvPicPr>
        <p:blipFill>
          <a:blip r:embed="rId3"/>
          <a:stretch>
            <a:fillRect/>
          </a:stretch>
        </p:blipFill>
        <p:spPr>
          <a:xfrm>
            <a:off x="6800986" y="2161335"/>
            <a:ext cx="4747547" cy="2563673"/>
          </a:xfrm>
          <a:prstGeom prst="rect">
            <a:avLst/>
          </a:prstGeom>
        </p:spPr>
      </p:pic>
      <p:cxnSp>
        <p:nvCxnSpPr>
          <p:cNvPr id="6" name="Elbow Connector 5">
            <a:extLst>
              <a:ext uri="{FF2B5EF4-FFF2-40B4-BE49-F238E27FC236}">
                <a16:creationId xmlns:a16="http://schemas.microsoft.com/office/drawing/2014/main" id="{B1877E74-844E-2D18-5833-AB8713D8EF78}"/>
              </a:ext>
            </a:extLst>
          </p:cNvPr>
          <p:cNvCxnSpPr>
            <a:cxnSpLocks/>
          </p:cNvCxnSpPr>
          <p:nvPr/>
        </p:nvCxnSpPr>
        <p:spPr>
          <a:xfrm flipV="1">
            <a:off x="7972926" y="2727158"/>
            <a:ext cx="1700463" cy="110690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DCD483F7-F972-213E-E61F-3C82A007ED0D}"/>
              </a:ext>
            </a:extLst>
          </p:cNvPr>
          <p:cNvSpPr/>
          <p:nvPr/>
        </p:nvSpPr>
        <p:spPr>
          <a:xfrm>
            <a:off x="7892716" y="3785936"/>
            <a:ext cx="128336" cy="96253"/>
          </a:xfrm>
          <a:prstGeom prst="ellipse">
            <a:avLst/>
          </a:prstGeom>
          <a:effectLst>
            <a:glow rad="228600">
              <a:schemeClr val="accent1">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4108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0 0 L 0 0 C 0.03503 0.00671 0.01094 0.00324 0.07227 0.00324 L 0.07318 0 C 0.07292 -0.02731 0.07227 -0.05486 0.07227 -0.08217 C 0.07227 -0.09329 0.07331 -0.10787 0.07409 -0.11944 C 0.0737 -0.12778 0.07318 -0.13588 0.07318 -0.14421 C 0.07318 -0.14745 0.07383 -0.15046 0.07409 -0.15347 C 0.07409 -0.15463 0.07409 -0.15555 0.07409 -0.15671 L 0.07409 -0.1581 C 0.1112 -0.15416 0.06472 -0.1581 0.10196 -0.1581 C 0.10378 -0.1581 0.10547 -0.15671 0.10716 -0.15671 C 0.11732 -0.15625 0.12748 -0.15671 0.13776 -0.15671 L 0.13776 -0.15671 " pathEditMode="relative" ptsTypes="AAAAAAAAAAAAAA">
                                      <p:cBhvr>
                                        <p:cTn id="6" dur="2000" fill="hold"/>
                                        <p:tgtEl>
                                          <p:spTgt spid="8"/>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26" presetClass="emph" presetSubtype="0" fill="hold" grpId="1" nodeType="clickEffect">
                                  <p:stCondLst>
                                    <p:cond delay="0"/>
                                  </p:stCondLst>
                                  <p:childTnLst>
                                    <p:animEffect transition="out" filter="fade">
                                      <p:cBhvr>
                                        <p:cTn id="10" dur="500" tmFilter="0, 0; .2, .5; .8, .5; 1, 0"/>
                                        <p:tgtEl>
                                          <p:spTgt spid="8"/>
                                        </p:tgtEl>
                                      </p:cBhvr>
                                    </p:animEffect>
                                    <p:animScale>
                                      <p:cBhvr>
                                        <p:cTn id="11" dur="250" autoRev="1" fill="hold"/>
                                        <p:tgtEl>
                                          <p:spTgt spid="8"/>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10359</TotalTime>
  <Words>662</Words>
  <Application>Microsoft Macintosh PowerPoint</Application>
  <PresentationFormat>Widescreen</PresentationFormat>
  <Paragraphs>113</Paragraphs>
  <Slides>9</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Calibri Light</vt:lpstr>
      <vt:lpstr>Segoe UI</vt:lpstr>
      <vt:lpstr>Office Theme</vt:lpstr>
      <vt:lpstr>Azure Administrator - AZ-104 </vt:lpstr>
      <vt:lpstr>Module Overview</vt:lpstr>
      <vt:lpstr>Lesson 01: Azure Active Directory</vt:lpstr>
      <vt:lpstr>Azure Active Directory Overview</vt:lpstr>
      <vt:lpstr>Azure Active Directory</vt:lpstr>
      <vt:lpstr>Azure AD Concepts</vt:lpstr>
      <vt:lpstr>AD DS vs Azure Active Directory</vt:lpstr>
      <vt:lpstr>Azure Active Directory Editions</vt:lpstr>
      <vt:lpstr>Azure AD Join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Azure Administrator - AZ-104 </dc:title>
  <dc:creator>Chugh, Mayank</dc:creator>
  <cp:lastModifiedBy>Chugh, Mayank</cp:lastModifiedBy>
  <cp:revision>3</cp:revision>
  <dcterms:created xsi:type="dcterms:W3CDTF">2023-05-27T04:47:26Z</dcterms:created>
  <dcterms:modified xsi:type="dcterms:W3CDTF">2023-12-30T23:40:14Z</dcterms:modified>
</cp:coreProperties>
</file>