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434" r:id="rId2"/>
    <p:sldId id="256" r:id="rId3"/>
    <p:sldId id="438" r:id="rId4"/>
    <p:sldId id="4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4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8CD2"/>
    <a:srgbClr val="EEF0F4"/>
    <a:srgbClr val="48B9D4"/>
    <a:srgbClr val="24C6BE"/>
    <a:srgbClr val="00D7A0"/>
    <a:srgbClr val="31C3C2"/>
    <a:srgbClr val="36C1C5"/>
    <a:srgbClr val="4EB6D6"/>
    <a:srgbClr val="53B3DB"/>
    <a:srgbClr val="49D6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69" autoAdjust="0"/>
    <p:restoredTop sz="81451" autoAdjust="0"/>
  </p:normalViewPr>
  <p:slideViewPr>
    <p:cSldViewPr snapToGrid="0" snapToObjects="1" showGuides="1">
      <p:cViewPr varScale="1">
        <p:scale>
          <a:sx n="98" d="100"/>
          <a:sy n="98" d="100"/>
        </p:scale>
        <p:origin x="232" y="440"/>
      </p:cViewPr>
      <p:guideLst>
        <p:guide orient="horz" pos="1440"/>
        <p:guide pos="4440"/>
      </p:guideLst>
    </p:cSldViewPr>
  </p:slideViewPr>
  <p:notesTextViewPr>
    <p:cViewPr>
      <p:scale>
        <a:sx n="1" d="1"/>
        <a:sy n="1" d="1"/>
      </p:scale>
      <p:origin x="0" y="0"/>
    </p:cViewPr>
  </p:notesTextViewPr>
  <p:sorterViewPr>
    <p:cViewPr>
      <p:scale>
        <a:sx n="87" d="100"/>
        <a:sy n="87"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34D24E-996A-B04B-AF2C-47AC3E1E69BB}" type="datetimeFigureOut">
              <a:rPr lang="en-US" smtClean="0"/>
              <a:t>3/7/24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5C9AD-DCCD-D046-90C0-5CCDC8EF8057}" type="slidenum">
              <a:rPr lang="en-US" smtClean="0"/>
              <a:t>‹#›</a:t>
            </a:fld>
            <a:endParaRPr lang="en-US"/>
          </a:p>
        </p:txBody>
      </p:sp>
    </p:spTree>
    <p:extLst>
      <p:ext uri="{BB962C8B-B14F-4D97-AF65-F5344CB8AC3E}">
        <p14:creationId xmlns:p14="http://schemas.microsoft.com/office/powerpoint/2010/main" val="3865219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55C9AD-DCCD-D046-90C0-5CCDC8EF8057}" type="slidenum">
              <a:rPr lang="en-US" smtClean="0"/>
              <a:t>2</a:t>
            </a:fld>
            <a:endParaRPr lang="en-US"/>
          </a:p>
        </p:txBody>
      </p:sp>
    </p:spTree>
    <p:extLst>
      <p:ext uri="{BB962C8B-B14F-4D97-AF65-F5344CB8AC3E}">
        <p14:creationId xmlns:p14="http://schemas.microsoft.com/office/powerpoint/2010/main" val="4078464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756E-5A52-9F4D-803D-EC889FAC7B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72CEBD-C426-6140-BD63-E7EF9EBA2F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2F00BA-C474-8141-9988-7B70D00B5543}"/>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5" name="Footer Placeholder 4">
            <a:extLst>
              <a:ext uri="{FF2B5EF4-FFF2-40B4-BE49-F238E27FC236}">
                <a16:creationId xmlns:a16="http://schemas.microsoft.com/office/drawing/2014/main" id="{B4533129-B0D6-D345-A44C-79E8077D5B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616B18-B605-6044-883B-8C92ECED2166}"/>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268818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E3A74-4975-AE4D-A90A-1A44774B6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F77FEA-00C4-7040-A5A6-53A5B9E252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88E87C-6FA3-3E4F-B72D-288244352C95}"/>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5" name="Footer Placeholder 4">
            <a:extLst>
              <a:ext uri="{FF2B5EF4-FFF2-40B4-BE49-F238E27FC236}">
                <a16:creationId xmlns:a16="http://schemas.microsoft.com/office/drawing/2014/main" id="{7C89B616-71DD-0340-B708-347B7AA683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C2A90-7DCA-B544-BF6B-7596D3BD0D0B}"/>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260204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90ED9-4C18-2643-B0AD-C7C68C65A9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8461FF-F18D-B34E-9D99-465F144C04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6D2FCE-00F2-B644-8112-2A0567AEEDF2}"/>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5" name="Footer Placeholder 4">
            <a:extLst>
              <a:ext uri="{FF2B5EF4-FFF2-40B4-BE49-F238E27FC236}">
                <a16:creationId xmlns:a16="http://schemas.microsoft.com/office/drawing/2014/main" id="{2FA3F0D8-9C37-A546-80C5-2A2E6DC228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EBA5B7-3D2A-0C4A-A23E-BF3B2ADCC840}"/>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482402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08882-B112-E245-BD1E-C7136795DA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719077-9892-9644-AF4C-03F482057C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08779A-B5C5-CA47-A701-DD8204D8AC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94DB54-0D38-404D-BD07-D89DE1826520}"/>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6" name="Footer Placeholder 5">
            <a:extLst>
              <a:ext uri="{FF2B5EF4-FFF2-40B4-BE49-F238E27FC236}">
                <a16:creationId xmlns:a16="http://schemas.microsoft.com/office/drawing/2014/main" id="{6EF5BDB7-4DE8-5E45-B5E5-68BD10698C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425665-2FB4-CA40-A3DC-6C25101AF6BF}"/>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1151117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F247F-ADBB-CC48-B03B-90E8382FCC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9A734-842D-7D48-B236-D0A8F3DA67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DEEC08-9D40-0E4C-9C45-3219FA6176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36ECAE-6445-3E4C-835E-C44149701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87C060-7B9E-0642-8827-DCCF6BBB00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594540-49FD-8245-83FF-5988BA106179}"/>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8" name="Footer Placeholder 7">
            <a:extLst>
              <a:ext uri="{FF2B5EF4-FFF2-40B4-BE49-F238E27FC236}">
                <a16:creationId xmlns:a16="http://schemas.microsoft.com/office/drawing/2014/main" id="{61F53193-55AA-5346-B3F5-731E0F362B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A805CC-B981-0D48-B1FC-28807B63D758}"/>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33459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96FA9-38CE-FD48-AD01-B6198D216E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E95615-8712-9A48-9BC1-771F03495030}"/>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4" name="Footer Placeholder 3">
            <a:extLst>
              <a:ext uri="{FF2B5EF4-FFF2-40B4-BE49-F238E27FC236}">
                <a16:creationId xmlns:a16="http://schemas.microsoft.com/office/drawing/2014/main" id="{8FF4A2CE-2667-3944-A593-B9C2656161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D94193-707B-1F47-9315-C3A7B275EACA}"/>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3699383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882A3-65C6-0644-A998-F78A83B154DE}"/>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3" name="Footer Placeholder 2">
            <a:extLst>
              <a:ext uri="{FF2B5EF4-FFF2-40B4-BE49-F238E27FC236}">
                <a16:creationId xmlns:a16="http://schemas.microsoft.com/office/drawing/2014/main" id="{82D86C8E-EA6A-0F4A-BFDB-62296E9379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A72662-D32A-B945-A1C4-A812DEB23D75}"/>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666370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7D8A8-F883-5F41-88AF-0BD947C74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493FE3-0FAA-A849-AC61-DC8B26DAD5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D72D39-3B9D-A24C-8EEA-11F8A2770D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D3F18A-FB7A-284A-B610-3B3FE0B6D17C}"/>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6" name="Footer Placeholder 5">
            <a:extLst>
              <a:ext uri="{FF2B5EF4-FFF2-40B4-BE49-F238E27FC236}">
                <a16:creationId xmlns:a16="http://schemas.microsoft.com/office/drawing/2014/main" id="{C06AA82F-BF7E-1944-9715-5E39767B5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8EE662-01CB-AE4F-8103-887B6673C1BD}"/>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143951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9102D-7CF8-D74A-8752-76079ED57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84748B-27E7-2942-ACDA-B56818E78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EE7E4A-D51C-FB4B-A384-DDF85146EF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A5D69-FFFC-2A45-83A7-82F34FEAAA6B}"/>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6" name="Footer Placeholder 5">
            <a:extLst>
              <a:ext uri="{FF2B5EF4-FFF2-40B4-BE49-F238E27FC236}">
                <a16:creationId xmlns:a16="http://schemas.microsoft.com/office/drawing/2014/main" id="{835CD67A-CF0D-3548-B892-E53E87C188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0F142E-98F6-B84D-AE58-A2FDACF15C95}"/>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2673125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DEC4A-B511-D44D-833B-F1B668C123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1DE59A-C923-144D-9594-44889E27DD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2BD8A6-BFE4-3B4A-9690-CDA7305FEF20}"/>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5" name="Footer Placeholder 4">
            <a:extLst>
              <a:ext uri="{FF2B5EF4-FFF2-40B4-BE49-F238E27FC236}">
                <a16:creationId xmlns:a16="http://schemas.microsoft.com/office/drawing/2014/main" id="{449A478D-6239-244C-A54E-6B86E1A8E2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3DEF4-C6FB-524E-BBAF-7C56A36A5C13}"/>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132785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26E241-9F07-CE49-A193-C5971CF684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A83883-7078-4F4B-9628-9C441D4D28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839D90-CF0E-C048-8F08-3255A2307942}"/>
              </a:ext>
            </a:extLst>
          </p:cNvPr>
          <p:cNvSpPr>
            <a:spLocks noGrp="1"/>
          </p:cNvSpPr>
          <p:nvPr>
            <p:ph type="dt" sz="half" idx="10"/>
          </p:nvPr>
        </p:nvSpPr>
        <p:spPr/>
        <p:txBody>
          <a:bodyPr/>
          <a:lstStyle/>
          <a:p>
            <a:fld id="{25D73623-0575-304E-BCFD-1AB72FCBDCAD}" type="datetimeFigureOut">
              <a:rPr lang="en-US" smtClean="0"/>
              <a:t>3/7/24</a:t>
            </a:fld>
            <a:endParaRPr lang="en-US"/>
          </a:p>
        </p:txBody>
      </p:sp>
      <p:sp>
        <p:nvSpPr>
          <p:cNvPr id="5" name="Footer Placeholder 4">
            <a:extLst>
              <a:ext uri="{FF2B5EF4-FFF2-40B4-BE49-F238E27FC236}">
                <a16:creationId xmlns:a16="http://schemas.microsoft.com/office/drawing/2014/main" id="{BAA03035-408C-264D-B3F5-3465D9651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ACFB7-C135-EF4B-B7D4-06FB15F9CF1F}"/>
              </a:ext>
            </a:extLst>
          </p:cNvPr>
          <p:cNvSpPr>
            <a:spLocks noGrp="1"/>
          </p:cNvSpPr>
          <p:nvPr>
            <p:ph type="sldNum" sz="quarter" idx="12"/>
          </p:nvPr>
        </p:nvSpPr>
        <p:spPr/>
        <p:txBody>
          <a:bodyPr/>
          <a:lstStyle/>
          <a:p>
            <a:fld id="{CC2599DF-8432-C345-900A-865F5C646751}" type="slidenum">
              <a:rPr lang="en-US" smtClean="0"/>
              <a:t>‹#›</a:t>
            </a:fld>
            <a:endParaRPr lang="en-US"/>
          </a:p>
        </p:txBody>
      </p:sp>
    </p:spTree>
    <p:extLst>
      <p:ext uri="{BB962C8B-B14F-4D97-AF65-F5344CB8AC3E}">
        <p14:creationId xmlns:p14="http://schemas.microsoft.com/office/powerpoint/2010/main" val="287506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0F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130279-B9B9-FD44-AB25-9D3372C22F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BA919C-4EF2-484E-9FC1-C8CF2A2887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164FB-3D0A-444E-BB8E-134DA11491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3623-0575-304E-BCFD-1AB72FCBDCAD}" type="datetimeFigureOut">
              <a:rPr lang="en-US" smtClean="0"/>
              <a:t>3/7/24</a:t>
            </a:fld>
            <a:endParaRPr lang="en-US"/>
          </a:p>
        </p:txBody>
      </p:sp>
      <p:sp>
        <p:nvSpPr>
          <p:cNvPr id="5" name="Footer Placeholder 4">
            <a:extLst>
              <a:ext uri="{FF2B5EF4-FFF2-40B4-BE49-F238E27FC236}">
                <a16:creationId xmlns:a16="http://schemas.microsoft.com/office/drawing/2014/main" id="{D17CDE1E-9D14-F04D-BCBB-46FF721070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5E696-E724-914E-8D7D-DB26760982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2599DF-8432-C345-900A-865F5C646751}" type="slidenum">
              <a:rPr lang="en-US" smtClean="0"/>
              <a:t>‹#›</a:t>
            </a:fld>
            <a:endParaRPr lang="en-US"/>
          </a:p>
        </p:txBody>
      </p:sp>
    </p:spTree>
    <p:extLst>
      <p:ext uri="{BB962C8B-B14F-4D97-AF65-F5344CB8AC3E}">
        <p14:creationId xmlns:p14="http://schemas.microsoft.com/office/powerpoint/2010/main" val="4063733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245097" y="1308347"/>
            <a:ext cx="9153521" cy="5558993"/>
            <a:chOff x="-4760" y="1007386"/>
            <a:chExt cx="9153521" cy="5558993"/>
          </a:xfrm>
        </p:grpSpPr>
        <p:grpSp>
          <p:nvGrpSpPr>
            <p:cNvPr id="2" name="Group 1"/>
            <p:cNvGrpSpPr/>
            <p:nvPr/>
          </p:nvGrpSpPr>
          <p:grpSpPr>
            <a:xfrm>
              <a:off x="413507" y="1007386"/>
              <a:ext cx="8378990" cy="3498706"/>
              <a:chOff x="413507" y="1007386"/>
              <a:chExt cx="8378990" cy="3498706"/>
            </a:xfrm>
          </p:grpSpPr>
          <p:grpSp>
            <p:nvGrpSpPr>
              <p:cNvPr id="123" name="Group 122"/>
              <p:cNvGrpSpPr/>
              <p:nvPr/>
            </p:nvGrpSpPr>
            <p:grpSpPr>
              <a:xfrm>
                <a:off x="413507" y="2305991"/>
                <a:ext cx="2124364" cy="2200101"/>
                <a:chOff x="103840" y="1220640"/>
                <a:chExt cx="2357098" cy="2441134"/>
              </a:xfrm>
            </p:grpSpPr>
            <p:grpSp>
              <p:nvGrpSpPr>
                <p:cNvPr id="124" name="Group 123"/>
                <p:cNvGrpSpPr/>
                <p:nvPr/>
              </p:nvGrpSpPr>
              <p:grpSpPr>
                <a:xfrm>
                  <a:off x="103840" y="1220640"/>
                  <a:ext cx="2357098" cy="2441134"/>
                  <a:chOff x="1257300" y="2012953"/>
                  <a:chExt cx="3228975" cy="3344100"/>
                </a:xfrm>
                <a:effectLst>
                  <a:outerShdw blurRad="63500" dist="12700" sx="101000" sy="101000" algn="ctr" rotWithShape="0">
                    <a:prstClr val="black">
                      <a:alpha val="25000"/>
                    </a:prstClr>
                  </a:outerShdw>
                </a:effectLst>
              </p:grpSpPr>
              <p:sp>
                <p:nvSpPr>
                  <p:cNvPr id="126" name="Flowchart: Process 125"/>
                  <p:cNvSpPr/>
                  <p:nvPr/>
                </p:nvSpPr>
                <p:spPr>
                  <a:xfrm>
                    <a:off x="1728825"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7" name="Flowchart: Process 126"/>
                  <p:cNvSpPr/>
                  <p:nvPr/>
                </p:nvSpPr>
                <p:spPr>
                  <a:xfrm>
                    <a:off x="3784989"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8" name="Rounded Rectangle 127"/>
                  <p:cNvSpPr/>
                  <p:nvPr/>
                </p:nvSpPr>
                <p:spPr>
                  <a:xfrm>
                    <a:off x="1257300" y="2217740"/>
                    <a:ext cx="3228975" cy="1233898"/>
                  </a:xfrm>
                  <a:prstGeom prst="roundRect">
                    <a:avLst>
                      <a:gd name="adj" fmla="val 18070"/>
                    </a:avLst>
                  </a:prstGeom>
                  <a:solidFill>
                    <a:srgbClr val="959B6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9" name="Rounded Rectangle 128"/>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30" name="Rounded Rectangle 129"/>
                  <p:cNvSpPr/>
                  <p:nvPr/>
                </p:nvSpPr>
                <p:spPr>
                  <a:xfrm>
                    <a:off x="1363663" y="2325100"/>
                    <a:ext cx="3016249" cy="1019177"/>
                  </a:xfrm>
                  <a:prstGeom prst="roundRect">
                    <a:avLst>
                      <a:gd name="adj" fmla="val 17913"/>
                    </a:avLst>
                  </a:prstGeom>
                  <a:solidFill>
                    <a:srgbClr val="4C8CD2"/>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31" name="Group 130"/>
                  <p:cNvGrpSpPr/>
                  <p:nvPr/>
                </p:nvGrpSpPr>
                <p:grpSpPr>
                  <a:xfrm>
                    <a:off x="3840367" y="2373186"/>
                    <a:ext cx="77753" cy="77753"/>
                    <a:chOff x="4771556" y="2511736"/>
                    <a:chExt cx="109986" cy="109986"/>
                  </a:xfrm>
                </p:grpSpPr>
                <p:sp>
                  <p:nvSpPr>
                    <p:cNvPr id="147" name="Oval 146"/>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8" name="Group 147"/>
                    <p:cNvGrpSpPr/>
                    <p:nvPr/>
                  </p:nvGrpSpPr>
                  <p:grpSpPr>
                    <a:xfrm>
                      <a:off x="4771583" y="2512308"/>
                      <a:ext cx="109931" cy="108842"/>
                      <a:chOff x="4771583" y="2512308"/>
                      <a:chExt cx="109931" cy="108842"/>
                    </a:xfrm>
                  </p:grpSpPr>
                  <p:sp>
                    <p:nvSpPr>
                      <p:cNvPr id="149" name="Rectangle 148"/>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50" name="Rectangle 149"/>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2" name="Group 131"/>
                  <p:cNvGrpSpPr/>
                  <p:nvPr/>
                </p:nvGrpSpPr>
                <p:grpSpPr>
                  <a:xfrm>
                    <a:off x="3840367" y="3157143"/>
                    <a:ext cx="77753" cy="77753"/>
                    <a:chOff x="4771556" y="2511736"/>
                    <a:chExt cx="109986" cy="109986"/>
                  </a:xfrm>
                </p:grpSpPr>
                <p:sp>
                  <p:nvSpPr>
                    <p:cNvPr id="143" name="Oval 142"/>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4" name="Group 143"/>
                    <p:cNvGrpSpPr/>
                    <p:nvPr/>
                  </p:nvGrpSpPr>
                  <p:grpSpPr>
                    <a:xfrm>
                      <a:off x="4771583" y="2512308"/>
                      <a:ext cx="109931" cy="108842"/>
                      <a:chOff x="4771583" y="2512308"/>
                      <a:chExt cx="109931" cy="108842"/>
                    </a:xfrm>
                  </p:grpSpPr>
                  <p:sp>
                    <p:nvSpPr>
                      <p:cNvPr id="145" name="Rectangle 144"/>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46" name="Rectangle 145"/>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3" name="Group 132"/>
                  <p:cNvGrpSpPr/>
                  <p:nvPr/>
                </p:nvGrpSpPr>
                <p:grpSpPr>
                  <a:xfrm>
                    <a:off x="1784205" y="3157142"/>
                    <a:ext cx="77753" cy="77753"/>
                    <a:chOff x="4771556" y="2511736"/>
                    <a:chExt cx="109986" cy="109986"/>
                  </a:xfrm>
                </p:grpSpPr>
                <p:sp>
                  <p:nvSpPr>
                    <p:cNvPr id="139" name="Oval 138"/>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0" name="Group 139"/>
                    <p:cNvGrpSpPr/>
                    <p:nvPr/>
                  </p:nvGrpSpPr>
                  <p:grpSpPr>
                    <a:xfrm>
                      <a:off x="4771583" y="2512308"/>
                      <a:ext cx="109931" cy="108842"/>
                      <a:chOff x="4771583" y="2512308"/>
                      <a:chExt cx="109931" cy="108842"/>
                    </a:xfrm>
                  </p:grpSpPr>
                  <p:sp>
                    <p:nvSpPr>
                      <p:cNvPr id="141" name="Rectangle 140"/>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42" name="Rectangle 141"/>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4" name="Group 133"/>
                  <p:cNvGrpSpPr/>
                  <p:nvPr/>
                </p:nvGrpSpPr>
                <p:grpSpPr>
                  <a:xfrm>
                    <a:off x="1784203" y="2373182"/>
                    <a:ext cx="77753" cy="77753"/>
                    <a:chOff x="4771556" y="2511736"/>
                    <a:chExt cx="109986" cy="109986"/>
                  </a:xfrm>
                </p:grpSpPr>
                <p:sp>
                  <p:nvSpPr>
                    <p:cNvPr id="135" name="Oval 134"/>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36" name="Group 135"/>
                    <p:cNvGrpSpPr/>
                    <p:nvPr/>
                  </p:nvGrpSpPr>
                  <p:grpSpPr>
                    <a:xfrm>
                      <a:off x="4771583" y="2512308"/>
                      <a:ext cx="109931" cy="108842"/>
                      <a:chOff x="4771583" y="2512308"/>
                      <a:chExt cx="109931" cy="108842"/>
                    </a:xfrm>
                  </p:grpSpPr>
                  <p:sp>
                    <p:nvSpPr>
                      <p:cNvPr id="137" name="Rectangle 136"/>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38" name="Rectangle 137"/>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125" name="Rectangle 124"/>
                <p:cNvSpPr/>
                <p:nvPr/>
              </p:nvSpPr>
              <p:spPr>
                <a:xfrm>
                  <a:off x="513107" y="1577618"/>
                  <a:ext cx="1458825" cy="512243"/>
                </a:xfrm>
                <a:prstGeom prst="rect">
                  <a:avLst/>
                </a:prstGeom>
              </p:spPr>
              <p:txBody>
                <a:bodyPr wrap="none">
                  <a:spAutoFit/>
                </a:bodyPr>
                <a:lstStyle/>
                <a:p>
                  <a:pPr algn="ctr" fontAlgn="b"/>
                  <a:r>
                    <a:rPr lang="en-US" sz="2400" dirty="0">
                      <a:solidFill>
                        <a:prstClr val="white"/>
                      </a:solidFill>
                      <a:latin typeface="Arial" panose="020B0604020202020204" pitchFamily="34" charset="0"/>
                      <a:cs typeface="Arial" panose="020B0604020202020204" pitchFamily="34" charset="0"/>
                    </a:rPr>
                    <a:t>30 Days</a:t>
                  </a:r>
                </a:p>
              </p:txBody>
            </p:sp>
          </p:grpSp>
          <p:grpSp>
            <p:nvGrpSpPr>
              <p:cNvPr id="88" name="Group 87"/>
              <p:cNvGrpSpPr/>
              <p:nvPr/>
            </p:nvGrpSpPr>
            <p:grpSpPr>
              <a:xfrm>
                <a:off x="7635682" y="1007386"/>
                <a:ext cx="948490" cy="824116"/>
                <a:chOff x="5486640" y="536620"/>
                <a:chExt cx="1091456" cy="948335"/>
              </a:xfrm>
            </p:grpSpPr>
            <p:grpSp>
              <p:nvGrpSpPr>
                <p:cNvPr id="151" name="Group 150"/>
                <p:cNvGrpSpPr/>
                <p:nvPr/>
              </p:nvGrpSpPr>
              <p:grpSpPr>
                <a:xfrm>
                  <a:off x="5486640" y="536620"/>
                  <a:ext cx="1091456" cy="948335"/>
                  <a:chOff x="1257300" y="2012953"/>
                  <a:chExt cx="3228975" cy="2805564"/>
                </a:xfrm>
                <a:effectLst>
                  <a:outerShdw blurRad="63500" dist="12700" sx="101000" sy="101000" algn="ctr" rotWithShape="0">
                    <a:prstClr val="black">
                      <a:alpha val="25000"/>
                    </a:prstClr>
                  </a:outerShdw>
                </a:effectLst>
              </p:grpSpPr>
              <p:sp>
                <p:nvSpPr>
                  <p:cNvPr id="153" name="Flowchart: Process 152"/>
                  <p:cNvSpPr/>
                  <p:nvPr/>
                </p:nvSpPr>
                <p:spPr>
                  <a:xfrm>
                    <a:off x="1728824" y="2012953"/>
                    <a:ext cx="188507" cy="2805564"/>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4" name="Flowchart: Process 153"/>
                  <p:cNvSpPr/>
                  <p:nvPr/>
                </p:nvSpPr>
                <p:spPr>
                  <a:xfrm>
                    <a:off x="3784989" y="2012953"/>
                    <a:ext cx="188507" cy="2805564"/>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5" name="Rounded Rectangle 154"/>
                  <p:cNvSpPr/>
                  <p:nvPr/>
                </p:nvSpPr>
                <p:spPr>
                  <a:xfrm>
                    <a:off x="1257300" y="2217740"/>
                    <a:ext cx="3228975" cy="1233898"/>
                  </a:xfrm>
                  <a:prstGeom prst="roundRect">
                    <a:avLst>
                      <a:gd name="adj" fmla="val 18070"/>
                    </a:avLst>
                  </a:prstGeom>
                  <a:solidFill>
                    <a:srgbClr val="B16F6D"/>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6" name="Rounded Rectangle 155"/>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7" name="Rounded Rectangle 156"/>
                  <p:cNvSpPr/>
                  <p:nvPr/>
                </p:nvSpPr>
                <p:spPr>
                  <a:xfrm>
                    <a:off x="1363659" y="2325100"/>
                    <a:ext cx="3016250" cy="1019177"/>
                  </a:xfrm>
                  <a:prstGeom prst="roundRect">
                    <a:avLst>
                      <a:gd name="adj" fmla="val 17913"/>
                    </a:avLst>
                  </a:prstGeom>
                  <a:solidFill>
                    <a:srgbClr val="C00000"/>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58" name="Group 157"/>
                  <p:cNvGrpSpPr/>
                  <p:nvPr/>
                </p:nvGrpSpPr>
                <p:grpSpPr>
                  <a:xfrm>
                    <a:off x="3840367" y="2373186"/>
                    <a:ext cx="77753" cy="77753"/>
                    <a:chOff x="4771556" y="2511736"/>
                    <a:chExt cx="109986" cy="109986"/>
                  </a:xfrm>
                </p:grpSpPr>
                <p:sp>
                  <p:nvSpPr>
                    <p:cNvPr id="174" name="Oval 173"/>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75" name="Group 174"/>
                    <p:cNvGrpSpPr/>
                    <p:nvPr/>
                  </p:nvGrpSpPr>
                  <p:grpSpPr>
                    <a:xfrm>
                      <a:off x="4771583" y="2512308"/>
                      <a:ext cx="109931" cy="108842"/>
                      <a:chOff x="4771583" y="2512308"/>
                      <a:chExt cx="109931" cy="108842"/>
                    </a:xfrm>
                  </p:grpSpPr>
                  <p:sp>
                    <p:nvSpPr>
                      <p:cNvPr id="176" name="Rectangle 175"/>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77" name="Rectangle 176"/>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59" name="Group 158"/>
                  <p:cNvGrpSpPr/>
                  <p:nvPr/>
                </p:nvGrpSpPr>
                <p:grpSpPr>
                  <a:xfrm>
                    <a:off x="3840367" y="3157143"/>
                    <a:ext cx="77753" cy="77753"/>
                    <a:chOff x="4771556" y="2511736"/>
                    <a:chExt cx="109986" cy="109986"/>
                  </a:xfrm>
                </p:grpSpPr>
                <p:sp>
                  <p:nvSpPr>
                    <p:cNvPr id="170" name="Oval 169"/>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71" name="Group 170"/>
                    <p:cNvGrpSpPr/>
                    <p:nvPr/>
                  </p:nvGrpSpPr>
                  <p:grpSpPr>
                    <a:xfrm>
                      <a:off x="4771583" y="2512308"/>
                      <a:ext cx="109931" cy="108842"/>
                      <a:chOff x="4771583" y="2512308"/>
                      <a:chExt cx="109931" cy="108842"/>
                    </a:xfrm>
                  </p:grpSpPr>
                  <p:sp>
                    <p:nvSpPr>
                      <p:cNvPr id="172" name="Rectangle 171"/>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73" name="Rectangle 172"/>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60" name="Group 159"/>
                  <p:cNvGrpSpPr/>
                  <p:nvPr/>
                </p:nvGrpSpPr>
                <p:grpSpPr>
                  <a:xfrm>
                    <a:off x="1784205" y="3157142"/>
                    <a:ext cx="77753" cy="77753"/>
                    <a:chOff x="4771556" y="2511736"/>
                    <a:chExt cx="109986" cy="109986"/>
                  </a:xfrm>
                </p:grpSpPr>
                <p:sp>
                  <p:nvSpPr>
                    <p:cNvPr id="166" name="Oval 165"/>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67" name="Group 166"/>
                    <p:cNvGrpSpPr/>
                    <p:nvPr/>
                  </p:nvGrpSpPr>
                  <p:grpSpPr>
                    <a:xfrm>
                      <a:off x="4771583" y="2512308"/>
                      <a:ext cx="109931" cy="108842"/>
                      <a:chOff x="4771583" y="2512308"/>
                      <a:chExt cx="109931" cy="108842"/>
                    </a:xfrm>
                  </p:grpSpPr>
                  <p:sp>
                    <p:nvSpPr>
                      <p:cNvPr id="168" name="Rectangle 167"/>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69" name="Rectangle 168"/>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61" name="Group 160"/>
                  <p:cNvGrpSpPr/>
                  <p:nvPr/>
                </p:nvGrpSpPr>
                <p:grpSpPr>
                  <a:xfrm>
                    <a:off x="1784203" y="2373182"/>
                    <a:ext cx="77753" cy="77753"/>
                    <a:chOff x="4771556" y="2511736"/>
                    <a:chExt cx="109986" cy="109986"/>
                  </a:xfrm>
                </p:grpSpPr>
                <p:sp>
                  <p:nvSpPr>
                    <p:cNvPr id="162" name="Oval 161"/>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63" name="Group 162"/>
                    <p:cNvGrpSpPr/>
                    <p:nvPr/>
                  </p:nvGrpSpPr>
                  <p:grpSpPr>
                    <a:xfrm>
                      <a:off x="4771583" y="2512308"/>
                      <a:ext cx="109931" cy="108842"/>
                      <a:chOff x="4771583" y="2512308"/>
                      <a:chExt cx="109931" cy="108842"/>
                    </a:xfrm>
                  </p:grpSpPr>
                  <p:sp>
                    <p:nvSpPr>
                      <p:cNvPr id="164" name="Rectangle 163"/>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65" name="Rectangle 164"/>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152" name="Rectangle 151"/>
                <p:cNvSpPr/>
                <p:nvPr/>
              </p:nvSpPr>
              <p:spPr>
                <a:xfrm>
                  <a:off x="5570023" y="627054"/>
                  <a:ext cx="933750" cy="354168"/>
                </a:xfrm>
                <a:prstGeom prst="rect">
                  <a:avLst/>
                </a:prstGeom>
              </p:spPr>
              <p:txBody>
                <a:bodyPr wrap="none">
                  <a:spAutoFit/>
                </a:bodyPr>
                <a:lstStyle/>
                <a:p>
                  <a:pPr algn="ctr">
                    <a:defRPr/>
                  </a:pPr>
                  <a:r>
                    <a:rPr lang="en-US" sz="1400" dirty="0">
                      <a:solidFill>
                        <a:prstClr val="white"/>
                      </a:solidFill>
                      <a:latin typeface="Arial" panose="020B0604020202020204" pitchFamily="34" charset="0"/>
                      <a:cs typeface="Arial" panose="020B0604020202020204" pitchFamily="34" charset="0"/>
                    </a:rPr>
                    <a:t>90 days</a:t>
                  </a:r>
                  <a:endParaRPr lang="en-US" sz="1400" kern="0" dirty="0">
                    <a:solidFill>
                      <a:prstClr val="black"/>
                    </a:solidFill>
                    <a:latin typeface="Arial" panose="020B0604020202020204" pitchFamily="34" charset="0"/>
                    <a:cs typeface="Arial" panose="020B0604020202020204" pitchFamily="34" charset="0"/>
                  </a:endParaRPr>
                </a:p>
              </p:txBody>
            </p:sp>
          </p:grpSp>
          <p:grpSp>
            <p:nvGrpSpPr>
              <p:cNvPr id="322" name="Group 321"/>
              <p:cNvGrpSpPr/>
              <p:nvPr/>
            </p:nvGrpSpPr>
            <p:grpSpPr>
              <a:xfrm>
                <a:off x="7166785" y="2446116"/>
                <a:ext cx="1625712" cy="1796567"/>
                <a:chOff x="7166785" y="2446116"/>
                <a:chExt cx="1625712" cy="1796567"/>
              </a:xfrm>
            </p:grpSpPr>
            <p:grpSp>
              <p:nvGrpSpPr>
                <p:cNvPr id="321" name="Group 320"/>
                <p:cNvGrpSpPr/>
                <p:nvPr/>
              </p:nvGrpSpPr>
              <p:grpSpPr>
                <a:xfrm>
                  <a:off x="7319149" y="4087643"/>
                  <a:ext cx="1320984" cy="155040"/>
                  <a:chOff x="7301315" y="4087643"/>
                  <a:chExt cx="1320984" cy="155040"/>
                </a:xfrm>
              </p:grpSpPr>
              <p:sp>
                <p:nvSpPr>
                  <p:cNvPr id="319" name="Oval 318"/>
                  <p:cNvSpPr/>
                  <p:nvPr/>
                </p:nvSpPr>
                <p:spPr>
                  <a:xfrm>
                    <a:off x="7301315" y="4087643"/>
                    <a:ext cx="280148" cy="155040"/>
                  </a:xfrm>
                  <a:prstGeom prst="ellipse">
                    <a:avLst/>
                  </a:prstGeom>
                  <a:gradFill flip="none" rotWithShape="1">
                    <a:gsLst>
                      <a:gs pos="0">
                        <a:schemeClr val="tx1">
                          <a:alpha val="45000"/>
                        </a:schemeClr>
                      </a:gs>
                      <a:gs pos="100000">
                        <a:schemeClr val="tx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320" name="Oval 319"/>
                  <p:cNvSpPr/>
                  <p:nvPr/>
                </p:nvSpPr>
                <p:spPr>
                  <a:xfrm>
                    <a:off x="8342151" y="4087643"/>
                    <a:ext cx="280148" cy="155040"/>
                  </a:xfrm>
                  <a:prstGeom prst="ellipse">
                    <a:avLst/>
                  </a:prstGeom>
                  <a:gradFill flip="none" rotWithShape="1">
                    <a:gsLst>
                      <a:gs pos="0">
                        <a:schemeClr val="tx1">
                          <a:alpha val="45000"/>
                        </a:schemeClr>
                      </a:gs>
                      <a:gs pos="100000">
                        <a:schemeClr val="tx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nvGrpSpPr>
                <p:cNvPr id="93" name="Group 92"/>
                <p:cNvGrpSpPr/>
                <p:nvPr/>
              </p:nvGrpSpPr>
              <p:grpSpPr>
                <a:xfrm>
                  <a:off x="7166785" y="2446116"/>
                  <a:ext cx="1625712" cy="1683672"/>
                  <a:chOff x="103840" y="1220640"/>
                  <a:chExt cx="2357098" cy="2441134"/>
                </a:xfrm>
              </p:grpSpPr>
              <p:grpSp>
                <p:nvGrpSpPr>
                  <p:cNvPr id="94" name="Group 93"/>
                  <p:cNvGrpSpPr/>
                  <p:nvPr/>
                </p:nvGrpSpPr>
                <p:grpSpPr>
                  <a:xfrm>
                    <a:off x="103840" y="1220640"/>
                    <a:ext cx="2357098" cy="2441134"/>
                    <a:chOff x="1257300" y="2012953"/>
                    <a:chExt cx="3228975" cy="3344100"/>
                  </a:xfrm>
                  <a:effectLst>
                    <a:outerShdw blurRad="63500" dist="12700" sx="101000" sy="101000" algn="ctr" rotWithShape="0">
                      <a:prstClr val="black">
                        <a:alpha val="25000"/>
                      </a:prstClr>
                    </a:outerShdw>
                  </a:effectLst>
                </p:grpSpPr>
                <p:sp>
                  <p:nvSpPr>
                    <p:cNvPr id="96" name="Flowchart: Process 95"/>
                    <p:cNvSpPr/>
                    <p:nvPr/>
                  </p:nvSpPr>
                  <p:spPr>
                    <a:xfrm>
                      <a:off x="1728825"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7" name="Flowchart: Process 96"/>
                    <p:cNvSpPr/>
                    <p:nvPr/>
                  </p:nvSpPr>
                  <p:spPr>
                    <a:xfrm>
                      <a:off x="3784989"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8" name="Rounded Rectangle 97"/>
                    <p:cNvSpPr/>
                    <p:nvPr/>
                  </p:nvSpPr>
                  <p:spPr>
                    <a:xfrm>
                      <a:off x="1257300" y="2217740"/>
                      <a:ext cx="3228975" cy="1233898"/>
                    </a:xfrm>
                    <a:prstGeom prst="roundRect">
                      <a:avLst>
                        <a:gd name="adj" fmla="val 18070"/>
                      </a:avLst>
                    </a:prstGeom>
                    <a:solidFill>
                      <a:srgbClr val="9B715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9" name="Rounded Rectangle 98"/>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00" name="Rounded Rectangle 99"/>
                    <p:cNvSpPr/>
                    <p:nvPr/>
                  </p:nvSpPr>
                  <p:spPr>
                    <a:xfrm>
                      <a:off x="1363663" y="2325100"/>
                      <a:ext cx="3016249" cy="1019177"/>
                    </a:xfrm>
                    <a:prstGeom prst="roundRect">
                      <a:avLst>
                        <a:gd name="adj" fmla="val 17913"/>
                      </a:avLst>
                    </a:prstGeom>
                    <a:solidFill>
                      <a:srgbClr val="48B9D4"/>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grpSp>
                  <p:nvGrpSpPr>
                    <p:cNvPr id="101" name="Group 100"/>
                    <p:cNvGrpSpPr/>
                    <p:nvPr/>
                  </p:nvGrpSpPr>
                  <p:grpSpPr>
                    <a:xfrm>
                      <a:off x="3840367" y="2373186"/>
                      <a:ext cx="77753" cy="77753"/>
                      <a:chOff x="4771556" y="2511736"/>
                      <a:chExt cx="109986" cy="109986"/>
                    </a:xfrm>
                  </p:grpSpPr>
                  <p:sp>
                    <p:nvSpPr>
                      <p:cNvPr id="117" name="Oval 116"/>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8" name="Group 117"/>
                      <p:cNvGrpSpPr/>
                      <p:nvPr/>
                    </p:nvGrpSpPr>
                    <p:grpSpPr>
                      <a:xfrm>
                        <a:off x="4771583" y="2512308"/>
                        <a:ext cx="109931" cy="108842"/>
                        <a:chOff x="4771583" y="2512308"/>
                        <a:chExt cx="109931" cy="108842"/>
                      </a:xfrm>
                    </p:grpSpPr>
                    <p:sp>
                      <p:nvSpPr>
                        <p:cNvPr id="119" name="Rectangle 118"/>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20" name="Rectangle 119"/>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2" name="Group 101"/>
                    <p:cNvGrpSpPr/>
                    <p:nvPr/>
                  </p:nvGrpSpPr>
                  <p:grpSpPr>
                    <a:xfrm>
                      <a:off x="3840367" y="3157143"/>
                      <a:ext cx="77753" cy="77753"/>
                      <a:chOff x="4771556" y="2511736"/>
                      <a:chExt cx="109986" cy="109986"/>
                    </a:xfrm>
                  </p:grpSpPr>
                  <p:sp>
                    <p:nvSpPr>
                      <p:cNvPr id="113" name="Oval 112"/>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4" name="Group 113"/>
                      <p:cNvGrpSpPr/>
                      <p:nvPr/>
                    </p:nvGrpSpPr>
                    <p:grpSpPr>
                      <a:xfrm>
                        <a:off x="4771583" y="2512308"/>
                        <a:ext cx="109931" cy="108842"/>
                        <a:chOff x="4771583" y="2512308"/>
                        <a:chExt cx="109931" cy="108842"/>
                      </a:xfrm>
                    </p:grpSpPr>
                    <p:sp>
                      <p:nvSpPr>
                        <p:cNvPr id="115" name="Rectangle 114"/>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16" name="Rectangle 115"/>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3" name="Group 102"/>
                    <p:cNvGrpSpPr/>
                    <p:nvPr/>
                  </p:nvGrpSpPr>
                  <p:grpSpPr>
                    <a:xfrm>
                      <a:off x="1784205" y="3157142"/>
                      <a:ext cx="77753" cy="77753"/>
                      <a:chOff x="4771556" y="2511736"/>
                      <a:chExt cx="109986" cy="109986"/>
                    </a:xfrm>
                  </p:grpSpPr>
                  <p:sp>
                    <p:nvSpPr>
                      <p:cNvPr id="109" name="Oval 108"/>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0" name="Group 109"/>
                      <p:cNvGrpSpPr/>
                      <p:nvPr/>
                    </p:nvGrpSpPr>
                    <p:grpSpPr>
                      <a:xfrm>
                        <a:off x="4771583" y="2512308"/>
                        <a:ext cx="109931" cy="108842"/>
                        <a:chOff x="4771583" y="2512308"/>
                        <a:chExt cx="109931" cy="108842"/>
                      </a:xfrm>
                    </p:grpSpPr>
                    <p:sp>
                      <p:nvSpPr>
                        <p:cNvPr id="111" name="Rectangle 110"/>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12" name="Rectangle 111"/>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4" name="Group 103"/>
                    <p:cNvGrpSpPr/>
                    <p:nvPr/>
                  </p:nvGrpSpPr>
                  <p:grpSpPr>
                    <a:xfrm>
                      <a:off x="1784203" y="2373182"/>
                      <a:ext cx="77753" cy="77753"/>
                      <a:chOff x="4771556" y="2511736"/>
                      <a:chExt cx="109986" cy="109986"/>
                    </a:xfrm>
                  </p:grpSpPr>
                  <p:sp>
                    <p:nvSpPr>
                      <p:cNvPr id="105" name="Oval 104"/>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06" name="Group 105"/>
                      <p:cNvGrpSpPr/>
                      <p:nvPr/>
                    </p:nvGrpSpPr>
                    <p:grpSpPr>
                      <a:xfrm>
                        <a:off x="4771583" y="2512308"/>
                        <a:ext cx="109931" cy="108842"/>
                        <a:chOff x="4771583" y="2512308"/>
                        <a:chExt cx="109931" cy="108842"/>
                      </a:xfrm>
                    </p:grpSpPr>
                    <p:sp>
                      <p:nvSpPr>
                        <p:cNvPr id="107" name="Rectangle 106"/>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08" name="Rectangle 107"/>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95" name="Rectangle 94"/>
                  <p:cNvSpPr/>
                  <p:nvPr/>
                </p:nvSpPr>
                <p:spPr>
                  <a:xfrm>
                    <a:off x="443073" y="1539970"/>
                    <a:ext cx="1632034" cy="580114"/>
                  </a:xfrm>
                  <a:prstGeom prst="rect">
                    <a:avLst/>
                  </a:prstGeom>
                </p:spPr>
                <p:txBody>
                  <a:bodyPr wrap="none">
                    <a:spAutoFit/>
                  </a:bodyPr>
                  <a:lstStyle/>
                  <a:p>
                    <a:pPr algn="ctr"/>
                    <a:r>
                      <a:rPr lang="en-US" sz="2000" dirty="0">
                        <a:solidFill>
                          <a:prstClr val="white"/>
                        </a:solidFill>
                        <a:latin typeface="Arial" panose="020B0604020202020204" pitchFamily="34" charset="0"/>
                        <a:cs typeface="Arial" panose="020B0604020202020204" pitchFamily="34" charset="0"/>
                      </a:rPr>
                      <a:t>60 Days</a:t>
                    </a:r>
                  </a:p>
                </p:txBody>
              </p:sp>
            </p:grpSp>
          </p:grpSp>
        </p:grpSp>
        <p:grpSp>
          <p:nvGrpSpPr>
            <p:cNvPr id="4" name="Group 3"/>
            <p:cNvGrpSpPr/>
            <p:nvPr/>
          </p:nvGrpSpPr>
          <p:grpSpPr>
            <a:xfrm>
              <a:off x="-4760" y="1693164"/>
              <a:ext cx="9153521" cy="4873215"/>
              <a:chOff x="-4760" y="1693164"/>
              <a:chExt cx="9153521" cy="4873215"/>
            </a:xfrm>
          </p:grpSpPr>
          <p:grpSp>
            <p:nvGrpSpPr>
              <p:cNvPr id="223" name="Group 222"/>
              <p:cNvGrpSpPr/>
              <p:nvPr/>
            </p:nvGrpSpPr>
            <p:grpSpPr>
              <a:xfrm>
                <a:off x="2758207" y="1725028"/>
                <a:ext cx="6387636" cy="3669529"/>
                <a:chOff x="2758207" y="1725028"/>
                <a:chExt cx="6387636" cy="3669529"/>
              </a:xfrm>
            </p:grpSpPr>
            <p:grpSp>
              <p:nvGrpSpPr>
                <p:cNvPr id="5" name="Group 4"/>
                <p:cNvGrpSpPr/>
                <p:nvPr/>
              </p:nvGrpSpPr>
              <p:grpSpPr>
                <a:xfrm>
                  <a:off x="2758207" y="4429271"/>
                  <a:ext cx="1242205" cy="965286"/>
                  <a:chOff x="2858609" y="3967740"/>
                  <a:chExt cx="1242205" cy="965286"/>
                </a:xfrm>
              </p:grpSpPr>
              <p:sp>
                <p:nvSpPr>
                  <p:cNvPr id="84" name="Rectangle 1"/>
                  <p:cNvSpPr/>
                  <p:nvPr/>
                </p:nvSpPr>
                <p:spPr>
                  <a:xfrm>
                    <a:off x="2858609" y="4276078"/>
                    <a:ext cx="266330" cy="455720"/>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455720">
                        <a:moveTo>
                          <a:pt x="0" y="0"/>
                        </a:moveTo>
                        <a:lnTo>
                          <a:pt x="266330" y="0"/>
                        </a:lnTo>
                        <a:lnTo>
                          <a:pt x="266330" y="455720"/>
                        </a:lnTo>
                        <a:lnTo>
                          <a:pt x="2958" y="372862"/>
                        </a:lnTo>
                        <a:cubicBezTo>
                          <a:pt x="985" y="251534"/>
                          <a:pt x="1973" y="121328"/>
                          <a:pt x="0" y="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5" name="Rectangle 1"/>
                  <p:cNvSpPr/>
                  <p:nvPr/>
                </p:nvSpPr>
                <p:spPr>
                  <a:xfrm>
                    <a:off x="3121980" y="4205056"/>
                    <a:ext cx="239696" cy="606062"/>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58" h="606062">
                        <a:moveTo>
                          <a:pt x="0" y="68062"/>
                        </a:moveTo>
                        <a:lnTo>
                          <a:pt x="269658" y="0"/>
                        </a:lnTo>
                        <a:cubicBezTo>
                          <a:pt x="268549" y="201227"/>
                          <a:pt x="270118" y="404835"/>
                          <a:pt x="269009" y="606062"/>
                        </a:cubicBezTo>
                        <a:lnTo>
                          <a:pt x="2958" y="529701"/>
                        </a:lnTo>
                        <a:cubicBezTo>
                          <a:pt x="985" y="408373"/>
                          <a:pt x="1973" y="189390"/>
                          <a:pt x="0" y="68062"/>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6" name="Rectangle 1"/>
                  <p:cNvSpPr/>
                  <p:nvPr/>
                </p:nvSpPr>
                <p:spPr>
                  <a:xfrm>
                    <a:off x="3361071" y="4119239"/>
                    <a:ext cx="270474" cy="813787"/>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019" h="640973">
                        <a:moveTo>
                          <a:pt x="27" y="69937"/>
                        </a:moveTo>
                        <a:lnTo>
                          <a:pt x="265019" y="0"/>
                        </a:lnTo>
                        <a:cubicBezTo>
                          <a:pt x="263910" y="201227"/>
                          <a:pt x="265133" y="439746"/>
                          <a:pt x="264024" y="640973"/>
                        </a:cubicBezTo>
                        <a:lnTo>
                          <a:pt x="652" y="544652"/>
                        </a:lnTo>
                        <a:cubicBezTo>
                          <a:pt x="-1321" y="423324"/>
                          <a:pt x="2000" y="191265"/>
                          <a:pt x="27" y="69937"/>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7" name="Rectangle 1"/>
                  <p:cNvSpPr/>
                  <p:nvPr/>
                </p:nvSpPr>
                <p:spPr>
                  <a:xfrm>
                    <a:off x="3630447" y="3967740"/>
                    <a:ext cx="470367" cy="963098"/>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80" h="758577">
                        <a:moveTo>
                          <a:pt x="1073" y="117920"/>
                        </a:moveTo>
                        <a:lnTo>
                          <a:pt x="460334" y="0"/>
                        </a:lnTo>
                        <a:cubicBezTo>
                          <a:pt x="459225" y="201227"/>
                          <a:pt x="462780" y="419225"/>
                          <a:pt x="459338" y="620452"/>
                        </a:cubicBezTo>
                        <a:lnTo>
                          <a:pt x="0" y="758577"/>
                        </a:lnTo>
                        <a:cubicBezTo>
                          <a:pt x="360" y="633499"/>
                          <a:pt x="713" y="237373"/>
                          <a:pt x="1073" y="11792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6" name="Group 5"/>
                <p:cNvGrpSpPr/>
                <p:nvPr/>
              </p:nvGrpSpPr>
              <p:grpSpPr>
                <a:xfrm>
                  <a:off x="3918317" y="2385257"/>
                  <a:ext cx="557356" cy="536460"/>
                  <a:chOff x="4576761" y="1850846"/>
                  <a:chExt cx="557356" cy="536460"/>
                </a:xfrm>
              </p:grpSpPr>
              <p:sp>
                <p:nvSpPr>
                  <p:cNvPr id="80" name="Rectangle 1"/>
                  <p:cNvSpPr/>
                  <p:nvPr/>
                </p:nvSpPr>
                <p:spPr>
                  <a:xfrm flipH="1">
                    <a:off x="5005386" y="1974506"/>
                    <a:ext cx="128731" cy="379649"/>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23481 w 263474"/>
                      <a:gd name="connsiteY0" fmla="*/ 59259 h 455720"/>
                      <a:gd name="connsiteX1" fmla="*/ 263474 w 263474"/>
                      <a:gd name="connsiteY1" fmla="*/ 0 h 455720"/>
                      <a:gd name="connsiteX2" fmla="*/ 263474 w 263474"/>
                      <a:gd name="connsiteY2" fmla="*/ 455720 h 455720"/>
                      <a:gd name="connsiteX3" fmla="*/ 102 w 263474"/>
                      <a:gd name="connsiteY3" fmla="*/ 372862 h 455720"/>
                      <a:gd name="connsiteX4" fmla="*/ 23481 w 263474"/>
                      <a:gd name="connsiteY4" fmla="*/ 59259 h 455720"/>
                      <a:gd name="connsiteX0" fmla="*/ 16929 w 256922"/>
                      <a:gd name="connsiteY0" fmla="*/ 59259 h 688911"/>
                      <a:gd name="connsiteX1" fmla="*/ 256922 w 256922"/>
                      <a:gd name="connsiteY1" fmla="*/ 0 h 688911"/>
                      <a:gd name="connsiteX2" fmla="*/ 256922 w 256922"/>
                      <a:gd name="connsiteY2" fmla="*/ 455720 h 688911"/>
                      <a:gd name="connsiteX3" fmla="*/ 133 w 256922"/>
                      <a:gd name="connsiteY3" fmla="*/ 688911 h 688911"/>
                      <a:gd name="connsiteX4" fmla="*/ 16929 w 256922"/>
                      <a:gd name="connsiteY4" fmla="*/ 59259 h 688911"/>
                      <a:gd name="connsiteX0" fmla="*/ 16929 w 256922"/>
                      <a:gd name="connsiteY0" fmla="*/ 59259 h 725679"/>
                      <a:gd name="connsiteX1" fmla="*/ 256922 w 256922"/>
                      <a:gd name="connsiteY1" fmla="*/ 0 h 725679"/>
                      <a:gd name="connsiteX2" fmla="*/ 256922 w 256922"/>
                      <a:gd name="connsiteY2" fmla="*/ 725679 h 725679"/>
                      <a:gd name="connsiteX3" fmla="*/ 133 w 256922"/>
                      <a:gd name="connsiteY3" fmla="*/ 688911 h 725679"/>
                      <a:gd name="connsiteX4" fmla="*/ 16929 w 256922"/>
                      <a:gd name="connsiteY4" fmla="*/ 59259 h 725679"/>
                      <a:gd name="connsiteX0" fmla="*/ 16929 w 256922"/>
                      <a:gd name="connsiteY0" fmla="*/ 59259 h 688911"/>
                      <a:gd name="connsiteX1" fmla="*/ 256922 w 256922"/>
                      <a:gd name="connsiteY1" fmla="*/ 0 h 688911"/>
                      <a:gd name="connsiteX2" fmla="*/ 204248 w 256922"/>
                      <a:gd name="connsiteY2" fmla="*/ 561071 h 688911"/>
                      <a:gd name="connsiteX3" fmla="*/ 133 w 256922"/>
                      <a:gd name="connsiteY3" fmla="*/ 688911 h 688911"/>
                      <a:gd name="connsiteX4" fmla="*/ 16929 w 256922"/>
                      <a:gd name="connsiteY4" fmla="*/ 59259 h 688911"/>
                      <a:gd name="connsiteX0" fmla="*/ 16929 w 256922"/>
                      <a:gd name="connsiteY0" fmla="*/ 59259 h 688911"/>
                      <a:gd name="connsiteX1" fmla="*/ 256922 w 256922"/>
                      <a:gd name="connsiteY1" fmla="*/ 0 h 688911"/>
                      <a:gd name="connsiteX2" fmla="*/ 256922 w 256922"/>
                      <a:gd name="connsiteY2" fmla="*/ 686173 h 688911"/>
                      <a:gd name="connsiteX3" fmla="*/ 133 w 256922"/>
                      <a:gd name="connsiteY3" fmla="*/ 688911 h 688911"/>
                      <a:gd name="connsiteX4" fmla="*/ 16929 w 256922"/>
                      <a:gd name="connsiteY4" fmla="*/ 59259 h 688911"/>
                      <a:gd name="connsiteX0" fmla="*/ -1 w 239992"/>
                      <a:gd name="connsiteY0" fmla="*/ 59259 h 686173"/>
                      <a:gd name="connsiteX1" fmla="*/ 239992 w 239992"/>
                      <a:gd name="connsiteY1" fmla="*/ 0 h 686173"/>
                      <a:gd name="connsiteX2" fmla="*/ 239992 w 239992"/>
                      <a:gd name="connsiteY2" fmla="*/ 686173 h 686173"/>
                      <a:gd name="connsiteX3" fmla="*/ 2957 w 239992"/>
                      <a:gd name="connsiteY3" fmla="*/ 504548 h 686173"/>
                      <a:gd name="connsiteX4" fmla="*/ -1 w 239992"/>
                      <a:gd name="connsiteY4" fmla="*/ 59259 h 686173"/>
                      <a:gd name="connsiteX0" fmla="*/ 3957 w 243950"/>
                      <a:gd name="connsiteY0" fmla="*/ 59259 h 686173"/>
                      <a:gd name="connsiteX1" fmla="*/ 243950 w 243950"/>
                      <a:gd name="connsiteY1" fmla="*/ 0 h 686173"/>
                      <a:gd name="connsiteX2" fmla="*/ 243950 w 243950"/>
                      <a:gd name="connsiteY2" fmla="*/ 686173 h 686173"/>
                      <a:gd name="connsiteX3" fmla="*/ 331 w 243950"/>
                      <a:gd name="connsiteY3" fmla="*/ 662574 h 686173"/>
                      <a:gd name="connsiteX4" fmla="*/ 3957 w 243950"/>
                      <a:gd name="connsiteY4" fmla="*/ 59259 h 686173"/>
                      <a:gd name="connsiteX0" fmla="*/ 0 w 253162"/>
                      <a:gd name="connsiteY0" fmla="*/ 46090 h 686173"/>
                      <a:gd name="connsiteX1" fmla="*/ 253162 w 253162"/>
                      <a:gd name="connsiteY1" fmla="*/ 0 h 686173"/>
                      <a:gd name="connsiteX2" fmla="*/ 253162 w 253162"/>
                      <a:gd name="connsiteY2" fmla="*/ 686173 h 686173"/>
                      <a:gd name="connsiteX3" fmla="*/ 9543 w 253162"/>
                      <a:gd name="connsiteY3" fmla="*/ 662574 h 686173"/>
                      <a:gd name="connsiteX4" fmla="*/ 0 w 253162"/>
                      <a:gd name="connsiteY4" fmla="*/ 46090 h 686173"/>
                      <a:gd name="connsiteX0" fmla="*/ 3959 w 243952"/>
                      <a:gd name="connsiteY0" fmla="*/ 52675 h 686173"/>
                      <a:gd name="connsiteX1" fmla="*/ 243952 w 243952"/>
                      <a:gd name="connsiteY1" fmla="*/ 0 h 686173"/>
                      <a:gd name="connsiteX2" fmla="*/ 243952 w 243952"/>
                      <a:gd name="connsiteY2" fmla="*/ 686173 h 686173"/>
                      <a:gd name="connsiteX3" fmla="*/ 333 w 243952"/>
                      <a:gd name="connsiteY3" fmla="*/ 662574 h 686173"/>
                      <a:gd name="connsiteX4" fmla="*/ 3959 w 243952"/>
                      <a:gd name="connsiteY4" fmla="*/ 52675 h 686173"/>
                      <a:gd name="connsiteX0" fmla="*/ 0 w 244299"/>
                      <a:gd name="connsiteY0" fmla="*/ 52675 h 686173"/>
                      <a:gd name="connsiteX1" fmla="*/ 244299 w 244299"/>
                      <a:gd name="connsiteY1" fmla="*/ 0 h 686173"/>
                      <a:gd name="connsiteX2" fmla="*/ 244299 w 244299"/>
                      <a:gd name="connsiteY2" fmla="*/ 686173 h 686173"/>
                      <a:gd name="connsiteX3" fmla="*/ 680 w 244299"/>
                      <a:gd name="connsiteY3" fmla="*/ 662574 h 686173"/>
                      <a:gd name="connsiteX4" fmla="*/ 0 w 244299"/>
                      <a:gd name="connsiteY4" fmla="*/ 52675 h 686173"/>
                      <a:gd name="connsiteX0" fmla="*/ 0 w 252906"/>
                      <a:gd name="connsiteY0" fmla="*/ 56978 h 686173"/>
                      <a:gd name="connsiteX1" fmla="*/ 252906 w 252906"/>
                      <a:gd name="connsiteY1" fmla="*/ 0 h 686173"/>
                      <a:gd name="connsiteX2" fmla="*/ 252906 w 252906"/>
                      <a:gd name="connsiteY2" fmla="*/ 686173 h 686173"/>
                      <a:gd name="connsiteX3" fmla="*/ 9287 w 252906"/>
                      <a:gd name="connsiteY3" fmla="*/ 662574 h 686173"/>
                      <a:gd name="connsiteX4" fmla="*/ 0 w 252906"/>
                      <a:gd name="connsiteY4" fmla="*/ 56978 h 686173"/>
                      <a:gd name="connsiteX0" fmla="*/ 0 w 244299"/>
                      <a:gd name="connsiteY0" fmla="*/ 61281 h 686173"/>
                      <a:gd name="connsiteX1" fmla="*/ 244299 w 244299"/>
                      <a:gd name="connsiteY1" fmla="*/ 0 h 686173"/>
                      <a:gd name="connsiteX2" fmla="*/ 244299 w 244299"/>
                      <a:gd name="connsiteY2" fmla="*/ 686173 h 686173"/>
                      <a:gd name="connsiteX3" fmla="*/ 680 w 244299"/>
                      <a:gd name="connsiteY3" fmla="*/ 662574 h 686173"/>
                      <a:gd name="connsiteX4" fmla="*/ 0 w 244299"/>
                      <a:gd name="connsiteY4" fmla="*/ 61281 h 686173"/>
                      <a:gd name="connsiteX0" fmla="*/ 0 w 248602"/>
                      <a:gd name="connsiteY0" fmla="*/ 69890 h 686173"/>
                      <a:gd name="connsiteX1" fmla="*/ 248602 w 248602"/>
                      <a:gd name="connsiteY1" fmla="*/ 0 h 686173"/>
                      <a:gd name="connsiteX2" fmla="*/ 248602 w 248602"/>
                      <a:gd name="connsiteY2" fmla="*/ 686173 h 686173"/>
                      <a:gd name="connsiteX3" fmla="*/ 4983 w 248602"/>
                      <a:gd name="connsiteY3" fmla="*/ 662574 h 686173"/>
                      <a:gd name="connsiteX4" fmla="*/ 0 w 248602"/>
                      <a:gd name="connsiteY4" fmla="*/ 69890 h 686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602" h="686173">
                        <a:moveTo>
                          <a:pt x="0" y="69890"/>
                        </a:moveTo>
                        <a:lnTo>
                          <a:pt x="248602" y="0"/>
                        </a:lnTo>
                        <a:lnTo>
                          <a:pt x="248602" y="686173"/>
                        </a:lnTo>
                        <a:lnTo>
                          <a:pt x="4983" y="662574"/>
                        </a:lnTo>
                        <a:cubicBezTo>
                          <a:pt x="3010" y="541246"/>
                          <a:pt x="1973" y="191218"/>
                          <a:pt x="0" y="6989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1" name="Rectangle 1"/>
                  <p:cNvSpPr/>
                  <p:nvPr/>
                </p:nvSpPr>
                <p:spPr>
                  <a:xfrm flipH="1">
                    <a:off x="4872407" y="1934526"/>
                    <a:ext cx="132620" cy="41928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 name="connsiteX0" fmla="*/ 0 w 269658"/>
                      <a:gd name="connsiteY0" fmla="*/ 68062 h 764284"/>
                      <a:gd name="connsiteX1" fmla="*/ 269658 w 269658"/>
                      <a:gd name="connsiteY1" fmla="*/ 0 h 764284"/>
                      <a:gd name="connsiteX2" fmla="*/ 269009 w 269658"/>
                      <a:gd name="connsiteY2" fmla="*/ 606062 h 764284"/>
                      <a:gd name="connsiteX3" fmla="*/ 17484 w 269658"/>
                      <a:gd name="connsiteY3" fmla="*/ 762110 h 764284"/>
                      <a:gd name="connsiteX4" fmla="*/ 0 w 269658"/>
                      <a:gd name="connsiteY4" fmla="*/ 68062 h 764284"/>
                      <a:gd name="connsiteX0" fmla="*/ 0 w 269658"/>
                      <a:gd name="connsiteY0" fmla="*/ 68062 h 760022"/>
                      <a:gd name="connsiteX1" fmla="*/ 269658 w 269658"/>
                      <a:gd name="connsiteY1" fmla="*/ 0 h 760022"/>
                      <a:gd name="connsiteX2" fmla="*/ 269009 w 269658"/>
                      <a:gd name="connsiteY2" fmla="*/ 606062 h 760022"/>
                      <a:gd name="connsiteX3" fmla="*/ 2958 w 269658"/>
                      <a:gd name="connsiteY3" fmla="*/ 757805 h 760022"/>
                      <a:gd name="connsiteX4" fmla="*/ 0 w 269658"/>
                      <a:gd name="connsiteY4" fmla="*/ 68062 h 760022"/>
                      <a:gd name="connsiteX0" fmla="*/ 0 w 269658"/>
                      <a:gd name="connsiteY0" fmla="*/ 68062 h 762992"/>
                      <a:gd name="connsiteX1" fmla="*/ 269658 w 269658"/>
                      <a:gd name="connsiteY1" fmla="*/ 0 h 762992"/>
                      <a:gd name="connsiteX2" fmla="*/ 269009 w 269658"/>
                      <a:gd name="connsiteY2" fmla="*/ 730872 h 762992"/>
                      <a:gd name="connsiteX3" fmla="*/ 2958 w 269658"/>
                      <a:gd name="connsiteY3" fmla="*/ 757805 h 762992"/>
                      <a:gd name="connsiteX4" fmla="*/ 0 w 269658"/>
                      <a:gd name="connsiteY4" fmla="*/ 68062 h 762992"/>
                      <a:gd name="connsiteX0" fmla="*/ 0 w 269658"/>
                      <a:gd name="connsiteY0" fmla="*/ 68062 h 766807"/>
                      <a:gd name="connsiteX1" fmla="*/ 269658 w 269658"/>
                      <a:gd name="connsiteY1" fmla="*/ 0 h 766807"/>
                      <a:gd name="connsiteX2" fmla="*/ 269009 w 269658"/>
                      <a:gd name="connsiteY2" fmla="*/ 730872 h 766807"/>
                      <a:gd name="connsiteX3" fmla="*/ 2958 w 269658"/>
                      <a:gd name="connsiteY3" fmla="*/ 757805 h 766807"/>
                      <a:gd name="connsiteX4" fmla="*/ 0 w 269658"/>
                      <a:gd name="connsiteY4" fmla="*/ 68062 h 766807"/>
                      <a:gd name="connsiteX0" fmla="*/ 0 w 269658"/>
                      <a:gd name="connsiteY0" fmla="*/ 68062 h 757804"/>
                      <a:gd name="connsiteX1" fmla="*/ 269658 w 269658"/>
                      <a:gd name="connsiteY1" fmla="*/ 0 h 757804"/>
                      <a:gd name="connsiteX2" fmla="*/ 269009 w 269658"/>
                      <a:gd name="connsiteY2" fmla="*/ 730872 h 757804"/>
                      <a:gd name="connsiteX3" fmla="*/ 2958 w 269658"/>
                      <a:gd name="connsiteY3" fmla="*/ 757805 h 757804"/>
                      <a:gd name="connsiteX4" fmla="*/ 0 w 269658"/>
                      <a:gd name="connsiteY4" fmla="*/ 68062 h 757804"/>
                      <a:gd name="connsiteX0" fmla="*/ 0 w 269658"/>
                      <a:gd name="connsiteY0" fmla="*/ 68062 h 757806"/>
                      <a:gd name="connsiteX1" fmla="*/ 269658 w 269658"/>
                      <a:gd name="connsiteY1" fmla="*/ 0 h 757806"/>
                      <a:gd name="connsiteX2" fmla="*/ 269009 w 269658"/>
                      <a:gd name="connsiteY2" fmla="*/ 730872 h 757806"/>
                      <a:gd name="connsiteX3" fmla="*/ 2958 w 269658"/>
                      <a:gd name="connsiteY3" fmla="*/ 757805 h 757806"/>
                      <a:gd name="connsiteX4" fmla="*/ 0 w 269658"/>
                      <a:gd name="connsiteY4" fmla="*/ 68062 h 757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58" h="757806">
                        <a:moveTo>
                          <a:pt x="0" y="68062"/>
                        </a:moveTo>
                        <a:lnTo>
                          <a:pt x="269658" y="0"/>
                        </a:lnTo>
                        <a:cubicBezTo>
                          <a:pt x="268549" y="201227"/>
                          <a:pt x="270118" y="529645"/>
                          <a:pt x="269009" y="730872"/>
                        </a:cubicBezTo>
                        <a:cubicBezTo>
                          <a:pt x="141590" y="748456"/>
                          <a:pt x="120693" y="744526"/>
                          <a:pt x="2958" y="757805"/>
                        </a:cubicBezTo>
                        <a:cubicBezTo>
                          <a:pt x="985" y="636477"/>
                          <a:pt x="1973" y="189390"/>
                          <a:pt x="0" y="68062"/>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2" name="Rectangle 1"/>
                  <p:cNvSpPr/>
                  <p:nvPr/>
                </p:nvSpPr>
                <p:spPr>
                  <a:xfrm flipH="1">
                    <a:off x="4742145" y="1898950"/>
                    <a:ext cx="132980" cy="488356"/>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 name="connsiteX0" fmla="*/ 8033 w 273025"/>
                      <a:gd name="connsiteY0" fmla="*/ 69937 h 705953"/>
                      <a:gd name="connsiteX1" fmla="*/ 273025 w 273025"/>
                      <a:gd name="connsiteY1" fmla="*/ 0 h 705953"/>
                      <a:gd name="connsiteX2" fmla="*/ 272030 w 273025"/>
                      <a:gd name="connsiteY2" fmla="*/ 640973 h 705953"/>
                      <a:gd name="connsiteX3" fmla="*/ 223 w 273025"/>
                      <a:gd name="connsiteY3" fmla="*/ 700588 h 705953"/>
                      <a:gd name="connsiteX4" fmla="*/ 8033 w 273025"/>
                      <a:gd name="connsiteY4" fmla="*/ 69937 h 705953"/>
                      <a:gd name="connsiteX0" fmla="*/ 3926 w 268918"/>
                      <a:gd name="connsiteY0" fmla="*/ 69937 h 705953"/>
                      <a:gd name="connsiteX1" fmla="*/ 268918 w 268918"/>
                      <a:gd name="connsiteY1" fmla="*/ 0 h 705953"/>
                      <a:gd name="connsiteX2" fmla="*/ 267923 w 268918"/>
                      <a:gd name="connsiteY2" fmla="*/ 640973 h 705953"/>
                      <a:gd name="connsiteX3" fmla="*/ 333 w 268918"/>
                      <a:gd name="connsiteY3" fmla="*/ 700588 h 705953"/>
                      <a:gd name="connsiteX4" fmla="*/ 3926 w 268918"/>
                      <a:gd name="connsiteY4" fmla="*/ 69937 h 705953"/>
                      <a:gd name="connsiteX0" fmla="*/ 0 w 264992"/>
                      <a:gd name="connsiteY0" fmla="*/ 69937 h 712489"/>
                      <a:gd name="connsiteX1" fmla="*/ 264992 w 264992"/>
                      <a:gd name="connsiteY1" fmla="*/ 0 h 712489"/>
                      <a:gd name="connsiteX2" fmla="*/ 263997 w 264992"/>
                      <a:gd name="connsiteY2" fmla="*/ 640973 h 712489"/>
                      <a:gd name="connsiteX3" fmla="*/ 4842 w 264992"/>
                      <a:gd name="connsiteY3" fmla="*/ 707367 h 712489"/>
                      <a:gd name="connsiteX4" fmla="*/ 0 w 264992"/>
                      <a:gd name="connsiteY4" fmla="*/ 69937 h 712489"/>
                      <a:gd name="connsiteX0" fmla="*/ 27 w 265019"/>
                      <a:gd name="connsiteY0" fmla="*/ 69937 h 719046"/>
                      <a:gd name="connsiteX1" fmla="*/ 265019 w 265019"/>
                      <a:gd name="connsiteY1" fmla="*/ 0 h 719046"/>
                      <a:gd name="connsiteX2" fmla="*/ 264024 w 265019"/>
                      <a:gd name="connsiteY2" fmla="*/ 640973 h 719046"/>
                      <a:gd name="connsiteX3" fmla="*/ 652 w 265019"/>
                      <a:gd name="connsiteY3" fmla="*/ 714146 h 719046"/>
                      <a:gd name="connsiteX4" fmla="*/ 27 w 265019"/>
                      <a:gd name="connsiteY4" fmla="*/ 69937 h 719046"/>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42967"/>
                      <a:gd name="connsiteY0" fmla="*/ 69937 h 725720"/>
                      <a:gd name="connsiteX1" fmla="*/ 214414 w 242967"/>
                      <a:gd name="connsiteY1" fmla="*/ 0 h 725720"/>
                      <a:gd name="connsiteX2" fmla="*/ 242939 w 242967"/>
                      <a:gd name="connsiteY2" fmla="*/ 725720 h 725720"/>
                      <a:gd name="connsiteX3" fmla="*/ 652 w 242967"/>
                      <a:gd name="connsiteY3" fmla="*/ 714146 h 725720"/>
                      <a:gd name="connsiteX4" fmla="*/ 27 w 242967"/>
                      <a:gd name="connsiteY4" fmla="*/ 69937 h 725720"/>
                      <a:gd name="connsiteX0" fmla="*/ 27 w 242946"/>
                      <a:gd name="connsiteY0" fmla="*/ 42818 h 698601"/>
                      <a:gd name="connsiteX1" fmla="*/ 121638 w 242946"/>
                      <a:gd name="connsiteY1" fmla="*/ 0 h 698601"/>
                      <a:gd name="connsiteX2" fmla="*/ 242939 w 242946"/>
                      <a:gd name="connsiteY2" fmla="*/ 698601 h 698601"/>
                      <a:gd name="connsiteX3" fmla="*/ 652 w 242946"/>
                      <a:gd name="connsiteY3" fmla="*/ 687027 h 698601"/>
                      <a:gd name="connsiteX4" fmla="*/ 27 w 242946"/>
                      <a:gd name="connsiteY4" fmla="*/ 42818 h 698601"/>
                      <a:gd name="connsiteX0" fmla="*/ 27 w 243027"/>
                      <a:gd name="connsiteY0" fmla="*/ 52988 h 708771"/>
                      <a:gd name="connsiteX1" fmla="*/ 235499 w 243027"/>
                      <a:gd name="connsiteY1" fmla="*/ 0 h 708771"/>
                      <a:gd name="connsiteX2" fmla="*/ 242939 w 243027"/>
                      <a:gd name="connsiteY2" fmla="*/ 708771 h 708771"/>
                      <a:gd name="connsiteX3" fmla="*/ 652 w 243027"/>
                      <a:gd name="connsiteY3" fmla="*/ 697197 h 708771"/>
                      <a:gd name="connsiteX4" fmla="*/ 27 w 243027"/>
                      <a:gd name="connsiteY4" fmla="*/ 52988 h 708771"/>
                      <a:gd name="connsiteX0" fmla="*/ 27 w 243025"/>
                      <a:gd name="connsiteY0" fmla="*/ 52988 h 700380"/>
                      <a:gd name="connsiteX1" fmla="*/ 235499 w 243025"/>
                      <a:gd name="connsiteY1" fmla="*/ 0 h 700380"/>
                      <a:gd name="connsiteX2" fmla="*/ 242938 w 243025"/>
                      <a:gd name="connsiteY2" fmla="*/ 695211 h 700380"/>
                      <a:gd name="connsiteX3" fmla="*/ 652 w 243025"/>
                      <a:gd name="connsiteY3" fmla="*/ 697197 h 700380"/>
                      <a:gd name="connsiteX4" fmla="*/ 27 w 243025"/>
                      <a:gd name="connsiteY4" fmla="*/ 52988 h 700380"/>
                      <a:gd name="connsiteX0" fmla="*/ 27 w 235499"/>
                      <a:gd name="connsiteY0" fmla="*/ 52988 h 701990"/>
                      <a:gd name="connsiteX1" fmla="*/ 235499 w 235499"/>
                      <a:gd name="connsiteY1" fmla="*/ 0 h 701990"/>
                      <a:gd name="connsiteX2" fmla="*/ 183901 w 235499"/>
                      <a:gd name="connsiteY2" fmla="*/ 701990 h 701990"/>
                      <a:gd name="connsiteX3" fmla="*/ 652 w 235499"/>
                      <a:gd name="connsiteY3" fmla="*/ 697197 h 701990"/>
                      <a:gd name="connsiteX4" fmla="*/ 27 w 235499"/>
                      <a:gd name="connsiteY4" fmla="*/ 52988 h 701990"/>
                      <a:gd name="connsiteX0" fmla="*/ 27 w 235499"/>
                      <a:gd name="connsiteY0" fmla="*/ 52988 h 705380"/>
                      <a:gd name="connsiteX1" fmla="*/ 235499 w 235499"/>
                      <a:gd name="connsiteY1" fmla="*/ 0 h 705380"/>
                      <a:gd name="connsiteX2" fmla="*/ 234506 w 235499"/>
                      <a:gd name="connsiteY2" fmla="*/ 705380 h 705380"/>
                      <a:gd name="connsiteX3" fmla="*/ 652 w 235499"/>
                      <a:gd name="connsiteY3" fmla="*/ 697197 h 705380"/>
                      <a:gd name="connsiteX4" fmla="*/ 27 w 235499"/>
                      <a:gd name="connsiteY4" fmla="*/ 52988 h 705380"/>
                      <a:gd name="connsiteX0" fmla="*/ 27 w 235499"/>
                      <a:gd name="connsiteY0" fmla="*/ 52988 h 705380"/>
                      <a:gd name="connsiteX1" fmla="*/ 235499 w 235499"/>
                      <a:gd name="connsiteY1" fmla="*/ 0 h 705380"/>
                      <a:gd name="connsiteX2" fmla="*/ 234506 w 235499"/>
                      <a:gd name="connsiteY2" fmla="*/ 705380 h 705380"/>
                      <a:gd name="connsiteX3" fmla="*/ 652 w 235499"/>
                      <a:gd name="connsiteY3" fmla="*/ 697197 h 705380"/>
                      <a:gd name="connsiteX4" fmla="*/ 27 w 235499"/>
                      <a:gd name="connsiteY4" fmla="*/ 52988 h 705380"/>
                      <a:gd name="connsiteX0" fmla="*/ 27 w 235499"/>
                      <a:gd name="connsiteY0" fmla="*/ 52988 h 701990"/>
                      <a:gd name="connsiteX1" fmla="*/ 235499 w 235499"/>
                      <a:gd name="connsiteY1" fmla="*/ 0 h 701990"/>
                      <a:gd name="connsiteX2" fmla="*/ 230289 w 235499"/>
                      <a:gd name="connsiteY2" fmla="*/ 701990 h 701990"/>
                      <a:gd name="connsiteX3" fmla="*/ 652 w 235499"/>
                      <a:gd name="connsiteY3" fmla="*/ 697197 h 701990"/>
                      <a:gd name="connsiteX4" fmla="*/ 27 w 235499"/>
                      <a:gd name="connsiteY4" fmla="*/ 52988 h 701990"/>
                      <a:gd name="connsiteX0" fmla="*/ 27 w 238873"/>
                      <a:gd name="connsiteY0" fmla="*/ 52988 h 697197"/>
                      <a:gd name="connsiteX1" fmla="*/ 235499 w 238873"/>
                      <a:gd name="connsiteY1" fmla="*/ 0 h 697197"/>
                      <a:gd name="connsiteX2" fmla="*/ 238724 w 238873"/>
                      <a:gd name="connsiteY2" fmla="*/ 695211 h 697197"/>
                      <a:gd name="connsiteX3" fmla="*/ 652 w 238873"/>
                      <a:gd name="connsiteY3" fmla="*/ 697197 h 697197"/>
                      <a:gd name="connsiteX4" fmla="*/ 27 w 238873"/>
                      <a:gd name="connsiteY4" fmla="*/ 52988 h 697197"/>
                      <a:gd name="connsiteX0" fmla="*/ 27 w 235499"/>
                      <a:gd name="connsiteY0" fmla="*/ 52988 h 697197"/>
                      <a:gd name="connsiteX1" fmla="*/ 235499 w 235499"/>
                      <a:gd name="connsiteY1" fmla="*/ 0 h 697197"/>
                      <a:gd name="connsiteX2" fmla="*/ 234506 w 235499"/>
                      <a:gd name="connsiteY2" fmla="*/ 695211 h 697197"/>
                      <a:gd name="connsiteX3" fmla="*/ 652 w 235499"/>
                      <a:gd name="connsiteY3" fmla="*/ 697197 h 697197"/>
                      <a:gd name="connsiteX4" fmla="*/ 27 w 235499"/>
                      <a:gd name="connsiteY4" fmla="*/ 52988 h 697197"/>
                      <a:gd name="connsiteX0" fmla="*/ 27 w 235499"/>
                      <a:gd name="connsiteY0" fmla="*/ 52988 h 695211"/>
                      <a:gd name="connsiteX1" fmla="*/ 235499 w 235499"/>
                      <a:gd name="connsiteY1" fmla="*/ 0 h 695211"/>
                      <a:gd name="connsiteX2" fmla="*/ 234506 w 235499"/>
                      <a:gd name="connsiteY2" fmla="*/ 695211 h 695211"/>
                      <a:gd name="connsiteX3" fmla="*/ 652 w 235499"/>
                      <a:gd name="connsiteY3" fmla="*/ 693807 h 695211"/>
                      <a:gd name="connsiteX4" fmla="*/ 27 w 235499"/>
                      <a:gd name="connsiteY4" fmla="*/ 52988 h 695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499" h="695211">
                        <a:moveTo>
                          <a:pt x="27" y="52988"/>
                        </a:moveTo>
                        <a:lnTo>
                          <a:pt x="235499" y="0"/>
                        </a:lnTo>
                        <a:cubicBezTo>
                          <a:pt x="234390" y="201227"/>
                          <a:pt x="235615" y="493984"/>
                          <a:pt x="234506" y="695211"/>
                        </a:cubicBezTo>
                        <a:lnTo>
                          <a:pt x="652" y="693807"/>
                        </a:lnTo>
                        <a:cubicBezTo>
                          <a:pt x="-1321" y="572479"/>
                          <a:pt x="2000" y="174316"/>
                          <a:pt x="27" y="52988"/>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3" name="Rectangle 1"/>
                  <p:cNvSpPr/>
                  <p:nvPr/>
                </p:nvSpPr>
                <p:spPr>
                  <a:xfrm flipH="1">
                    <a:off x="4576761" y="1850846"/>
                    <a:ext cx="165988" cy="532867"/>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63477"/>
                      <a:gd name="connsiteX1" fmla="*/ 460334 w 460880"/>
                      <a:gd name="connsiteY1" fmla="*/ 0 h 763477"/>
                      <a:gd name="connsiteX2" fmla="*/ 459339 w 460880"/>
                      <a:gd name="connsiteY2" fmla="*/ 728928 h 763477"/>
                      <a:gd name="connsiteX3" fmla="*/ 0 w 460880"/>
                      <a:gd name="connsiteY3" fmla="*/ 758577 h 763477"/>
                      <a:gd name="connsiteX4" fmla="*/ 1073 w 460880"/>
                      <a:gd name="connsiteY4" fmla="*/ 117920 h 763477"/>
                      <a:gd name="connsiteX0" fmla="*/ 1073 w 460880"/>
                      <a:gd name="connsiteY0" fmla="*/ 117920 h 759339"/>
                      <a:gd name="connsiteX1" fmla="*/ 460334 w 460880"/>
                      <a:gd name="connsiteY1" fmla="*/ 0 h 759339"/>
                      <a:gd name="connsiteX2" fmla="*/ 459339 w 460880"/>
                      <a:gd name="connsiteY2" fmla="*/ 728928 h 759339"/>
                      <a:gd name="connsiteX3" fmla="*/ 0 w 460880"/>
                      <a:gd name="connsiteY3" fmla="*/ 758577 h 759339"/>
                      <a:gd name="connsiteX4" fmla="*/ 1073 w 460880"/>
                      <a:gd name="connsiteY4" fmla="*/ 117920 h 759339"/>
                      <a:gd name="connsiteX0" fmla="*/ 1073 w 460880"/>
                      <a:gd name="connsiteY0" fmla="*/ 117920 h 759338"/>
                      <a:gd name="connsiteX1" fmla="*/ 460334 w 460880"/>
                      <a:gd name="connsiteY1" fmla="*/ 0 h 759338"/>
                      <a:gd name="connsiteX2" fmla="*/ 459339 w 460880"/>
                      <a:gd name="connsiteY2" fmla="*/ 728928 h 759338"/>
                      <a:gd name="connsiteX3" fmla="*/ 0 w 460880"/>
                      <a:gd name="connsiteY3" fmla="*/ 758577 h 759338"/>
                      <a:gd name="connsiteX4" fmla="*/ 1073 w 460880"/>
                      <a:gd name="connsiteY4" fmla="*/ 117920 h 759338"/>
                      <a:gd name="connsiteX0" fmla="*/ 1073 w 460880"/>
                      <a:gd name="connsiteY0" fmla="*/ 117920 h 758576"/>
                      <a:gd name="connsiteX1" fmla="*/ 460334 w 460880"/>
                      <a:gd name="connsiteY1" fmla="*/ 0 h 758576"/>
                      <a:gd name="connsiteX2" fmla="*/ 459339 w 460880"/>
                      <a:gd name="connsiteY2" fmla="*/ 728928 h 758576"/>
                      <a:gd name="connsiteX3" fmla="*/ 0 w 460880"/>
                      <a:gd name="connsiteY3" fmla="*/ 758577 h 758576"/>
                      <a:gd name="connsiteX4" fmla="*/ 1073 w 460880"/>
                      <a:gd name="connsiteY4" fmla="*/ 117920 h 758576"/>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0859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80" h="758577">
                        <a:moveTo>
                          <a:pt x="1073" y="117920"/>
                        </a:moveTo>
                        <a:lnTo>
                          <a:pt x="460334" y="0"/>
                        </a:lnTo>
                        <a:cubicBezTo>
                          <a:pt x="459225" y="201227"/>
                          <a:pt x="462781" y="470073"/>
                          <a:pt x="459339" y="671300"/>
                        </a:cubicBezTo>
                        <a:cubicBezTo>
                          <a:pt x="319446" y="700393"/>
                          <a:pt x="199395" y="726092"/>
                          <a:pt x="0" y="758577"/>
                        </a:cubicBezTo>
                        <a:cubicBezTo>
                          <a:pt x="360" y="633499"/>
                          <a:pt x="713" y="237373"/>
                          <a:pt x="1073" y="11792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7" name="Group 6"/>
                <p:cNvGrpSpPr/>
                <p:nvPr/>
              </p:nvGrpSpPr>
              <p:grpSpPr>
                <a:xfrm>
                  <a:off x="3414666" y="2397138"/>
                  <a:ext cx="412003" cy="190676"/>
                  <a:chOff x="3412283" y="1801255"/>
                  <a:chExt cx="412003" cy="190676"/>
                </a:xfrm>
              </p:grpSpPr>
              <p:sp>
                <p:nvSpPr>
                  <p:cNvPr id="76" name="Rectangle 1"/>
                  <p:cNvSpPr/>
                  <p:nvPr/>
                </p:nvSpPr>
                <p:spPr>
                  <a:xfrm flipH="1">
                    <a:off x="3655169" y="1850232"/>
                    <a:ext cx="169117" cy="130821"/>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69215"/>
                      <a:gd name="connsiteX1" fmla="*/ 266330 w 266330"/>
                      <a:gd name="connsiteY1" fmla="*/ 0 h 469215"/>
                      <a:gd name="connsiteX2" fmla="*/ 266330 w 266330"/>
                      <a:gd name="connsiteY2" fmla="*/ 455720 h 469215"/>
                      <a:gd name="connsiteX3" fmla="*/ 86249 w 266330"/>
                      <a:gd name="connsiteY3" fmla="*/ 464530 h 469215"/>
                      <a:gd name="connsiteX4" fmla="*/ 2958 w 266330"/>
                      <a:gd name="connsiteY4" fmla="*/ 372862 h 469215"/>
                      <a:gd name="connsiteX5" fmla="*/ 0 w 266330"/>
                      <a:gd name="connsiteY5" fmla="*/ 0 h 469215"/>
                      <a:gd name="connsiteX0" fmla="*/ 0 w 266330"/>
                      <a:gd name="connsiteY0" fmla="*/ 0 h 469215"/>
                      <a:gd name="connsiteX1" fmla="*/ 266330 w 266330"/>
                      <a:gd name="connsiteY1" fmla="*/ 0 h 469215"/>
                      <a:gd name="connsiteX2" fmla="*/ 266330 w 266330"/>
                      <a:gd name="connsiteY2" fmla="*/ 455720 h 469215"/>
                      <a:gd name="connsiteX3" fmla="*/ 86249 w 266330"/>
                      <a:gd name="connsiteY3" fmla="*/ 464530 h 469215"/>
                      <a:gd name="connsiteX4" fmla="*/ 2958 w 266330"/>
                      <a:gd name="connsiteY4" fmla="*/ 372862 h 469215"/>
                      <a:gd name="connsiteX5" fmla="*/ 0 w 266330"/>
                      <a:gd name="connsiteY5" fmla="*/ 0 h 469215"/>
                      <a:gd name="connsiteX0" fmla="*/ 0 w 266330"/>
                      <a:gd name="connsiteY0" fmla="*/ 0 h 466491"/>
                      <a:gd name="connsiteX1" fmla="*/ 266330 w 266330"/>
                      <a:gd name="connsiteY1" fmla="*/ 0 h 466491"/>
                      <a:gd name="connsiteX2" fmla="*/ 266330 w 266330"/>
                      <a:gd name="connsiteY2" fmla="*/ 455720 h 466491"/>
                      <a:gd name="connsiteX3" fmla="*/ 86249 w 266330"/>
                      <a:gd name="connsiteY3" fmla="*/ 464530 h 466491"/>
                      <a:gd name="connsiteX4" fmla="*/ 2958 w 266330"/>
                      <a:gd name="connsiteY4" fmla="*/ 372862 h 466491"/>
                      <a:gd name="connsiteX5" fmla="*/ 0 w 266330"/>
                      <a:gd name="connsiteY5" fmla="*/ 0 h 466491"/>
                      <a:gd name="connsiteX0" fmla="*/ 0 w 266330"/>
                      <a:gd name="connsiteY0" fmla="*/ 0 h 467547"/>
                      <a:gd name="connsiteX1" fmla="*/ 266330 w 266330"/>
                      <a:gd name="connsiteY1" fmla="*/ 0 h 467547"/>
                      <a:gd name="connsiteX2" fmla="*/ 266330 w 266330"/>
                      <a:gd name="connsiteY2" fmla="*/ 455720 h 467547"/>
                      <a:gd name="connsiteX3" fmla="*/ 86249 w 266330"/>
                      <a:gd name="connsiteY3" fmla="*/ 464530 h 467547"/>
                      <a:gd name="connsiteX4" fmla="*/ 2958 w 266330"/>
                      <a:gd name="connsiteY4" fmla="*/ 372862 h 467547"/>
                      <a:gd name="connsiteX5" fmla="*/ 0 w 266330"/>
                      <a:gd name="connsiteY5" fmla="*/ 0 h 467547"/>
                      <a:gd name="connsiteX0" fmla="*/ 0 w 266330"/>
                      <a:gd name="connsiteY0" fmla="*/ 0 h 468561"/>
                      <a:gd name="connsiteX1" fmla="*/ 266330 w 266330"/>
                      <a:gd name="connsiteY1" fmla="*/ 0 h 468561"/>
                      <a:gd name="connsiteX2" fmla="*/ 266330 w 266330"/>
                      <a:gd name="connsiteY2" fmla="*/ 455720 h 468561"/>
                      <a:gd name="connsiteX3" fmla="*/ 86249 w 266330"/>
                      <a:gd name="connsiteY3" fmla="*/ 464530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86249 w 266330"/>
                      <a:gd name="connsiteY3" fmla="*/ 464530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97498 w 266330"/>
                      <a:gd name="connsiteY3" fmla="*/ 464531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97498 w 266330"/>
                      <a:gd name="connsiteY3" fmla="*/ 464531 h 468561"/>
                      <a:gd name="connsiteX4" fmla="*/ 2958 w 266330"/>
                      <a:gd name="connsiteY4" fmla="*/ 372862 h 468561"/>
                      <a:gd name="connsiteX5" fmla="*/ 0 w 266330"/>
                      <a:gd name="connsiteY5" fmla="*/ 0 h 468561"/>
                      <a:gd name="connsiteX0" fmla="*/ 0 w 266330"/>
                      <a:gd name="connsiteY0" fmla="*/ 0 h 483446"/>
                      <a:gd name="connsiteX1" fmla="*/ 266330 w 266330"/>
                      <a:gd name="connsiteY1" fmla="*/ 0 h 483446"/>
                      <a:gd name="connsiteX2" fmla="*/ 266330 w 266330"/>
                      <a:gd name="connsiteY2" fmla="*/ 455720 h 483446"/>
                      <a:gd name="connsiteX3" fmla="*/ 104998 w 266330"/>
                      <a:gd name="connsiteY3" fmla="*/ 481123 h 483446"/>
                      <a:gd name="connsiteX4" fmla="*/ 2958 w 266330"/>
                      <a:gd name="connsiteY4" fmla="*/ 372862 h 483446"/>
                      <a:gd name="connsiteX5" fmla="*/ 0 w 266330"/>
                      <a:gd name="connsiteY5" fmla="*/ 0 h 483446"/>
                      <a:gd name="connsiteX0" fmla="*/ 0 w 266330"/>
                      <a:gd name="connsiteY0" fmla="*/ 0 h 483446"/>
                      <a:gd name="connsiteX1" fmla="*/ 266330 w 266330"/>
                      <a:gd name="connsiteY1" fmla="*/ 0 h 483446"/>
                      <a:gd name="connsiteX2" fmla="*/ 266330 w 266330"/>
                      <a:gd name="connsiteY2" fmla="*/ 455720 h 483446"/>
                      <a:gd name="connsiteX3" fmla="*/ 104998 w 266330"/>
                      <a:gd name="connsiteY3" fmla="*/ 481123 h 483446"/>
                      <a:gd name="connsiteX4" fmla="*/ 2958 w 266330"/>
                      <a:gd name="connsiteY4" fmla="*/ 372862 h 483446"/>
                      <a:gd name="connsiteX5" fmla="*/ 0 w 266330"/>
                      <a:gd name="connsiteY5" fmla="*/ 0 h 483446"/>
                      <a:gd name="connsiteX0" fmla="*/ 0 w 266330"/>
                      <a:gd name="connsiteY0" fmla="*/ 0 h 486219"/>
                      <a:gd name="connsiteX1" fmla="*/ 266330 w 266330"/>
                      <a:gd name="connsiteY1" fmla="*/ 0 h 486219"/>
                      <a:gd name="connsiteX2" fmla="*/ 266330 w 266330"/>
                      <a:gd name="connsiteY2" fmla="*/ 455720 h 486219"/>
                      <a:gd name="connsiteX3" fmla="*/ 104998 w 266330"/>
                      <a:gd name="connsiteY3" fmla="*/ 481123 h 486219"/>
                      <a:gd name="connsiteX4" fmla="*/ 2958 w 266330"/>
                      <a:gd name="connsiteY4" fmla="*/ 372862 h 486219"/>
                      <a:gd name="connsiteX5" fmla="*/ 0 w 266330"/>
                      <a:gd name="connsiteY5" fmla="*/ 0 h 486219"/>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89998 w 266330"/>
                      <a:gd name="connsiteY3" fmla="*/ 481123 h 481123"/>
                      <a:gd name="connsiteX4" fmla="*/ 2958 w 266330"/>
                      <a:gd name="connsiteY4" fmla="*/ 372862 h 481123"/>
                      <a:gd name="connsiteX5" fmla="*/ 0 w 266330"/>
                      <a:gd name="connsiteY5" fmla="*/ 0 h 481123"/>
                      <a:gd name="connsiteX0" fmla="*/ 0 w 266330"/>
                      <a:gd name="connsiteY0" fmla="*/ 0 h 479813"/>
                      <a:gd name="connsiteX1" fmla="*/ 266330 w 266330"/>
                      <a:gd name="connsiteY1" fmla="*/ 0 h 479813"/>
                      <a:gd name="connsiteX2" fmla="*/ 266330 w 266330"/>
                      <a:gd name="connsiteY2" fmla="*/ 455720 h 479813"/>
                      <a:gd name="connsiteX3" fmla="*/ 2958 w 266330"/>
                      <a:gd name="connsiteY3" fmla="*/ 372862 h 479813"/>
                      <a:gd name="connsiteX4" fmla="*/ 0 w 266330"/>
                      <a:gd name="connsiteY4" fmla="*/ 0 h 479813"/>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455721">
                        <a:moveTo>
                          <a:pt x="0" y="0"/>
                        </a:moveTo>
                        <a:lnTo>
                          <a:pt x="266330" y="0"/>
                        </a:lnTo>
                        <a:lnTo>
                          <a:pt x="266330" y="455720"/>
                        </a:lnTo>
                        <a:cubicBezTo>
                          <a:pt x="181185" y="443205"/>
                          <a:pt x="62346" y="399047"/>
                          <a:pt x="2958" y="372862"/>
                        </a:cubicBezTo>
                        <a:cubicBezTo>
                          <a:pt x="985" y="251534"/>
                          <a:pt x="1973" y="121328"/>
                          <a:pt x="0" y="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7" name="Rectangle 1"/>
                  <p:cNvSpPr/>
                  <p:nvPr/>
                </p:nvSpPr>
                <p:spPr>
                  <a:xfrm flipH="1">
                    <a:off x="3593626" y="1831970"/>
                    <a:ext cx="64576" cy="149732"/>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 name="connsiteX0" fmla="*/ 58048 w 327706"/>
                      <a:gd name="connsiteY0" fmla="*/ 68062 h 632767"/>
                      <a:gd name="connsiteX1" fmla="*/ 327706 w 327706"/>
                      <a:gd name="connsiteY1" fmla="*/ 0 h 632767"/>
                      <a:gd name="connsiteX2" fmla="*/ 327057 w 327706"/>
                      <a:gd name="connsiteY2" fmla="*/ 606062 h 632767"/>
                      <a:gd name="connsiteX3" fmla="*/ 46 w 327706"/>
                      <a:gd name="connsiteY3" fmla="*/ 627233 h 632767"/>
                      <a:gd name="connsiteX4" fmla="*/ 58048 w 327706"/>
                      <a:gd name="connsiteY4" fmla="*/ 68062 h 632767"/>
                      <a:gd name="connsiteX0" fmla="*/ 58048 w 327706"/>
                      <a:gd name="connsiteY0" fmla="*/ 68062 h 635670"/>
                      <a:gd name="connsiteX1" fmla="*/ 327706 w 327706"/>
                      <a:gd name="connsiteY1" fmla="*/ 0 h 635670"/>
                      <a:gd name="connsiteX2" fmla="*/ 327057 w 327706"/>
                      <a:gd name="connsiteY2" fmla="*/ 606062 h 635670"/>
                      <a:gd name="connsiteX3" fmla="*/ 46 w 327706"/>
                      <a:gd name="connsiteY3" fmla="*/ 627233 h 635670"/>
                      <a:gd name="connsiteX4" fmla="*/ 58048 w 327706"/>
                      <a:gd name="connsiteY4" fmla="*/ 68062 h 635670"/>
                      <a:gd name="connsiteX0" fmla="*/ 45868 w 315526"/>
                      <a:gd name="connsiteY0" fmla="*/ 68062 h 685785"/>
                      <a:gd name="connsiteX1" fmla="*/ 315526 w 315526"/>
                      <a:gd name="connsiteY1" fmla="*/ 0 h 685785"/>
                      <a:gd name="connsiteX2" fmla="*/ 314877 w 315526"/>
                      <a:gd name="connsiteY2" fmla="*/ 606062 h 685785"/>
                      <a:gd name="connsiteX3" fmla="*/ 56 w 315526"/>
                      <a:gd name="connsiteY3" fmla="*/ 681416 h 685785"/>
                      <a:gd name="connsiteX4" fmla="*/ 45868 w 315526"/>
                      <a:gd name="connsiteY4" fmla="*/ 68062 h 685785"/>
                      <a:gd name="connsiteX0" fmla="*/ 0 w 330614"/>
                      <a:gd name="connsiteY0" fmla="*/ 68063 h 685785"/>
                      <a:gd name="connsiteX1" fmla="*/ 330614 w 330614"/>
                      <a:gd name="connsiteY1" fmla="*/ 0 h 685785"/>
                      <a:gd name="connsiteX2" fmla="*/ 329965 w 330614"/>
                      <a:gd name="connsiteY2" fmla="*/ 606062 h 685785"/>
                      <a:gd name="connsiteX3" fmla="*/ 15144 w 330614"/>
                      <a:gd name="connsiteY3" fmla="*/ 681416 h 685785"/>
                      <a:gd name="connsiteX4" fmla="*/ 0 w 330614"/>
                      <a:gd name="connsiteY4" fmla="*/ 68063 h 685785"/>
                      <a:gd name="connsiteX0" fmla="*/ 0 w 330614"/>
                      <a:gd name="connsiteY0" fmla="*/ 57228 h 685785"/>
                      <a:gd name="connsiteX1" fmla="*/ 330614 w 330614"/>
                      <a:gd name="connsiteY1" fmla="*/ 0 h 685785"/>
                      <a:gd name="connsiteX2" fmla="*/ 329965 w 330614"/>
                      <a:gd name="connsiteY2" fmla="*/ 606062 h 685785"/>
                      <a:gd name="connsiteX3" fmla="*/ 15144 w 330614"/>
                      <a:gd name="connsiteY3" fmla="*/ 681416 h 685785"/>
                      <a:gd name="connsiteX4" fmla="*/ 0 w 330614"/>
                      <a:gd name="connsiteY4" fmla="*/ 57228 h 685785"/>
                      <a:gd name="connsiteX0" fmla="*/ 0 w 330614"/>
                      <a:gd name="connsiteY0" fmla="*/ 57228 h 681416"/>
                      <a:gd name="connsiteX1" fmla="*/ 330614 w 330614"/>
                      <a:gd name="connsiteY1" fmla="*/ 0 h 681416"/>
                      <a:gd name="connsiteX2" fmla="*/ 329965 w 330614"/>
                      <a:gd name="connsiteY2" fmla="*/ 606062 h 681416"/>
                      <a:gd name="connsiteX3" fmla="*/ 15144 w 330614"/>
                      <a:gd name="connsiteY3" fmla="*/ 681416 h 681416"/>
                      <a:gd name="connsiteX4" fmla="*/ 0 w 330614"/>
                      <a:gd name="connsiteY4" fmla="*/ 57228 h 68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614" h="681416">
                        <a:moveTo>
                          <a:pt x="0" y="57228"/>
                        </a:moveTo>
                        <a:lnTo>
                          <a:pt x="330614" y="0"/>
                        </a:lnTo>
                        <a:cubicBezTo>
                          <a:pt x="329505" y="201227"/>
                          <a:pt x="331074" y="404835"/>
                          <a:pt x="329965" y="606062"/>
                        </a:cubicBezTo>
                        <a:cubicBezTo>
                          <a:pt x="229084" y="613121"/>
                          <a:pt x="116019" y="652686"/>
                          <a:pt x="15144" y="681416"/>
                        </a:cubicBezTo>
                        <a:cubicBezTo>
                          <a:pt x="13171" y="560088"/>
                          <a:pt x="1973" y="178556"/>
                          <a:pt x="0" y="57228"/>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8" name="Rectangle 1"/>
                  <p:cNvSpPr/>
                  <p:nvPr/>
                </p:nvSpPr>
                <p:spPr>
                  <a:xfrm flipH="1">
                    <a:off x="3534326" y="1813113"/>
                    <a:ext cx="59433" cy="178818"/>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019" h="640973">
                        <a:moveTo>
                          <a:pt x="27" y="69937"/>
                        </a:moveTo>
                        <a:lnTo>
                          <a:pt x="265019" y="0"/>
                        </a:lnTo>
                        <a:cubicBezTo>
                          <a:pt x="263910" y="201227"/>
                          <a:pt x="265133" y="439746"/>
                          <a:pt x="264024" y="640973"/>
                        </a:cubicBezTo>
                        <a:lnTo>
                          <a:pt x="652" y="544652"/>
                        </a:lnTo>
                        <a:cubicBezTo>
                          <a:pt x="-1321" y="423324"/>
                          <a:pt x="2000" y="191265"/>
                          <a:pt x="27" y="69937"/>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9" name="Rectangle 1"/>
                  <p:cNvSpPr/>
                  <p:nvPr/>
                </p:nvSpPr>
                <p:spPr>
                  <a:xfrm flipH="1">
                    <a:off x="3412283" y="1801255"/>
                    <a:ext cx="122284" cy="190196"/>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 name="connsiteX0" fmla="*/ 0 w 544751"/>
                      <a:gd name="connsiteY0" fmla="*/ 75242 h 758577"/>
                      <a:gd name="connsiteX1" fmla="*/ 544205 w 544751"/>
                      <a:gd name="connsiteY1" fmla="*/ 0 h 758577"/>
                      <a:gd name="connsiteX2" fmla="*/ 543209 w 544751"/>
                      <a:gd name="connsiteY2" fmla="*/ 620452 h 758577"/>
                      <a:gd name="connsiteX3" fmla="*/ 83871 w 544751"/>
                      <a:gd name="connsiteY3" fmla="*/ 758577 h 758577"/>
                      <a:gd name="connsiteX4" fmla="*/ 0 w 544751"/>
                      <a:gd name="connsiteY4" fmla="*/ 75242 h 758577"/>
                      <a:gd name="connsiteX0" fmla="*/ 9 w 544760"/>
                      <a:gd name="connsiteY0" fmla="*/ 75242 h 656150"/>
                      <a:gd name="connsiteX1" fmla="*/ 544214 w 544760"/>
                      <a:gd name="connsiteY1" fmla="*/ 0 h 656150"/>
                      <a:gd name="connsiteX2" fmla="*/ 543218 w 544760"/>
                      <a:gd name="connsiteY2" fmla="*/ 620452 h 656150"/>
                      <a:gd name="connsiteX3" fmla="*/ 9551 w 544760"/>
                      <a:gd name="connsiteY3" fmla="*/ 656150 h 656150"/>
                      <a:gd name="connsiteX4" fmla="*/ 9 w 544760"/>
                      <a:gd name="connsiteY4" fmla="*/ 75242 h 656150"/>
                      <a:gd name="connsiteX0" fmla="*/ 9 w 544760"/>
                      <a:gd name="connsiteY0" fmla="*/ 75242 h 656150"/>
                      <a:gd name="connsiteX1" fmla="*/ 544216 w 544760"/>
                      <a:gd name="connsiteY1" fmla="*/ 0 h 656150"/>
                      <a:gd name="connsiteX2" fmla="*/ 543218 w 544760"/>
                      <a:gd name="connsiteY2" fmla="*/ 620452 h 656150"/>
                      <a:gd name="connsiteX3" fmla="*/ 9551 w 544760"/>
                      <a:gd name="connsiteY3" fmla="*/ 656150 h 656150"/>
                      <a:gd name="connsiteX4" fmla="*/ 9 w 544760"/>
                      <a:gd name="connsiteY4" fmla="*/ 75242 h 656150"/>
                      <a:gd name="connsiteX0" fmla="*/ 9 w 576072"/>
                      <a:gd name="connsiteY0" fmla="*/ 83780 h 664688"/>
                      <a:gd name="connsiteX1" fmla="*/ 576072 w 576072"/>
                      <a:gd name="connsiteY1" fmla="*/ 0 h 664688"/>
                      <a:gd name="connsiteX2" fmla="*/ 543218 w 576072"/>
                      <a:gd name="connsiteY2" fmla="*/ 628990 h 664688"/>
                      <a:gd name="connsiteX3" fmla="*/ 9551 w 576072"/>
                      <a:gd name="connsiteY3" fmla="*/ 664688 h 664688"/>
                      <a:gd name="connsiteX4" fmla="*/ 9 w 576072"/>
                      <a:gd name="connsiteY4" fmla="*/ 83780 h 664688"/>
                      <a:gd name="connsiteX0" fmla="*/ 9 w 565450"/>
                      <a:gd name="connsiteY0" fmla="*/ 83780 h 664688"/>
                      <a:gd name="connsiteX1" fmla="*/ 565450 w 565450"/>
                      <a:gd name="connsiteY1" fmla="*/ 0 h 664688"/>
                      <a:gd name="connsiteX2" fmla="*/ 543218 w 565450"/>
                      <a:gd name="connsiteY2" fmla="*/ 628990 h 664688"/>
                      <a:gd name="connsiteX3" fmla="*/ 9551 w 565450"/>
                      <a:gd name="connsiteY3" fmla="*/ 664688 h 664688"/>
                      <a:gd name="connsiteX4" fmla="*/ 9 w 565450"/>
                      <a:gd name="connsiteY4" fmla="*/ 83780 h 664688"/>
                      <a:gd name="connsiteX0" fmla="*/ 9 w 565450"/>
                      <a:gd name="connsiteY0" fmla="*/ 83780 h 664688"/>
                      <a:gd name="connsiteX1" fmla="*/ 565450 w 565450"/>
                      <a:gd name="connsiteY1" fmla="*/ 0 h 664688"/>
                      <a:gd name="connsiteX2" fmla="*/ 553838 w 565450"/>
                      <a:gd name="connsiteY2" fmla="*/ 628990 h 664688"/>
                      <a:gd name="connsiteX3" fmla="*/ 9551 w 565450"/>
                      <a:gd name="connsiteY3" fmla="*/ 664688 h 664688"/>
                      <a:gd name="connsiteX4" fmla="*/ 9 w 565450"/>
                      <a:gd name="connsiteY4" fmla="*/ 83780 h 664688"/>
                      <a:gd name="connsiteX0" fmla="*/ 9 w 565450"/>
                      <a:gd name="connsiteY0" fmla="*/ 83780 h 664688"/>
                      <a:gd name="connsiteX1" fmla="*/ 565450 w 565450"/>
                      <a:gd name="connsiteY1" fmla="*/ 0 h 664688"/>
                      <a:gd name="connsiteX2" fmla="*/ 553838 w 565450"/>
                      <a:gd name="connsiteY2" fmla="*/ 628990 h 664688"/>
                      <a:gd name="connsiteX3" fmla="*/ 9551 w 565450"/>
                      <a:gd name="connsiteY3" fmla="*/ 664688 h 664688"/>
                      <a:gd name="connsiteX4" fmla="*/ 9 w 565450"/>
                      <a:gd name="connsiteY4" fmla="*/ 83780 h 664688"/>
                      <a:gd name="connsiteX0" fmla="*/ 22314 w 555899"/>
                      <a:gd name="connsiteY0" fmla="*/ 75246 h 664688"/>
                      <a:gd name="connsiteX1" fmla="*/ 555899 w 555899"/>
                      <a:gd name="connsiteY1" fmla="*/ 0 h 664688"/>
                      <a:gd name="connsiteX2" fmla="*/ 544287 w 555899"/>
                      <a:gd name="connsiteY2" fmla="*/ 628990 h 664688"/>
                      <a:gd name="connsiteX3" fmla="*/ 0 w 555899"/>
                      <a:gd name="connsiteY3" fmla="*/ 664688 h 664688"/>
                      <a:gd name="connsiteX4" fmla="*/ 22314 w 555899"/>
                      <a:gd name="connsiteY4" fmla="*/ 75246 h 664688"/>
                      <a:gd name="connsiteX0" fmla="*/ 11692 w 555899"/>
                      <a:gd name="connsiteY0" fmla="*/ 83780 h 664688"/>
                      <a:gd name="connsiteX1" fmla="*/ 555899 w 555899"/>
                      <a:gd name="connsiteY1" fmla="*/ 0 h 664688"/>
                      <a:gd name="connsiteX2" fmla="*/ 544287 w 555899"/>
                      <a:gd name="connsiteY2" fmla="*/ 628990 h 664688"/>
                      <a:gd name="connsiteX3" fmla="*/ 0 w 555899"/>
                      <a:gd name="connsiteY3" fmla="*/ 664688 h 664688"/>
                      <a:gd name="connsiteX4" fmla="*/ 11692 w 555899"/>
                      <a:gd name="connsiteY4" fmla="*/ 83780 h 664688"/>
                      <a:gd name="connsiteX0" fmla="*/ 9 w 544216"/>
                      <a:gd name="connsiteY0" fmla="*/ 83780 h 673223"/>
                      <a:gd name="connsiteX1" fmla="*/ 544216 w 544216"/>
                      <a:gd name="connsiteY1" fmla="*/ 0 h 673223"/>
                      <a:gd name="connsiteX2" fmla="*/ 532604 w 544216"/>
                      <a:gd name="connsiteY2" fmla="*/ 628990 h 673223"/>
                      <a:gd name="connsiteX3" fmla="*/ 9556 w 544216"/>
                      <a:gd name="connsiteY3" fmla="*/ 673223 h 673223"/>
                      <a:gd name="connsiteX4" fmla="*/ 9 w 544216"/>
                      <a:gd name="connsiteY4" fmla="*/ 83780 h 673223"/>
                      <a:gd name="connsiteX0" fmla="*/ 1070 w 545277"/>
                      <a:gd name="connsiteY0" fmla="*/ 83780 h 681758"/>
                      <a:gd name="connsiteX1" fmla="*/ 545277 w 545277"/>
                      <a:gd name="connsiteY1" fmla="*/ 0 h 681758"/>
                      <a:gd name="connsiteX2" fmla="*/ 533665 w 545277"/>
                      <a:gd name="connsiteY2" fmla="*/ 628990 h 681758"/>
                      <a:gd name="connsiteX3" fmla="*/ 0 w 545277"/>
                      <a:gd name="connsiteY3" fmla="*/ 681758 h 681758"/>
                      <a:gd name="connsiteX4" fmla="*/ 1070 w 545277"/>
                      <a:gd name="connsiteY4" fmla="*/ 83780 h 681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277" h="681758">
                        <a:moveTo>
                          <a:pt x="1070" y="83780"/>
                        </a:moveTo>
                        <a:cubicBezTo>
                          <a:pt x="154157" y="44473"/>
                          <a:pt x="392190" y="39307"/>
                          <a:pt x="545277" y="0"/>
                        </a:cubicBezTo>
                        <a:cubicBezTo>
                          <a:pt x="544168" y="201227"/>
                          <a:pt x="537107" y="427763"/>
                          <a:pt x="533665" y="628990"/>
                        </a:cubicBezTo>
                        <a:lnTo>
                          <a:pt x="0" y="681758"/>
                        </a:lnTo>
                        <a:cubicBezTo>
                          <a:pt x="360" y="556680"/>
                          <a:pt x="710" y="203233"/>
                          <a:pt x="1070" y="8378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8" name="Group 7"/>
                <p:cNvGrpSpPr/>
                <p:nvPr/>
              </p:nvGrpSpPr>
              <p:grpSpPr>
                <a:xfrm>
                  <a:off x="4901069" y="1996602"/>
                  <a:ext cx="359114" cy="338364"/>
                  <a:chOff x="5319631" y="1483519"/>
                  <a:chExt cx="331074" cy="311944"/>
                </a:xfrm>
              </p:grpSpPr>
              <p:sp>
                <p:nvSpPr>
                  <p:cNvPr id="72"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3"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4"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75"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9" name="Group 8"/>
                <p:cNvGrpSpPr/>
                <p:nvPr/>
              </p:nvGrpSpPr>
              <p:grpSpPr>
                <a:xfrm>
                  <a:off x="6221161" y="1887131"/>
                  <a:ext cx="359114" cy="338364"/>
                  <a:chOff x="5319631" y="1483519"/>
                  <a:chExt cx="331074" cy="311944"/>
                </a:xfrm>
              </p:grpSpPr>
              <p:sp>
                <p:nvSpPr>
                  <p:cNvPr id="68"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9"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0"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71"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0" name="Group 9"/>
                <p:cNvGrpSpPr/>
                <p:nvPr/>
              </p:nvGrpSpPr>
              <p:grpSpPr>
                <a:xfrm>
                  <a:off x="8400903" y="1759518"/>
                  <a:ext cx="288280" cy="271622"/>
                  <a:chOff x="5319631" y="1483519"/>
                  <a:chExt cx="331074" cy="311944"/>
                </a:xfrm>
              </p:grpSpPr>
              <p:sp>
                <p:nvSpPr>
                  <p:cNvPr id="64"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5"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6"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67"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1" name="Group 10"/>
                <p:cNvGrpSpPr/>
                <p:nvPr/>
              </p:nvGrpSpPr>
              <p:grpSpPr>
                <a:xfrm>
                  <a:off x="9015144" y="1725028"/>
                  <a:ext cx="130699" cy="263325"/>
                  <a:chOff x="5319631" y="1488282"/>
                  <a:chExt cx="150100" cy="302415"/>
                </a:xfrm>
              </p:grpSpPr>
              <p:sp>
                <p:nvSpPr>
                  <p:cNvPr id="62"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3"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2" name="Group 11"/>
                <p:cNvGrpSpPr/>
                <p:nvPr/>
              </p:nvGrpSpPr>
              <p:grpSpPr>
                <a:xfrm>
                  <a:off x="7563776" y="1811033"/>
                  <a:ext cx="288280" cy="271622"/>
                  <a:chOff x="5319631" y="1483519"/>
                  <a:chExt cx="331074" cy="311944"/>
                </a:xfrm>
              </p:grpSpPr>
              <p:sp>
                <p:nvSpPr>
                  <p:cNvPr id="58"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9"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0"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61"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sp>
            <p:nvSpPr>
              <p:cNvPr id="178" name="Freeform 177"/>
              <p:cNvSpPr/>
              <p:nvPr/>
            </p:nvSpPr>
            <p:spPr>
              <a:xfrm>
                <a:off x="-2379" y="2118732"/>
                <a:ext cx="7110863" cy="4297629"/>
              </a:xfrm>
              <a:custGeom>
                <a:avLst/>
                <a:gdLst>
                  <a:gd name="connsiteX0" fmla="*/ 3941149 w 7106102"/>
                  <a:gd name="connsiteY0" fmla="*/ 0 h 4295247"/>
                  <a:gd name="connsiteX1" fmla="*/ 3948111 w 7106102"/>
                  <a:gd name="connsiteY1" fmla="*/ 89257 h 4295247"/>
                  <a:gd name="connsiteX2" fmla="*/ 5600699 w 7106102"/>
                  <a:gd name="connsiteY2" fmla="*/ 322619 h 4295247"/>
                  <a:gd name="connsiteX3" fmla="*/ 6710468 w 7106102"/>
                  <a:gd name="connsiteY3" fmla="*/ 589793 h 4295247"/>
                  <a:gd name="connsiteX4" fmla="*/ 7100382 w 7106102"/>
                  <a:gd name="connsiteY4" fmla="*/ 1037122 h 4295247"/>
                  <a:gd name="connsiteX5" fmla="*/ 5672139 w 7106102"/>
                  <a:gd name="connsiteY5" fmla="*/ 1832333 h 4295247"/>
                  <a:gd name="connsiteX6" fmla="*/ 4207311 w 7106102"/>
                  <a:gd name="connsiteY6" fmla="*/ 2217404 h 4295247"/>
                  <a:gd name="connsiteX7" fmla="*/ 1393396 w 7106102"/>
                  <a:gd name="connsiteY7" fmla="*/ 3411194 h 4295247"/>
                  <a:gd name="connsiteX8" fmla="*/ 1048194 w 7106102"/>
                  <a:gd name="connsiteY8" fmla="*/ 3622450 h 4295247"/>
                  <a:gd name="connsiteX9" fmla="*/ 970 w 7106102"/>
                  <a:gd name="connsiteY9" fmla="*/ 4295247 h 4295247"/>
                  <a:gd name="connsiteX10" fmla="*/ 0 w 7106102"/>
                  <a:gd name="connsiteY10" fmla="*/ 4180881 h 4295247"/>
                  <a:gd name="connsiteX11" fmla="*/ 701202 w 7106102"/>
                  <a:gd name="connsiteY11" fmla="*/ 3723817 h 4295247"/>
                  <a:gd name="connsiteX12" fmla="*/ 922869 w 7106102"/>
                  <a:gd name="connsiteY12" fmla="*/ 3596547 h 4295247"/>
                  <a:gd name="connsiteX13" fmla="*/ 920945 w 7106102"/>
                  <a:gd name="connsiteY13" fmla="*/ 3596151 h 4295247"/>
                  <a:gd name="connsiteX14" fmla="*/ 4177665 w 7106102"/>
                  <a:gd name="connsiteY14" fmla="*/ 2184451 h 4295247"/>
                  <a:gd name="connsiteX15" fmla="*/ 6094622 w 7106102"/>
                  <a:gd name="connsiteY15" fmla="*/ 1629426 h 4295247"/>
                  <a:gd name="connsiteX16" fmla="*/ 7003998 w 7106102"/>
                  <a:gd name="connsiteY16" fmla="*/ 889505 h 4295247"/>
                  <a:gd name="connsiteX17" fmla="*/ 5617369 w 7106102"/>
                  <a:gd name="connsiteY17" fmla="*/ 366110 h 4295247"/>
                  <a:gd name="connsiteX18" fmla="*/ 4074421 w 7106102"/>
                  <a:gd name="connsiteY18" fmla="*/ 149914 h 4295247"/>
                  <a:gd name="connsiteX19" fmla="*/ 3941149 w 7106102"/>
                  <a:gd name="connsiteY19" fmla="*/ 0 h 4295247"/>
                  <a:gd name="connsiteX0" fmla="*/ 3941149 w 7106102"/>
                  <a:gd name="connsiteY0" fmla="*/ 0 h 4295247"/>
                  <a:gd name="connsiteX1" fmla="*/ 3948111 w 7106102"/>
                  <a:gd name="connsiteY1" fmla="*/ 89257 h 4295247"/>
                  <a:gd name="connsiteX2" fmla="*/ 5600699 w 7106102"/>
                  <a:gd name="connsiteY2" fmla="*/ 322619 h 4295247"/>
                  <a:gd name="connsiteX3" fmla="*/ 6710468 w 7106102"/>
                  <a:gd name="connsiteY3" fmla="*/ 589793 h 4295247"/>
                  <a:gd name="connsiteX4" fmla="*/ 7100382 w 7106102"/>
                  <a:gd name="connsiteY4" fmla="*/ 1037122 h 4295247"/>
                  <a:gd name="connsiteX5" fmla="*/ 5672139 w 7106102"/>
                  <a:gd name="connsiteY5" fmla="*/ 1832333 h 4295247"/>
                  <a:gd name="connsiteX6" fmla="*/ 4207311 w 7106102"/>
                  <a:gd name="connsiteY6" fmla="*/ 2217404 h 4295247"/>
                  <a:gd name="connsiteX7" fmla="*/ 1393396 w 7106102"/>
                  <a:gd name="connsiteY7" fmla="*/ 3411194 h 4295247"/>
                  <a:gd name="connsiteX8" fmla="*/ 1048194 w 7106102"/>
                  <a:gd name="connsiteY8" fmla="*/ 3622450 h 4295247"/>
                  <a:gd name="connsiteX9" fmla="*/ 970 w 7106102"/>
                  <a:gd name="connsiteY9" fmla="*/ 4295247 h 4295247"/>
                  <a:gd name="connsiteX10" fmla="*/ 0 w 7106102"/>
                  <a:gd name="connsiteY10" fmla="*/ 4180881 h 4295247"/>
                  <a:gd name="connsiteX11" fmla="*/ 922869 w 7106102"/>
                  <a:gd name="connsiteY11" fmla="*/ 3596547 h 4295247"/>
                  <a:gd name="connsiteX12" fmla="*/ 920945 w 7106102"/>
                  <a:gd name="connsiteY12" fmla="*/ 3596151 h 4295247"/>
                  <a:gd name="connsiteX13" fmla="*/ 4177665 w 7106102"/>
                  <a:gd name="connsiteY13" fmla="*/ 2184451 h 4295247"/>
                  <a:gd name="connsiteX14" fmla="*/ 6094622 w 7106102"/>
                  <a:gd name="connsiteY14" fmla="*/ 1629426 h 4295247"/>
                  <a:gd name="connsiteX15" fmla="*/ 7003998 w 7106102"/>
                  <a:gd name="connsiteY15" fmla="*/ 889505 h 4295247"/>
                  <a:gd name="connsiteX16" fmla="*/ 5617369 w 7106102"/>
                  <a:gd name="connsiteY16" fmla="*/ 366110 h 4295247"/>
                  <a:gd name="connsiteX17" fmla="*/ 4074421 w 7106102"/>
                  <a:gd name="connsiteY17" fmla="*/ 149914 h 4295247"/>
                  <a:gd name="connsiteX18" fmla="*/ 3941149 w 7106102"/>
                  <a:gd name="connsiteY18" fmla="*/ 0 h 4295247"/>
                  <a:gd name="connsiteX0" fmla="*/ 3942560 w 7107513"/>
                  <a:gd name="connsiteY0" fmla="*/ 0 h 4295247"/>
                  <a:gd name="connsiteX1" fmla="*/ 3949522 w 7107513"/>
                  <a:gd name="connsiteY1" fmla="*/ 89257 h 4295247"/>
                  <a:gd name="connsiteX2" fmla="*/ 5602110 w 7107513"/>
                  <a:gd name="connsiteY2" fmla="*/ 322619 h 4295247"/>
                  <a:gd name="connsiteX3" fmla="*/ 6711879 w 7107513"/>
                  <a:gd name="connsiteY3" fmla="*/ 589793 h 4295247"/>
                  <a:gd name="connsiteX4" fmla="*/ 7101793 w 7107513"/>
                  <a:gd name="connsiteY4" fmla="*/ 1037122 h 4295247"/>
                  <a:gd name="connsiteX5" fmla="*/ 5673550 w 7107513"/>
                  <a:gd name="connsiteY5" fmla="*/ 1832333 h 4295247"/>
                  <a:gd name="connsiteX6" fmla="*/ 4208722 w 7107513"/>
                  <a:gd name="connsiteY6" fmla="*/ 2217404 h 4295247"/>
                  <a:gd name="connsiteX7" fmla="*/ 1394807 w 7107513"/>
                  <a:gd name="connsiteY7" fmla="*/ 3411194 h 4295247"/>
                  <a:gd name="connsiteX8" fmla="*/ 1049605 w 7107513"/>
                  <a:gd name="connsiteY8" fmla="*/ 3622450 h 4295247"/>
                  <a:gd name="connsiteX9" fmla="*/ 0 w 7107513"/>
                  <a:gd name="connsiteY9" fmla="*/ 4295247 h 4295247"/>
                  <a:gd name="connsiteX10" fmla="*/ 1411 w 7107513"/>
                  <a:gd name="connsiteY10" fmla="*/ 4180881 h 4295247"/>
                  <a:gd name="connsiteX11" fmla="*/ 924280 w 7107513"/>
                  <a:gd name="connsiteY11" fmla="*/ 3596547 h 4295247"/>
                  <a:gd name="connsiteX12" fmla="*/ 922356 w 7107513"/>
                  <a:gd name="connsiteY12" fmla="*/ 3596151 h 4295247"/>
                  <a:gd name="connsiteX13" fmla="*/ 4179076 w 7107513"/>
                  <a:gd name="connsiteY13" fmla="*/ 2184451 h 4295247"/>
                  <a:gd name="connsiteX14" fmla="*/ 6096033 w 7107513"/>
                  <a:gd name="connsiteY14" fmla="*/ 1629426 h 4295247"/>
                  <a:gd name="connsiteX15" fmla="*/ 7005409 w 7107513"/>
                  <a:gd name="connsiteY15" fmla="*/ 889505 h 4295247"/>
                  <a:gd name="connsiteX16" fmla="*/ 5618780 w 7107513"/>
                  <a:gd name="connsiteY16" fmla="*/ 366110 h 4295247"/>
                  <a:gd name="connsiteX17" fmla="*/ 4075832 w 7107513"/>
                  <a:gd name="connsiteY17" fmla="*/ 149914 h 4295247"/>
                  <a:gd name="connsiteX18" fmla="*/ 3942560 w 7107513"/>
                  <a:gd name="connsiteY18" fmla="*/ 0 h 4295247"/>
                  <a:gd name="connsiteX0" fmla="*/ 3948292 w 7113245"/>
                  <a:gd name="connsiteY0" fmla="*/ 0 h 4295247"/>
                  <a:gd name="connsiteX1" fmla="*/ 3955254 w 7113245"/>
                  <a:gd name="connsiteY1" fmla="*/ 89257 h 4295247"/>
                  <a:gd name="connsiteX2" fmla="*/ 5607842 w 7113245"/>
                  <a:gd name="connsiteY2" fmla="*/ 322619 h 4295247"/>
                  <a:gd name="connsiteX3" fmla="*/ 6717611 w 7113245"/>
                  <a:gd name="connsiteY3" fmla="*/ 589793 h 4295247"/>
                  <a:gd name="connsiteX4" fmla="*/ 7107525 w 7113245"/>
                  <a:gd name="connsiteY4" fmla="*/ 1037122 h 4295247"/>
                  <a:gd name="connsiteX5" fmla="*/ 5679282 w 7113245"/>
                  <a:gd name="connsiteY5" fmla="*/ 1832333 h 4295247"/>
                  <a:gd name="connsiteX6" fmla="*/ 4214454 w 7113245"/>
                  <a:gd name="connsiteY6" fmla="*/ 2217404 h 4295247"/>
                  <a:gd name="connsiteX7" fmla="*/ 1400539 w 7113245"/>
                  <a:gd name="connsiteY7" fmla="*/ 3411194 h 4295247"/>
                  <a:gd name="connsiteX8" fmla="*/ 1055337 w 7113245"/>
                  <a:gd name="connsiteY8" fmla="*/ 3622450 h 4295247"/>
                  <a:gd name="connsiteX9" fmla="*/ 5732 w 7113245"/>
                  <a:gd name="connsiteY9" fmla="*/ 4295247 h 4295247"/>
                  <a:gd name="connsiteX10" fmla="*/ 0 w 7113245"/>
                  <a:gd name="connsiteY10" fmla="*/ 4178500 h 4295247"/>
                  <a:gd name="connsiteX11" fmla="*/ 930012 w 7113245"/>
                  <a:gd name="connsiteY11" fmla="*/ 3596547 h 4295247"/>
                  <a:gd name="connsiteX12" fmla="*/ 928088 w 7113245"/>
                  <a:gd name="connsiteY12" fmla="*/ 3596151 h 4295247"/>
                  <a:gd name="connsiteX13" fmla="*/ 4184808 w 7113245"/>
                  <a:gd name="connsiteY13" fmla="*/ 2184451 h 4295247"/>
                  <a:gd name="connsiteX14" fmla="*/ 6101765 w 7113245"/>
                  <a:gd name="connsiteY14" fmla="*/ 1629426 h 4295247"/>
                  <a:gd name="connsiteX15" fmla="*/ 7011141 w 7113245"/>
                  <a:gd name="connsiteY15" fmla="*/ 889505 h 4295247"/>
                  <a:gd name="connsiteX16" fmla="*/ 5624512 w 7113245"/>
                  <a:gd name="connsiteY16" fmla="*/ 366110 h 4295247"/>
                  <a:gd name="connsiteX17" fmla="*/ 4081564 w 7113245"/>
                  <a:gd name="connsiteY17" fmla="*/ 149914 h 4295247"/>
                  <a:gd name="connsiteX18" fmla="*/ 3948292 w 7113245"/>
                  <a:gd name="connsiteY18" fmla="*/ 0 h 4295247"/>
                  <a:gd name="connsiteX0" fmla="*/ 3948292 w 7113245"/>
                  <a:gd name="connsiteY0" fmla="*/ 0 h 4295247"/>
                  <a:gd name="connsiteX1" fmla="*/ 3955254 w 7113245"/>
                  <a:gd name="connsiteY1" fmla="*/ 89257 h 4295247"/>
                  <a:gd name="connsiteX2" fmla="*/ 5607842 w 7113245"/>
                  <a:gd name="connsiteY2" fmla="*/ 322619 h 4295247"/>
                  <a:gd name="connsiteX3" fmla="*/ 6717611 w 7113245"/>
                  <a:gd name="connsiteY3" fmla="*/ 589793 h 4295247"/>
                  <a:gd name="connsiteX4" fmla="*/ 7107525 w 7113245"/>
                  <a:gd name="connsiteY4" fmla="*/ 1037122 h 4295247"/>
                  <a:gd name="connsiteX5" fmla="*/ 5679282 w 7113245"/>
                  <a:gd name="connsiteY5" fmla="*/ 1832333 h 4295247"/>
                  <a:gd name="connsiteX6" fmla="*/ 4214454 w 7113245"/>
                  <a:gd name="connsiteY6" fmla="*/ 2217404 h 4295247"/>
                  <a:gd name="connsiteX7" fmla="*/ 1400539 w 7113245"/>
                  <a:gd name="connsiteY7" fmla="*/ 3411194 h 4295247"/>
                  <a:gd name="connsiteX8" fmla="*/ 1055337 w 7113245"/>
                  <a:gd name="connsiteY8" fmla="*/ 3622450 h 4295247"/>
                  <a:gd name="connsiteX9" fmla="*/ 5732 w 7113245"/>
                  <a:gd name="connsiteY9" fmla="*/ 4295247 h 4295247"/>
                  <a:gd name="connsiteX10" fmla="*/ 0 w 7113245"/>
                  <a:gd name="connsiteY10" fmla="*/ 4178500 h 4295247"/>
                  <a:gd name="connsiteX11" fmla="*/ 930012 w 7113245"/>
                  <a:gd name="connsiteY11" fmla="*/ 3596547 h 4295247"/>
                  <a:gd name="connsiteX12" fmla="*/ 928088 w 7113245"/>
                  <a:gd name="connsiteY12" fmla="*/ 3596151 h 4295247"/>
                  <a:gd name="connsiteX13" fmla="*/ 4184808 w 7113245"/>
                  <a:gd name="connsiteY13" fmla="*/ 2184451 h 4295247"/>
                  <a:gd name="connsiteX14" fmla="*/ 6101765 w 7113245"/>
                  <a:gd name="connsiteY14" fmla="*/ 1629426 h 4295247"/>
                  <a:gd name="connsiteX15" fmla="*/ 7011141 w 7113245"/>
                  <a:gd name="connsiteY15" fmla="*/ 889505 h 4295247"/>
                  <a:gd name="connsiteX16" fmla="*/ 5624512 w 7113245"/>
                  <a:gd name="connsiteY16" fmla="*/ 366110 h 4295247"/>
                  <a:gd name="connsiteX17" fmla="*/ 4081564 w 7113245"/>
                  <a:gd name="connsiteY17" fmla="*/ 149914 h 4295247"/>
                  <a:gd name="connsiteX18" fmla="*/ 3948292 w 7113245"/>
                  <a:gd name="connsiteY18" fmla="*/ 0 h 4295247"/>
                  <a:gd name="connsiteX0" fmla="*/ 3948292 w 7113245"/>
                  <a:gd name="connsiteY0" fmla="*/ 0 h 4297629"/>
                  <a:gd name="connsiteX1" fmla="*/ 3955254 w 7113245"/>
                  <a:gd name="connsiteY1" fmla="*/ 89257 h 4297629"/>
                  <a:gd name="connsiteX2" fmla="*/ 5607842 w 7113245"/>
                  <a:gd name="connsiteY2" fmla="*/ 322619 h 4297629"/>
                  <a:gd name="connsiteX3" fmla="*/ 6717611 w 7113245"/>
                  <a:gd name="connsiteY3" fmla="*/ 589793 h 4297629"/>
                  <a:gd name="connsiteX4" fmla="*/ 7107525 w 7113245"/>
                  <a:gd name="connsiteY4" fmla="*/ 1037122 h 4297629"/>
                  <a:gd name="connsiteX5" fmla="*/ 5679282 w 7113245"/>
                  <a:gd name="connsiteY5" fmla="*/ 1832333 h 4297629"/>
                  <a:gd name="connsiteX6" fmla="*/ 4214454 w 7113245"/>
                  <a:gd name="connsiteY6" fmla="*/ 2217404 h 4297629"/>
                  <a:gd name="connsiteX7" fmla="*/ 1400539 w 7113245"/>
                  <a:gd name="connsiteY7" fmla="*/ 3411194 h 4297629"/>
                  <a:gd name="connsiteX8" fmla="*/ 1055337 w 7113245"/>
                  <a:gd name="connsiteY8" fmla="*/ 3622450 h 4297629"/>
                  <a:gd name="connsiteX9" fmla="*/ 3350 w 7113245"/>
                  <a:gd name="connsiteY9" fmla="*/ 4297629 h 4297629"/>
                  <a:gd name="connsiteX10" fmla="*/ 0 w 7113245"/>
                  <a:gd name="connsiteY10" fmla="*/ 4178500 h 4297629"/>
                  <a:gd name="connsiteX11" fmla="*/ 930012 w 7113245"/>
                  <a:gd name="connsiteY11" fmla="*/ 3596547 h 4297629"/>
                  <a:gd name="connsiteX12" fmla="*/ 928088 w 7113245"/>
                  <a:gd name="connsiteY12" fmla="*/ 3596151 h 4297629"/>
                  <a:gd name="connsiteX13" fmla="*/ 4184808 w 7113245"/>
                  <a:gd name="connsiteY13" fmla="*/ 2184451 h 4297629"/>
                  <a:gd name="connsiteX14" fmla="*/ 6101765 w 7113245"/>
                  <a:gd name="connsiteY14" fmla="*/ 1629426 h 4297629"/>
                  <a:gd name="connsiteX15" fmla="*/ 7011141 w 7113245"/>
                  <a:gd name="connsiteY15" fmla="*/ 889505 h 4297629"/>
                  <a:gd name="connsiteX16" fmla="*/ 5624512 w 7113245"/>
                  <a:gd name="connsiteY16" fmla="*/ 366110 h 4297629"/>
                  <a:gd name="connsiteX17" fmla="*/ 4081564 w 7113245"/>
                  <a:gd name="connsiteY17" fmla="*/ 149914 h 4297629"/>
                  <a:gd name="connsiteX18" fmla="*/ 3948292 w 7113245"/>
                  <a:gd name="connsiteY18" fmla="*/ 0 h 4297629"/>
                  <a:gd name="connsiteX0" fmla="*/ 3948292 w 7113245"/>
                  <a:gd name="connsiteY0" fmla="*/ 0 h 4297629"/>
                  <a:gd name="connsiteX1" fmla="*/ 3955254 w 7113245"/>
                  <a:gd name="connsiteY1" fmla="*/ 89257 h 4297629"/>
                  <a:gd name="connsiteX2" fmla="*/ 5607842 w 7113245"/>
                  <a:gd name="connsiteY2" fmla="*/ 322619 h 4297629"/>
                  <a:gd name="connsiteX3" fmla="*/ 6717611 w 7113245"/>
                  <a:gd name="connsiteY3" fmla="*/ 589793 h 4297629"/>
                  <a:gd name="connsiteX4" fmla="*/ 7107525 w 7113245"/>
                  <a:gd name="connsiteY4" fmla="*/ 1037122 h 4297629"/>
                  <a:gd name="connsiteX5" fmla="*/ 5679282 w 7113245"/>
                  <a:gd name="connsiteY5" fmla="*/ 1832333 h 4297629"/>
                  <a:gd name="connsiteX6" fmla="*/ 4214454 w 7113245"/>
                  <a:gd name="connsiteY6" fmla="*/ 2217404 h 4297629"/>
                  <a:gd name="connsiteX7" fmla="*/ 1400539 w 7113245"/>
                  <a:gd name="connsiteY7" fmla="*/ 3411194 h 4297629"/>
                  <a:gd name="connsiteX8" fmla="*/ 1055337 w 7113245"/>
                  <a:gd name="connsiteY8" fmla="*/ 3622450 h 4297629"/>
                  <a:gd name="connsiteX9" fmla="*/ 3350 w 7113245"/>
                  <a:gd name="connsiteY9" fmla="*/ 4297629 h 4297629"/>
                  <a:gd name="connsiteX10" fmla="*/ 0 w 7113245"/>
                  <a:gd name="connsiteY10" fmla="*/ 4178500 h 4297629"/>
                  <a:gd name="connsiteX11" fmla="*/ 930012 w 7113245"/>
                  <a:gd name="connsiteY11" fmla="*/ 3596547 h 4297629"/>
                  <a:gd name="connsiteX12" fmla="*/ 928088 w 7113245"/>
                  <a:gd name="connsiteY12" fmla="*/ 3596151 h 4297629"/>
                  <a:gd name="connsiteX13" fmla="*/ 4184808 w 7113245"/>
                  <a:gd name="connsiteY13" fmla="*/ 2184451 h 4297629"/>
                  <a:gd name="connsiteX14" fmla="*/ 6101765 w 7113245"/>
                  <a:gd name="connsiteY14" fmla="*/ 1629426 h 4297629"/>
                  <a:gd name="connsiteX15" fmla="*/ 7011141 w 7113245"/>
                  <a:gd name="connsiteY15" fmla="*/ 889505 h 4297629"/>
                  <a:gd name="connsiteX16" fmla="*/ 5624512 w 7113245"/>
                  <a:gd name="connsiteY16" fmla="*/ 366110 h 4297629"/>
                  <a:gd name="connsiteX17" fmla="*/ 4081564 w 7113245"/>
                  <a:gd name="connsiteY17" fmla="*/ 149914 h 4297629"/>
                  <a:gd name="connsiteX18" fmla="*/ 3948292 w 7113245"/>
                  <a:gd name="connsiteY18" fmla="*/ 0 h 4297629"/>
                  <a:gd name="connsiteX0" fmla="*/ 3945910 w 7110863"/>
                  <a:gd name="connsiteY0" fmla="*/ 0 h 4297629"/>
                  <a:gd name="connsiteX1" fmla="*/ 3952872 w 7110863"/>
                  <a:gd name="connsiteY1" fmla="*/ 89257 h 4297629"/>
                  <a:gd name="connsiteX2" fmla="*/ 5605460 w 7110863"/>
                  <a:gd name="connsiteY2" fmla="*/ 322619 h 4297629"/>
                  <a:gd name="connsiteX3" fmla="*/ 6715229 w 7110863"/>
                  <a:gd name="connsiteY3" fmla="*/ 589793 h 4297629"/>
                  <a:gd name="connsiteX4" fmla="*/ 7105143 w 7110863"/>
                  <a:gd name="connsiteY4" fmla="*/ 1037122 h 4297629"/>
                  <a:gd name="connsiteX5" fmla="*/ 5676900 w 7110863"/>
                  <a:gd name="connsiteY5" fmla="*/ 1832333 h 4297629"/>
                  <a:gd name="connsiteX6" fmla="*/ 4212072 w 7110863"/>
                  <a:gd name="connsiteY6" fmla="*/ 2217404 h 4297629"/>
                  <a:gd name="connsiteX7" fmla="*/ 1398157 w 7110863"/>
                  <a:gd name="connsiteY7" fmla="*/ 3411194 h 4297629"/>
                  <a:gd name="connsiteX8" fmla="*/ 1052955 w 7110863"/>
                  <a:gd name="connsiteY8" fmla="*/ 3622450 h 4297629"/>
                  <a:gd name="connsiteX9" fmla="*/ 968 w 7110863"/>
                  <a:gd name="connsiteY9" fmla="*/ 4297629 h 4297629"/>
                  <a:gd name="connsiteX10" fmla="*/ 0 w 7110863"/>
                  <a:gd name="connsiteY10" fmla="*/ 4176119 h 4297629"/>
                  <a:gd name="connsiteX11" fmla="*/ 927630 w 7110863"/>
                  <a:gd name="connsiteY11" fmla="*/ 3596547 h 4297629"/>
                  <a:gd name="connsiteX12" fmla="*/ 925706 w 7110863"/>
                  <a:gd name="connsiteY12" fmla="*/ 3596151 h 4297629"/>
                  <a:gd name="connsiteX13" fmla="*/ 4182426 w 7110863"/>
                  <a:gd name="connsiteY13" fmla="*/ 2184451 h 4297629"/>
                  <a:gd name="connsiteX14" fmla="*/ 6099383 w 7110863"/>
                  <a:gd name="connsiteY14" fmla="*/ 1629426 h 4297629"/>
                  <a:gd name="connsiteX15" fmla="*/ 7008759 w 7110863"/>
                  <a:gd name="connsiteY15" fmla="*/ 889505 h 4297629"/>
                  <a:gd name="connsiteX16" fmla="*/ 5622130 w 7110863"/>
                  <a:gd name="connsiteY16" fmla="*/ 366110 h 4297629"/>
                  <a:gd name="connsiteX17" fmla="*/ 4079182 w 7110863"/>
                  <a:gd name="connsiteY17" fmla="*/ 149914 h 4297629"/>
                  <a:gd name="connsiteX18" fmla="*/ 3945910 w 7110863"/>
                  <a:gd name="connsiteY18" fmla="*/ 0 h 429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110863" h="4297629">
                    <a:moveTo>
                      <a:pt x="3945910" y="0"/>
                    </a:moveTo>
                    <a:cubicBezTo>
                      <a:pt x="3876000" y="54358"/>
                      <a:pt x="3932294" y="82524"/>
                      <a:pt x="3952872" y="89257"/>
                    </a:cubicBezTo>
                    <a:cubicBezTo>
                      <a:pt x="4306091" y="217051"/>
                      <a:pt x="5049835" y="237688"/>
                      <a:pt x="5605460" y="322619"/>
                    </a:cubicBezTo>
                    <a:cubicBezTo>
                      <a:pt x="6091218" y="382322"/>
                      <a:pt x="6600219" y="541750"/>
                      <a:pt x="6715229" y="589793"/>
                    </a:cubicBezTo>
                    <a:cubicBezTo>
                      <a:pt x="6802072" y="624829"/>
                      <a:pt x="7160182" y="765106"/>
                      <a:pt x="7105143" y="1037122"/>
                    </a:cubicBezTo>
                    <a:cubicBezTo>
                      <a:pt x="7012656" y="1361290"/>
                      <a:pt x="6232896" y="1678481"/>
                      <a:pt x="5676900" y="1832333"/>
                    </a:cubicBezTo>
                    <a:cubicBezTo>
                      <a:pt x="5161385" y="1986183"/>
                      <a:pt x="4607372" y="2114415"/>
                      <a:pt x="4212072" y="2217404"/>
                    </a:cubicBezTo>
                    <a:cubicBezTo>
                      <a:pt x="3225264" y="2497885"/>
                      <a:pt x="2233753" y="2922682"/>
                      <a:pt x="1398157" y="3411194"/>
                    </a:cubicBezTo>
                    <a:lnTo>
                      <a:pt x="1052955" y="3622450"/>
                    </a:lnTo>
                    <a:lnTo>
                      <a:pt x="968" y="4297629"/>
                    </a:lnTo>
                    <a:cubicBezTo>
                      <a:pt x="1762" y="4246483"/>
                      <a:pt x="1588" y="4215359"/>
                      <a:pt x="0" y="4176119"/>
                    </a:cubicBezTo>
                    <a:cubicBezTo>
                      <a:pt x="153650" y="4059669"/>
                      <a:pt x="774139" y="3694002"/>
                      <a:pt x="927630" y="3596547"/>
                    </a:cubicBezTo>
                    <a:lnTo>
                      <a:pt x="925706" y="3596151"/>
                    </a:lnTo>
                    <a:cubicBezTo>
                      <a:pt x="1722677" y="3104031"/>
                      <a:pt x="3011445" y="2518579"/>
                      <a:pt x="4182426" y="2184451"/>
                    </a:cubicBezTo>
                    <a:cubicBezTo>
                      <a:pt x="4998605" y="1960076"/>
                      <a:pt x="5721842" y="1799363"/>
                      <a:pt x="6099383" y="1629426"/>
                    </a:cubicBezTo>
                    <a:cubicBezTo>
                      <a:pt x="6424892" y="1501496"/>
                      <a:pt x="7141145" y="1223611"/>
                      <a:pt x="7008759" y="889505"/>
                    </a:cubicBezTo>
                    <a:cubicBezTo>
                      <a:pt x="6936268" y="625846"/>
                      <a:pt x="5899630" y="404106"/>
                      <a:pt x="5622130" y="366110"/>
                    </a:cubicBezTo>
                    <a:cubicBezTo>
                      <a:pt x="5243259" y="300149"/>
                      <a:pt x="4367709" y="223838"/>
                      <a:pt x="4079182" y="149914"/>
                    </a:cubicBezTo>
                    <a:cubicBezTo>
                      <a:pt x="3854821" y="110294"/>
                      <a:pt x="3830754" y="24699"/>
                      <a:pt x="3945910" y="0"/>
                    </a:cubicBezTo>
                    <a:close/>
                  </a:path>
                </a:pathLst>
              </a:custGeom>
              <a:solidFill>
                <a:srgbClr val="FFFFFF">
                  <a:lumMod val="85000"/>
                </a:srgbClr>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8" name="Rectangle 2"/>
              <p:cNvSpPr/>
              <p:nvPr/>
            </p:nvSpPr>
            <p:spPr>
              <a:xfrm>
                <a:off x="-2357" y="1693164"/>
                <a:ext cx="9145237" cy="4636769"/>
              </a:xfrm>
              <a:custGeom>
                <a:avLst/>
                <a:gdLst>
                  <a:gd name="connsiteX0" fmla="*/ 0 w 833718"/>
                  <a:gd name="connsiteY0" fmla="*/ 0 h 672353"/>
                  <a:gd name="connsiteX1" fmla="*/ 833718 w 833718"/>
                  <a:gd name="connsiteY1" fmla="*/ 0 h 672353"/>
                  <a:gd name="connsiteX2" fmla="*/ 833718 w 833718"/>
                  <a:gd name="connsiteY2" fmla="*/ 672353 h 672353"/>
                  <a:gd name="connsiteX3" fmla="*/ 0 w 833718"/>
                  <a:gd name="connsiteY3" fmla="*/ 672353 h 672353"/>
                  <a:gd name="connsiteX4" fmla="*/ 0 w 833718"/>
                  <a:gd name="connsiteY4" fmla="*/ 0 h 672353"/>
                  <a:gd name="connsiteX0" fmla="*/ 0 w 847165"/>
                  <a:gd name="connsiteY0" fmla="*/ 0 h 672353"/>
                  <a:gd name="connsiteX1" fmla="*/ 847165 w 847165"/>
                  <a:gd name="connsiteY1" fmla="*/ 134471 h 672353"/>
                  <a:gd name="connsiteX2" fmla="*/ 833718 w 847165"/>
                  <a:gd name="connsiteY2" fmla="*/ 672353 h 672353"/>
                  <a:gd name="connsiteX3" fmla="*/ 0 w 847165"/>
                  <a:gd name="connsiteY3" fmla="*/ 672353 h 672353"/>
                  <a:gd name="connsiteX4" fmla="*/ 0 w 847165"/>
                  <a:gd name="connsiteY4" fmla="*/ 0 h 672353"/>
                  <a:gd name="connsiteX0" fmla="*/ 0 w 847165"/>
                  <a:gd name="connsiteY0" fmla="*/ 0 h 672353"/>
                  <a:gd name="connsiteX1" fmla="*/ 847165 w 847165"/>
                  <a:gd name="connsiteY1" fmla="*/ 134471 h 672353"/>
                  <a:gd name="connsiteX2" fmla="*/ 0 w 847165"/>
                  <a:gd name="connsiteY2" fmla="*/ 672353 h 672353"/>
                  <a:gd name="connsiteX3" fmla="*/ 0 w 847165"/>
                  <a:gd name="connsiteY3" fmla="*/ 0 h 672353"/>
                  <a:gd name="connsiteX0" fmla="*/ 40341 w 887506"/>
                  <a:gd name="connsiteY0" fmla="*/ 0 h 1237130"/>
                  <a:gd name="connsiteX1" fmla="*/ 887506 w 887506"/>
                  <a:gd name="connsiteY1" fmla="*/ 134471 h 1237130"/>
                  <a:gd name="connsiteX2" fmla="*/ 0 w 887506"/>
                  <a:gd name="connsiteY2" fmla="*/ 1237130 h 1237130"/>
                  <a:gd name="connsiteX3" fmla="*/ 40341 w 887506"/>
                  <a:gd name="connsiteY3" fmla="*/ 0 h 1237130"/>
                  <a:gd name="connsiteX0" fmla="*/ 40341 w 911910"/>
                  <a:gd name="connsiteY0" fmla="*/ 0 h 1411940"/>
                  <a:gd name="connsiteX1" fmla="*/ 887506 w 911910"/>
                  <a:gd name="connsiteY1" fmla="*/ 134471 h 1411940"/>
                  <a:gd name="connsiteX2" fmla="*/ 874059 w 911910"/>
                  <a:gd name="connsiteY2" fmla="*/ 1411940 h 1411940"/>
                  <a:gd name="connsiteX3" fmla="*/ 0 w 911910"/>
                  <a:gd name="connsiteY3" fmla="*/ 1237130 h 1411940"/>
                  <a:gd name="connsiteX4" fmla="*/ 40341 w 911910"/>
                  <a:gd name="connsiteY4" fmla="*/ 0 h 1411940"/>
                  <a:gd name="connsiteX0" fmla="*/ 40341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40341 w 3953436"/>
                  <a:gd name="connsiteY4" fmla="*/ 847164 h 2259104"/>
                  <a:gd name="connsiteX0" fmla="*/ 40341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40341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53690"/>
                  <a:gd name="connsiteX1" fmla="*/ 3953436 w 5023713"/>
                  <a:gd name="connsiteY1" fmla="*/ 8033 h 2253690"/>
                  <a:gd name="connsiteX2" fmla="*/ 4867836 w 5023713"/>
                  <a:gd name="connsiteY2" fmla="*/ 613148 h 2253690"/>
                  <a:gd name="connsiteX3" fmla="*/ 860612 w 5023713"/>
                  <a:gd name="connsiteY3" fmla="*/ 2253690 h 2253690"/>
                  <a:gd name="connsiteX4" fmla="*/ 0 w 5023713"/>
                  <a:gd name="connsiteY4" fmla="*/ 2092327 h 2253690"/>
                  <a:gd name="connsiteX5" fmla="*/ 13447 w 5023713"/>
                  <a:gd name="connsiteY5" fmla="*/ 855197 h 2253690"/>
                  <a:gd name="connsiteX0" fmla="*/ 13447 w 5023713"/>
                  <a:gd name="connsiteY0" fmla="*/ 855197 h 2253690"/>
                  <a:gd name="connsiteX1" fmla="*/ 3953436 w 5023713"/>
                  <a:gd name="connsiteY1" fmla="*/ 8033 h 2253690"/>
                  <a:gd name="connsiteX2" fmla="*/ 4867836 w 5023713"/>
                  <a:gd name="connsiteY2" fmla="*/ 613148 h 2253690"/>
                  <a:gd name="connsiteX3" fmla="*/ 860612 w 5023713"/>
                  <a:gd name="connsiteY3" fmla="*/ 2253690 h 2253690"/>
                  <a:gd name="connsiteX4" fmla="*/ 0 w 5023713"/>
                  <a:gd name="connsiteY4" fmla="*/ 2092327 h 2253690"/>
                  <a:gd name="connsiteX5" fmla="*/ 13447 w 5023713"/>
                  <a:gd name="connsiteY5" fmla="*/ 855197 h 2253690"/>
                  <a:gd name="connsiteX0" fmla="*/ 13447 w 5023713"/>
                  <a:gd name="connsiteY0" fmla="*/ 855197 h 2267137"/>
                  <a:gd name="connsiteX1" fmla="*/ 3953436 w 5023713"/>
                  <a:gd name="connsiteY1" fmla="*/ 8033 h 2267137"/>
                  <a:gd name="connsiteX2" fmla="*/ 4867836 w 5023713"/>
                  <a:gd name="connsiteY2" fmla="*/ 613148 h 2267137"/>
                  <a:gd name="connsiteX3" fmla="*/ 860612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129631 h 2261411"/>
                  <a:gd name="connsiteX5" fmla="*/ 13447 w 5028465"/>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57923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285052"/>
                  <a:gd name="connsiteY0" fmla="*/ 1596931 h 3003493"/>
                  <a:gd name="connsiteX1" fmla="*/ 3942679 w 5285052"/>
                  <a:gd name="connsiteY1" fmla="*/ 749767 h 3003493"/>
                  <a:gd name="connsiteX2" fmla="*/ 5112572 w 5285052"/>
                  <a:gd name="connsiteY2" fmla="*/ 10178 h 3003493"/>
                  <a:gd name="connsiteX3" fmla="*/ 4862458 w 5285052"/>
                  <a:gd name="connsiteY3" fmla="*/ 1371019 h 3003493"/>
                  <a:gd name="connsiteX4" fmla="*/ 847166 w 5285052"/>
                  <a:gd name="connsiteY4" fmla="*/ 3003493 h 3003493"/>
                  <a:gd name="connsiteX5" fmla="*/ 0 w 5285052"/>
                  <a:gd name="connsiteY5" fmla="*/ 2860955 h 3003493"/>
                  <a:gd name="connsiteX6" fmla="*/ 2690 w 5285052"/>
                  <a:gd name="connsiteY6" fmla="*/ 1596931 h 30034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8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8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9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35322"/>
                  <a:gd name="connsiteY0" fmla="*/ 1597831 h 3004393"/>
                  <a:gd name="connsiteX1" fmla="*/ 3942679 w 7035322"/>
                  <a:gd name="connsiteY1" fmla="*/ 750667 h 3004393"/>
                  <a:gd name="connsiteX2" fmla="*/ 5112572 w 7035322"/>
                  <a:gd name="connsiteY2" fmla="*/ 11078 h 3004393"/>
                  <a:gd name="connsiteX3" fmla="*/ 7027433 w 7035322"/>
                  <a:gd name="connsiteY3" fmla="*/ 290776 h 3004393"/>
                  <a:gd name="connsiteX4" fmla="*/ 4862459 w 7035322"/>
                  <a:gd name="connsiteY4" fmla="*/ 1371919 h 3004393"/>
                  <a:gd name="connsiteX5" fmla="*/ 847166 w 7035322"/>
                  <a:gd name="connsiteY5" fmla="*/ 3004393 h 3004393"/>
                  <a:gd name="connsiteX6" fmla="*/ 0 w 7035322"/>
                  <a:gd name="connsiteY6" fmla="*/ 2861855 h 3004393"/>
                  <a:gd name="connsiteX7" fmla="*/ 2690 w 7035322"/>
                  <a:gd name="connsiteY7" fmla="*/ 1597831 h 3004393"/>
                  <a:gd name="connsiteX0" fmla="*/ 2690 w 7034825"/>
                  <a:gd name="connsiteY0" fmla="*/ 1597831 h 3004393"/>
                  <a:gd name="connsiteX1" fmla="*/ 3942679 w 7034825"/>
                  <a:gd name="connsiteY1" fmla="*/ 750667 h 3004393"/>
                  <a:gd name="connsiteX2" fmla="*/ 5112572 w 7034825"/>
                  <a:gd name="connsiteY2" fmla="*/ 11078 h 3004393"/>
                  <a:gd name="connsiteX3" fmla="*/ 7027433 w 7034825"/>
                  <a:gd name="connsiteY3" fmla="*/ 290776 h 3004393"/>
                  <a:gd name="connsiteX4" fmla="*/ 4862459 w 7034825"/>
                  <a:gd name="connsiteY4" fmla="*/ 1371919 h 3004393"/>
                  <a:gd name="connsiteX5" fmla="*/ 847166 w 7034825"/>
                  <a:gd name="connsiteY5" fmla="*/ 3004393 h 3004393"/>
                  <a:gd name="connsiteX6" fmla="*/ 0 w 7034825"/>
                  <a:gd name="connsiteY6" fmla="*/ 2861855 h 3004393"/>
                  <a:gd name="connsiteX7" fmla="*/ 2690 w 7034825"/>
                  <a:gd name="connsiteY7" fmla="*/ 1597831 h 3004393"/>
                  <a:gd name="connsiteX0" fmla="*/ 2690 w 7036151"/>
                  <a:gd name="connsiteY0" fmla="*/ 1597831 h 3004393"/>
                  <a:gd name="connsiteX1" fmla="*/ 3942679 w 7036151"/>
                  <a:gd name="connsiteY1" fmla="*/ 750667 h 3004393"/>
                  <a:gd name="connsiteX2" fmla="*/ 5112572 w 7036151"/>
                  <a:gd name="connsiteY2" fmla="*/ 11078 h 3004393"/>
                  <a:gd name="connsiteX3" fmla="*/ 7027433 w 7036151"/>
                  <a:gd name="connsiteY3" fmla="*/ 290776 h 3004393"/>
                  <a:gd name="connsiteX4" fmla="*/ 4862459 w 7036151"/>
                  <a:gd name="connsiteY4" fmla="*/ 1371919 h 3004393"/>
                  <a:gd name="connsiteX5" fmla="*/ 847166 w 7036151"/>
                  <a:gd name="connsiteY5" fmla="*/ 3004393 h 3004393"/>
                  <a:gd name="connsiteX6" fmla="*/ 0 w 7036151"/>
                  <a:gd name="connsiteY6" fmla="*/ 2861855 h 3004393"/>
                  <a:gd name="connsiteX7" fmla="*/ 2690 w 7036151"/>
                  <a:gd name="connsiteY7" fmla="*/ 1597831 h 3004393"/>
                  <a:gd name="connsiteX0" fmla="*/ 2690 w 7036359"/>
                  <a:gd name="connsiteY0" fmla="*/ 1597831 h 3004393"/>
                  <a:gd name="connsiteX1" fmla="*/ 3942679 w 7036359"/>
                  <a:gd name="connsiteY1" fmla="*/ 750667 h 3004393"/>
                  <a:gd name="connsiteX2" fmla="*/ 5112572 w 7036359"/>
                  <a:gd name="connsiteY2" fmla="*/ 11078 h 3004393"/>
                  <a:gd name="connsiteX3" fmla="*/ 7027433 w 7036359"/>
                  <a:gd name="connsiteY3" fmla="*/ 290776 h 3004393"/>
                  <a:gd name="connsiteX4" fmla="*/ 4862459 w 7036359"/>
                  <a:gd name="connsiteY4" fmla="*/ 1371919 h 3004393"/>
                  <a:gd name="connsiteX5" fmla="*/ 847166 w 7036359"/>
                  <a:gd name="connsiteY5" fmla="*/ 3004393 h 3004393"/>
                  <a:gd name="connsiteX6" fmla="*/ 0 w 7036359"/>
                  <a:gd name="connsiteY6" fmla="*/ 2861855 h 3004393"/>
                  <a:gd name="connsiteX7" fmla="*/ 2690 w 7036359"/>
                  <a:gd name="connsiteY7" fmla="*/ 1597831 h 3004393"/>
                  <a:gd name="connsiteX0" fmla="*/ 2690 w 7036359"/>
                  <a:gd name="connsiteY0" fmla="*/ 1597831 h 3004393"/>
                  <a:gd name="connsiteX1" fmla="*/ 3942679 w 7036359"/>
                  <a:gd name="connsiteY1" fmla="*/ 750667 h 3004393"/>
                  <a:gd name="connsiteX2" fmla="*/ 5112572 w 7036359"/>
                  <a:gd name="connsiteY2" fmla="*/ 11078 h 3004393"/>
                  <a:gd name="connsiteX3" fmla="*/ 7027433 w 7036359"/>
                  <a:gd name="connsiteY3" fmla="*/ 290776 h 3004393"/>
                  <a:gd name="connsiteX4" fmla="*/ 4862459 w 7036359"/>
                  <a:gd name="connsiteY4" fmla="*/ 1371919 h 3004393"/>
                  <a:gd name="connsiteX5" fmla="*/ 847166 w 7036359"/>
                  <a:gd name="connsiteY5" fmla="*/ 3004393 h 3004393"/>
                  <a:gd name="connsiteX6" fmla="*/ 0 w 7036359"/>
                  <a:gd name="connsiteY6" fmla="*/ 2861855 h 3004393"/>
                  <a:gd name="connsiteX7" fmla="*/ 2690 w 7036359"/>
                  <a:gd name="connsiteY7" fmla="*/ 1597831 h 3004393"/>
                  <a:gd name="connsiteX0" fmla="*/ 2690 w 7047044"/>
                  <a:gd name="connsiteY0" fmla="*/ 1598620 h 3005182"/>
                  <a:gd name="connsiteX1" fmla="*/ 3942679 w 7047044"/>
                  <a:gd name="connsiteY1" fmla="*/ 751456 h 3005182"/>
                  <a:gd name="connsiteX2" fmla="*/ 5112572 w 7047044"/>
                  <a:gd name="connsiteY2" fmla="*/ 11867 h 3005182"/>
                  <a:gd name="connsiteX3" fmla="*/ 7038190 w 7047044"/>
                  <a:gd name="connsiteY3" fmla="*/ 280807 h 3005182"/>
                  <a:gd name="connsiteX4" fmla="*/ 4862459 w 7047044"/>
                  <a:gd name="connsiteY4" fmla="*/ 1372708 h 3005182"/>
                  <a:gd name="connsiteX5" fmla="*/ 847166 w 7047044"/>
                  <a:gd name="connsiteY5" fmla="*/ 3005182 h 3005182"/>
                  <a:gd name="connsiteX6" fmla="*/ 0 w 7047044"/>
                  <a:gd name="connsiteY6" fmla="*/ 2862644 h 3005182"/>
                  <a:gd name="connsiteX7" fmla="*/ 2690 w 7047044"/>
                  <a:gd name="connsiteY7" fmla="*/ 1598620 h 3005182"/>
                  <a:gd name="connsiteX0" fmla="*/ 2690 w 7045057"/>
                  <a:gd name="connsiteY0" fmla="*/ 1598620 h 3005182"/>
                  <a:gd name="connsiteX1" fmla="*/ 3942679 w 7045057"/>
                  <a:gd name="connsiteY1" fmla="*/ 751456 h 3005182"/>
                  <a:gd name="connsiteX2" fmla="*/ 5112572 w 7045057"/>
                  <a:gd name="connsiteY2" fmla="*/ 11867 h 3005182"/>
                  <a:gd name="connsiteX3" fmla="*/ 7038190 w 7045057"/>
                  <a:gd name="connsiteY3" fmla="*/ 280807 h 3005182"/>
                  <a:gd name="connsiteX4" fmla="*/ 4862459 w 7045057"/>
                  <a:gd name="connsiteY4" fmla="*/ 1372708 h 3005182"/>
                  <a:gd name="connsiteX5" fmla="*/ 847166 w 7045057"/>
                  <a:gd name="connsiteY5" fmla="*/ 3005182 h 3005182"/>
                  <a:gd name="connsiteX6" fmla="*/ 0 w 7045057"/>
                  <a:gd name="connsiteY6" fmla="*/ 2862644 h 3005182"/>
                  <a:gd name="connsiteX7" fmla="*/ 2690 w 7045057"/>
                  <a:gd name="connsiteY7" fmla="*/ 1598620 h 3005182"/>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40482 w 7045057"/>
                  <a:gd name="connsiteY1" fmla="*/ 1315928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40482 w 7045057"/>
                  <a:gd name="connsiteY1" fmla="*/ 1315928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461628 h 3868190"/>
                  <a:gd name="connsiteX1" fmla="*/ 3840482 w 7045057"/>
                  <a:gd name="connsiteY1" fmla="*/ 1603706 h 3868190"/>
                  <a:gd name="connsiteX2" fmla="*/ 5096435 w 7045057"/>
                  <a:gd name="connsiteY2" fmla="*/ 869497 h 3868190"/>
                  <a:gd name="connsiteX3" fmla="*/ 2864225 w 7045057"/>
                  <a:gd name="connsiteY3" fmla="*/ 299341 h 3868190"/>
                  <a:gd name="connsiteX4" fmla="*/ 4289613 w 7045057"/>
                  <a:gd name="connsiteY4" fmla="*/ 3506 h 3868190"/>
                  <a:gd name="connsiteX5" fmla="*/ 5101815 w 7045057"/>
                  <a:gd name="connsiteY5" fmla="*/ 509115 h 3868190"/>
                  <a:gd name="connsiteX6" fmla="*/ 7038190 w 7045057"/>
                  <a:gd name="connsiteY6" fmla="*/ 1143815 h 3868190"/>
                  <a:gd name="connsiteX7" fmla="*/ 4862459 w 7045057"/>
                  <a:gd name="connsiteY7" fmla="*/ 2235716 h 3868190"/>
                  <a:gd name="connsiteX8" fmla="*/ 847166 w 7045057"/>
                  <a:gd name="connsiteY8" fmla="*/ 3868190 h 3868190"/>
                  <a:gd name="connsiteX9" fmla="*/ 0 w 7045057"/>
                  <a:gd name="connsiteY9" fmla="*/ 3725652 h 3868190"/>
                  <a:gd name="connsiteX10" fmla="*/ 2690 w 7045057"/>
                  <a:gd name="connsiteY10" fmla="*/ 2461628 h 3868190"/>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5101815 w 7045057"/>
                  <a:gd name="connsiteY5" fmla="*/ 450957 h 3810032"/>
                  <a:gd name="connsiteX6" fmla="*/ 7038190 w 7045057"/>
                  <a:gd name="connsiteY6" fmla="*/ 1085657 h 3810032"/>
                  <a:gd name="connsiteX7" fmla="*/ 4862459 w 7045057"/>
                  <a:gd name="connsiteY7" fmla="*/ 2177558 h 3810032"/>
                  <a:gd name="connsiteX8" fmla="*/ 847166 w 7045057"/>
                  <a:gd name="connsiteY8" fmla="*/ 3810032 h 3810032"/>
                  <a:gd name="connsiteX9" fmla="*/ 0 w 7045057"/>
                  <a:gd name="connsiteY9" fmla="*/ 3667494 h 3810032"/>
                  <a:gd name="connsiteX10" fmla="*/ 2690 w 7045057"/>
                  <a:gd name="connsiteY10"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37444 h 3844006"/>
                  <a:gd name="connsiteX1" fmla="*/ 3840482 w 7045057"/>
                  <a:gd name="connsiteY1" fmla="*/ 1579522 h 3844006"/>
                  <a:gd name="connsiteX2" fmla="*/ 5096435 w 7045057"/>
                  <a:gd name="connsiteY2" fmla="*/ 845313 h 3844006"/>
                  <a:gd name="connsiteX3" fmla="*/ 2864225 w 7045057"/>
                  <a:gd name="connsiteY3" fmla="*/ 275157 h 3844006"/>
                  <a:gd name="connsiteX4" fmla="*/ 4693025 w 7045057"/>
                  <a:gd name="connsiteY4" fmla="*/ 38489 h 3844006"/>
                  <a:gd name="connsiteX5" fmla="*/ 5897881 w 7045057"/>
                  <a:gd name="connsiteY5" fmla="*/ 16974 h 3844006"/>
                  <a:gd name="connsiteX6" fmla="*/ 3870065 w 7045057"/>
                  <a:gd name="connsiteY6" fmla="*/ 242884 h 3844006"/>
                  <a:gd name="connsiteX7" fmla="*/ 5101815 w 7045057"/>
                  <a:gd name="connsiteY7" fmla="*/ 484931 h 3844006"/>
                  <a:gd name="connsiteX8" fmla="*/ 7038190 w 7045057"/>
                  <a:gd name="connsiteY8" fmla="*/ 1119631 h 3844006"/>
                  <a:gd name="connsiteX9" fmla="*/ 4862459 w 7045057"/>
                  <a:gd name="connsiteY9" fmla="*/ 2211532 h 3844006"/>
                  <a:gd name="connsiteX10" fmla="*/ 847166 w 7045057"/>
                  <a:gd name="connsiteY10" fmla="*/ 3844006 h 3844006"/>
                  <a:gd name="connsiteX11" fmla="*/ 0 w 7045057"/>
                  <a:gd name="connsiteY11" fmla="*/ 3701468 h 3844006"/>
                  <a:gd name="connsiteX12" fmla="*/ 2690 w 7045057"/>
                  <a:gd name="connsiteY12" fmla="*/ 2437444 h 3844006"/>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93025 w 7045057"/>
                  <a:gd name="connsiteY4" fmla="*/ 70568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80823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80823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9146898"/>
                  <a:gd name="connsiteY0" fmla="*/ 2667895 h 4074457"/>
                  <a:gd name="connsiteX1" fmla="*/ 3840482 w 9146898"/>
                  <a:gd name="connsiteY1" fmla="*/ 1809973 h 4074457"/>
                  <a:gd name="connsiteX2" fmla="*/ 5096435 w 9146898"/>
                  <a:gd name="connsiteY2" fmla="*/ 1075764 h 4074457"/>
                  <a:gd name="connsiteX3" fmla="*/ 2853467 w 9146898"/>
                  <a:gd name="connsiteY3" fmla="*/ 505608 h 4074457"/>
                  <a:gd name="connsiteX4" fmla="*/ 4687646 w 9146898"/>
                  <a:gd name="connsiteY4" fmla="*/ 247425 h 4074457"/>
                  <a:gd name="connsiteX5" fmla="*/ 5725759 w 9146898"/>
                  <a:gd name="connsiteY5" fmla="*/ 199015 h 4074457"/>
                  <a:gd name="connsiteX6" fmla="*/ 9146690 w 9146898"/>
                  <a:gd name="connsiteY6" fmla="*/ 0 h 4074457"/>
                  <a:gd name="connsiteX7" fmla="*/ 5897881 w 9146898"/>
                  <a:gd name="connsiteY7" fmla="*/ 247425 h 4074457"/>
                  <a:gd name="connsiteX8" fmla="*/ 3896959 w 9146898"/>
                  <a:gd name="connsiteY8" fmla="*/ 467956 h 4074457"/>
                  <a:gd name="connsiteX9" fmla="*/ 5101815 w 9146898"/>
                  <a:gd name="connsiteY9" fmla="*/ 715382 h 4074457"/>
                  <a:gd name="connsiteX10" fmla="*/ 7038190 w 9146898"/>
                  <a:gd name="connsiteY10" fmla="*/ 1350082 h 4074457"/>
                  <a:gd name="connsiteX11" fmla="*/ 4862459 w 9146898"/>
                  <a:gd name="connsiteY11" fmla="*/ 2441983 h 4074457"/>
                  <a:gd name="connsiteX12" fmla="*/ 847166 w 9146898"/>
                  <a:gd name="connsiteY12" fmla="*/ 4074457 h 4074457"/>
                  <a:gd name="connsiteX13" fmla="*/ 0 w 9146898"/>
                  <a:gd name="connsiteY13" fmla="*/ 3931919 h 4074457"/>
                  <a:gd name="connsiteX14" fmla="*/ 2690 w 9146898"/>
                  <a:gd name="connsiteY14" fmla="*/ 2667895 h 4074457"/>
                  <a:gd name="connsiteX0" fmla="*/ 2690 w 9519086"/>
                  <a:gd name="connsiteY0" fmla="*/ 2680207 h 4086769"/>
                  <a:gd name="connsiteX1" fmla="*/ 3840482 w 9519086"/>
                  <a:gd name="connsiteY1" fmla="*/ 1822285 h 4086769"/>
                  <a:gd name="connsiteX2" fmla="*/ 5096435 w 9519086"/>
                  <a:gd name="connsiteY2" fmla="*/ 1088076 h 4086769"/>
                  <a:gd name="connsiteX3" fmla="*/ 2853467 w 9519086"/>
                  <a:gd name="connsiteY3" fmla="*/ 517920 h 4086769"/>
                  <a:gd name="connsiteX4" fmla="*/ 4687646 w 9519086"/>
                  <a:gd name="connsiteY4" fmla="*/ 259737 h 4086769"/>
                  <a:gd name="connsiteX5" fmla="*/ 5725759 w 9519086"/>
                  <a:gd name="connsiteY5" fmla="*/ 211327 h 4086769"/>
                  <a:gd name="connsiteX6" fmla="*/ 9146690 w 9519086"/>
                  <a:gd name="connsiteY6" fmla="*/ 12312 h 4086769"/>
                  <a:gd name="connsiteX7" fmla="*/ 9103659 w 9519086"/>
                  <a:gd name="connsiteY7" fmla="*/ 49964 h 4086769"/>
                  <a:gd name="connsiteX8" fmla="*/ 5897881 w 9519086"/>
                  <a:gd name="connsiteY8" fmla="*/ 259737 h 4086769"/>
                  <a:gd name="connsiteX9" fmla="*/ 3896959 w 9519086"/>
                  <a:gd name="connsiteY9" fmla="*/ 480268 h 4086769"/>
                  <a:gd name="connsiteX10" fmla="*/ 5101815 w 9519086"/>
                  <a:gd name="connsiteY10" fmla="*/ 727694 h 4086769"/>
                  <a:gd name="connsiteX11" fmla="*/ 7038190 w 9519086"/>
                  <a:gd name="connsiteY11" fmla="*/ 1362394 h 4086769"/>
                  <a:gd name="connsiteX12" fmla="*/ 4862459 w 9519086"/>
                  <a:gd name="connsiteY12" fmla="*/ 2454295 h 4086769"/>
                  <a:gd name="connsiteX13" fmla="*/ 847166 w 9519086"/>
                  <a:gd name="connsiteY13" fmla="*/ 4086769 h 4086769"/>
                  <a:gd name="connsiteX14" fmla="*/ 0 w 9519086"/>
                  <a:gd name="connsiteY14" fmla="*/ 3944231 h 4086769"/>
                  <a:gd name="connsiteX15" fmla="*/ 2690 w 9519086"/>
                  <a:gd name="connsiteY15" fmla="*/ 2680207 h 4086769"/>
                  <a:gd name="connsiteX0" fmla="*/ 2690 w 9380286"/>
                  <a:gd name="connsiteY0" fmla="*/ 2675382 h 4081944"/>
                  <a:gd name="connsiteX1" fmla="*/ 3840482 w 9380286"/>
                  <a:gd name="connsiteY1" fmla="*/ 1817460 h 4081944"/>
                  <a:gd name="connsiteX2" fmla="*/ 5096435 w 9380286"/>
                  <a:gd name="connsiteY2" fmla="*/ 1083251 h 4081944"/>
                  <a:gd name="connsiteX3" fmla="*/ 2853467 w 9380286"/>
                  <a:gd name="connsiteY3" fmla="*/ 513095 h 4081944"/>
                  <a:gd name="connsiteX4" fmla="*/ 4687646 w 9380286"/>
                  <a:gd name="connsiteY4" fmla="*/ 254912 h 4081944"/>
                  <a:gd name="connsiteX5" fmla="*/ 5725759 w 9380286"/>
                  <a:gd name="connsiteY5" fmla="*/ 206502 h 4081944"/>
                  <a:gd name="connsiteX6" fmla="*/ 9146690 w 9380286"/>
                  <a:gd name="connsiteY6" fmla="*/ 7487 h 4081944"/>
                  <a:gd name="connsiteX7" fmla="*/ 9103659 w 9380286"/>
                  <a:gd name="connsiteY7" fmla="*/ 45139 h 4081944"/>
                  <a:gd name="connsiteX8" fmla="*/ 5897881 w 9380286"/>
                  <a:gd name="connsiteY8" fmla="*/ 254912 h 4081944"/>
                  <a:gd name="connsiteX9" fmla="*/ 3896959 w 9380286"/>
                  <a:gd name="connsiteY9" fmla="*/ 475443 h 4081944"/>
                  <a:gd name="connsiteX10" fmla="*/ 5101815 w 9380286"/>
                  <a:gd name="connsiteY10" fmla="*/ 722869 h 4081944"/>
                  <a:gd name="connsiteX11" fmla="*/ 7038190 w 9380286"/>
                  <a:gd name="connsiteY11" fmla="*/ 1357569 h 4081944"/>
                  <a:gd name="connsiteX12" fmla="*/ 4862459 w 9380286"/>
                  <a:gd name="connsiteY12" fmla="*/ 2449470 h 4081944"/>
                  <a:gd name="connsiteX13" fmla="*/ 847166 w 9380286"/>
                  <a:gd name="connsiteY13" fmla="*/ 4081944 h 4081944"/>
                  <a:gd name="connsiteX14" fmla="*/ 0 w 9380286"/>
                  <a:gd name="connsiteY14" fmla="*/ 3939406 h 4081944"/>
                  <a:gd name="connsiteX15" fmla="*/ 2690 w 9380286"/>
                  <a:gd name="connsiteY15" fmla="*/ 2675382 h 4081944"/>
                  <a:gd name="connsiteX0" fmla="*/ 2690 w 9173267"/>
                  <a:gd name="connsiteY0" fmla="*/ 2667895 h 4074457"/>
                  <a:gd name="connsiteX1" fmla="*/ 3840482 w 9173267"/>
                  <a:gd name="connsiteY1" fmla="*/ 1809973 h 4074457"/>
                  <a:gd name="connsiteX2" fmla="*/ 5096435 w 9173267"/>
                  <a:gd name="connsiteY2" fmla="*/ 1075764 h 4074457"/>
                  <a:gd name="connsiteX3" fmla="*/ 2853467 w 9173267"/>
                  <a:gd name="connsiteY3" fmla="*/ 505608 h 4074457"/>
                  <a:gd name="connsiteX4" fmla="*/ 4687646 w 9173267"/>
                  <a:gd name="connsiteY4" fmla="*/ 247425 h 4074457"/>
                  <a:gd name="connsiteX5" fmla="*/ 5725759 w 9173267"/>
                  <a:gd name="connsiteY5" fmla="*/ 199015 h 4074457"/>
                  <a:gd name="connsiteX6" fmla="*/ 9146690 w 9173267"/>
                  <a:gd name="connsiteY6" fmla="*/ 0 h 4074457"/>
                  <a:gd name="connsiteX7" fmla="*/ 9103659 w 9173267"/>
                  <a:gd name="connsiteY7" fmla="*/ 37652 h 4074457"/>
                  <a:gd name="connsiteX8" fmla="*/ 5897881 w 9173267"/>
                  <a:gd name="connsiteY8" fmla="*/ 247425 h 4074457"/>
                  <a:gd name="connsiteX9" fmla="*/ 3896959 w 9173267"/>
                  <a:gd name="connsiteY9" fmla="*/ 467956 h 4074457"/>
                  <a:gd name="connsiteX10" fmla="*/ 5101815 w 9173267"/>
                  <a:gd name="connsiteY10" fmla="*/ 715382 h 4074457"/>
                  <a:gd name="connsiteX11" fmla="*/ 7038190 w 9173267"/>
                  <a:gd name="connsiteY11" fmla="*/ 1350082 h 4074457"/>
                  <a:gd name="connsiteX12" fmla="*/ 4862459 w 9173267"/>
                  <a:gd name="connsiteY12" fmla="*/ 2441983 h 4074457"/>
                  <a:gd name="connsiteX13" fmla="*/ 847166 w 9173267"/>
                  <a:gd name="connsiteY13" fmla="*/ 4074457 h 4074457"/>
                  <a:gd name="connsiteX14" fmla="*/ 0 w 9173267"/>
                  <a:gd name="connsiteY14" fmla="*/ 3931919 h 4074457"/>
                  <a:gd name="connsiteX15" fmla="*/ 2690 w 9173267"/>
                  <a:gd name="connsiteY15" fmla="*/ 2667895 h 4074457"/>
                  <a:gd name="connsiteX0" fmla="*/ 2690 w 9173267"/>
                  <a:gd name="connsiteY0" fmla="*/ 2667895 h 4074457"/>
                  <a:gd name="connsiteX1" fmla="*/ 3840482 w 9173267"/>
                  <a:gd name="connsiteY1" fmla="*/ 1809973 h 4074457"/>
                  <a:gd name="connsiteX2" fmla="*/ 5096435 w 9173267"/>
                  <a:gd name="connsiteY2" fmla="*/ 1075764 h 4074457"/>
                  <a:gd name="connsiteX3" fmla="*/ 2853467 w 9173267"/>
                  <a:gd name="connsiteY3" fmla="*/ 505608 h 4074457"/>
                  <a:gd name="connsiteX4" fmla="*/ 4687646 w 9173267"/>
                  <a:gd name="connsiteY4" fmla="*/ 247425 h 4074457"/>
                  <a:gd name="connsiteX5" fmla="*/ 5725759 w 9173267"/>
                  <a:gd name="connsiteY5" fmla="*/ 199015 h 4074457"/>
                  <a:gd name="connsiteX6" fmla="*/ 9146690 w 9173267"/>
                  <a:gd name="connsiteY6" fmla="*/ 0 h 4074457"/>
                  <a:gd name="connsiteX7" fmla="*/ 9103659 w 9173267"/>
                  <a:gd name="connsiteY7" fmla="*/ 37652 h 4074457"/>
                  <a:gd name="connsiteX8" fmla="*/ 5897881 w 9173267"/>
                  <a:gd name="connsiteY8" fmla="*/ 247425 h 4074457"/>
                  <a:gd name="connsiteX9" fmla="*/ 3896959 w 9173267"/>
                  <a:gd name="connsiteY9" fmla="*/ 467956 h 4074457"/>
                  <a:gd name="connsiteX10" fmla="*/ 5101815 w 9173267"/>
                  <a:gd name="connsiteY10" fmla="*/ 715382 h 4074457"/>
                  <a:gd name="connsiteX11" fmla="*/ 7038190 w 9173267"/>
                  <a:gd name="connsiteY11" fmla="*/ 1350082 h 4074457"/>
                  <a:gd name="connsiteX12" fmla="*/ 4862459 w 9173267"/>
                  <a:gd name="connsiteY12" fmla="*/ 2441983 h 4074457"/>
                  <a:gd name="connsiteX13" fmla="*/ 847166 w 9173267"/>
                  <a:gd name="connsiteY13" fmla="*/ 4074457 h 4074457"/>
                  <a:gd name="connsiteX14" fmla="*/ 0 w 9173267"/>
                  <a:gd name="connsiteY14" fmla="*/ 3931919 h 4074457"/>
                  <a:gd name="connsiteX15" fmla="*/ 2690 w 9173267"/>
                  <a:gd name="connsiteY15" fmla="*/ 2667895 h 4074457"/>
                  <a:gd name="connsiteX0" fmla="*/ 2690 w 9191524"/>
                  <a:gd name="connsiteY0" fmla="*/ 2667895 h 4074457"/>
                  <a:gd name="connsiteX1" fmla="*/ 3840482 w 9191524"/>
                  <a:gd name="connsiteY1" fmla="*/ 1809973 h 4074457"/>
                  <a:gd name="connsiteX2" fmla="*/ 5096435 w 9191524"/>
                  <a:gd name="connsiteY2" fmla="*/ 1075764 h 4074457"/>
                  <a:gd name="connsiteX3" fmla="*/ 2853467 w 9191524"/>
                  <a:gd name="connsiteY3" fmla="*/ 505608 h 4074457"/>
                  <a:gd name="connsiteX4" fmla="*/ 4687646 w 9191524"/>
                  <a:gd name="connsiteY4" fmla="*/ 247425 h 4074457"/>
                  <a:gd name="connsiteX5" fmla="*/ 5725759 w 9191524"/>
                  <a:gd name="connsiteY5" fmla="*/ 199015 h 4074457"/>
                  <a:gd name="connsiteX6" fmla="*/ 9146690 w 9191524"/>
                  <a:gd name="connsiteY6" fmla="*/ 0 h 4074457"/>
                  <a:gd name="connsiteX7" fmla="*/ 9141311 w 9191524"/>
                  <a:gd name="connsiteY7" fmla="*/ 37652 h 4074457"/>
                  <a:gd name="connsiteX8" fmla="*/ 5897881 w 9191524"/>
                  <a:gd name="connsiteY8" fmla="*/ 247425 h 4074457"/>
                  <a:gd name="connsiteX9" fmla="*/ 3896959 w 9191524"/>
                  <a:gd name="connsiteY9" fmla="*/ 467956 h 4074457"/>
                  <a:gd name="connsiteX10" fmla="*/ 5101815 w 9191524"/>
                  <a:gd name="connsiteY10" fmla="*/ 715382 h 4074457"/>
                  <a:gd name="connsiteX11" fmla="*/ 7038190 w 9191524"/>
                  <a:gd name="connsiteY11" fmla="*/ 1350082 h 4074457"/>
                  <a:gd name="connsiteX12" fmla="*/ 4862459 w 9191524"/>
                  <a:gd name="connsiteY12" fmla="*/ 2441983 h 4074457"/>
                  <a:gd name="connsiteX13" fmla="*/ 847166 w 9191524"/>
                  <a:gd name="connsiteY13" fmla="*/ 4074457 h 4074457"/>
                  <a:gd name="connsiteX14" fmla="*/ 0 w 9191524"/>
                  <a:gd name="connsiteY14" fmla="*/ 3931919 h 4074457"/>
                  <a:gd name="connsiteX15" fmla="*/ 2690 w 9191524"/>
                  <a:gd name="connsiteY15" fmla="*/ 2667895 h 4074457"/>
                  <a:gd name="connsiteX0" fmla="*/ 2690 w 9178627"/>
                  <a:gd name="connsiteY0" fmla="*/ 2667895 h 4074457"/>
                  <a:gd name="connsiteX1" fmla="*/ 3840482 w 9178627"/>
                  <a:gd name="connsiteY1" fmla="*/ 1809973 h 4074457"/>
                  <a:gd name="connsiteX2" fmla="*/ 5096435 w 9178627"/>
                  <a:gd name="connsiteY2" fmla="*/ 1075764 h 4074457"/>
                  <a:gd name="connsiteX3" fmla="*/ 2853467 w 9178627"/>
                  <a:gd name="connsiteY3" fmla="*/ 505608 h 4074457"/>
                  <a:gd name="connsiteX4" fmla="*/ 4687646 w 9178627"/>
                  <a:gd name="connsiteY4" fmla="*/ 247425 h 4074457"/>
                  <a:gd name="connsiteX5" fmla="*/ 5725759 w 9178627"/>
                  <a:gd name="connsiteY5" fmla="*/ 199015 h 4074457"/>
                  <a:gd name="connsiteX6" fmla="*/ 9146690 w 9178627"/>
                  <a:gd name="connsiteY6" fmla="*/ 0 h 4074457"/>
                  <a:gd name="connsiteX7" fmla="*/ 9141311 w 9178627"/>
                  <a:gd name="connsiteY7" fmla="*/ 37652 h 4074457"/>
                  <a:gd name="connsiteX8" fmla="*/ 5897881 w 9178627"/>
                  <a:gd name="connsiteY8" fmla="*/ 247425 h 4074457"/>
                  <a:gd name="connsiteX9" fmla="*/ 3896959 w 9178627"/>
                  <a:gd name="connsiteY9" fmla="*/ 467956 h 4074457"/>
                  <a:gd name="connsiteX10" fmla="*/ 5101815 w 9178627"/>
                  <a:gd name="connsiteY10" fmla="*/ 715382 h 4074457"/>
                  <a:gd name="connsiteX11" fmla="*/ 7038190 w 9178627"/>
                  <a:gd name="connsiteY11" fmla="*/ 1350082 h 4074457"/>
                  <a:gd name="connsiteX12" fmla="*/ 4862459 w 9178627"/>
                  <a:gd name="connsiteY12" fmla="*/ 2441983 h 4074457"/>
                  <a:gd name="connsiteX13" fmla="*/ 847166 w 9178627"/>
                  <a:gd name="connsiteY13" fmla="*/ 4074457 h 4074457"/>
                  <a:gd name="connsiteX14" fmla="*/ 0 w 9178627"/>
                  <a:gd name="connsiteY14" fmla="*/ 3931919 h 4074457"/>
                  <a:gd name="connsiteX15" fmla="*/ 2690 w 9178627"/>
                  <a:gd name="connsiteY15" fmla="*/ 2667895 h 4074457"/>
                  <a:gd name="connsiteX0" fmla="*/ 2690 w 9165290"/>
                  <a:gd name="connsiteY0" fmla="*/ 2667895 h 4074457"/>
                  <a:gd name="connsiteX1" fmla="*/ 3840482 w 9165290"/>
                  <a:gd name="connsiteY1" fmla="*/ 1809973 h 4074457"/>
                  <a:gd name="connsiteX2" fmla="*/ 5096435 w 9165290"/>
                  <a:gd name="connsiteY2" fmla="*/ 1075764 h 4074457"/>
                  <a:gd name="connsiteX3" fmla="*/ 2853467 w 9165290"/>
                  <a:gd name="connsiteY3" fmla="*/ 505608 h 4074457"/>
                  <a:gd name="connsiteX4" fmla="*/ 4687646 w 9165290"/>
                  <a:gd name="connsiteY4" fmla="*/ 247425 h 4074457"/>
                  <a:gd name="connsiteX5" fmla="*/ 5725759 w 9165290"/>
                  <a:gd name="connsiteY5" fmla="*/ 199015 h 4074457"/>
                  <a:gd name="connsiteX6" fmla="*/ 9146690 w 9165290"/>
                  <a:gd name="connsiteY6" fmla="*/ 0 h 4074457"/>
                  <a:gd name="connsiteX7" fmla="*/ 9141311 w 9165290"/>
                  <a:gd name="connsiteY7" fmla="*/ 37652 h 4074457"/>
                  <a:gd name="connsiteX8" fmla="*/ 5897881 w 9165290"/>
                  <a:gd name="connsiteY8" fmla="*/ 247425 h 4074457"/>
                  <a:gd name="connsiteX9" fmla="*/ 3896959 w 9165290"/>
                  <a:gd name="connsiteY9" fmla="*/ 467956 h 4074457"/>
                  <a:gd name="connsiteX10" fmla="*/ 5101815 w 9165290"/>
                  <a:gd name="connsiteY10" fmla="*/ 715382 h 4074457"/>
                  <a:gd name="connsiteX11" fmla="*/ 7038190 w 9165290"/>
                  <a:gd name="connsiteY11" fmla="*/ 1350082 h 4074457"/>
                  <a:gd name="connsiteX12" fmla="*/ 4862459 w 9165290"/>
                  <a:gd name="connsiteY12" fmla="*/ 2441983 h 4074457"/>
                  <a:gd name="connsiteX13" fmla="*/ 847166 w 9165290"/>
                  <a:gd name="connsiteY13" fmla="*/ 4074457 h 4074457"/>
                  <a:gd name="connsiteX14" fmla="*/ 0 w 9165290"/>
                  <a:gd name="connsiteY14" fmla="*/ 3931919 h 4074457"/>
                  <a:gd name="connsiteX15" fmla="*/ 2690 w 91652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1311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291942 w 9146690"/>
                  <a:gd name="connsiteY15" fmla="*/ 3989069 h 4074457"/>
                  <a:gd name="connsiteX16" fmla="*/ 0 w 9146690"/>
                  <a:gd name="connsiteY16" fmla="*/ 3931919 h 4074457"/>
                  <a:gd name="connsiteX17" fmla="*/ 2690 w 9146690"/>
                  <a:gd name="connsiteY17" fmla="*/ 2667895 h 4074457"/>
                  <a:gd name="connsiteX0" fmla="*/ 33 w 9144033"/>
                  <a:gd name="connsiteY0" fmla="*/ 2667895 h 4636769"/>
                  <a:gd name="connsiteX1" fmla="*/ 3837825 w 9144033"/>
                  <a:gd name="connsiteY1" fmla="*/ 1809973 h 4636769"/>
                  <a:gd name="connsiteX2" fmla="*/ 5080210 w 9144033"/>
                  <a:gd name="connsiteY2" fmla="*/ 1111037 h 4636769"/>
                  <a:gd name="connsiteX3" fmla="*/ 2850810 w 9144033"/>
                  <a:gd name="connsiteY3" fmla="*/ 505608 h 4636769"/>
                  <a:gd name="connsiteX4" fmla="*/ 4684989 w 9144033"/>
                  <a:gd name="connsiteY4" fmla="*/ 259331 h 4636769"/>
                  <a:gd name="connsiteX5" fmla="*/ 5723102 w 9144033"/>
                  <a:gd name="connsiteY5" fmla="*/ 199015 h 4636769"/>
                  <a:gd name="connsiteX6" fmla="*/ 9144033 w 9144033"/>
                  <a:gd name="connsiteY6" fmla="*/ 0 h 4636769"/>
                  <a:gd name="connsiteX7" fmla="*/ 9143416 w 9144033"/>
                  <a:gd name="connsiteY7" fmla="*/ 37652 h 4636769"/>
                  <a:gd name="connsiteX8" fmla="*/ 6525779 w 9144033"/>
                  <a:gd name="connsiteY8" fmla="*/ 205263 h 4636769"/>
                  <a:gd name="connsiteX9" fmla="*/ 5895224 w 9144033"/>
                  <a:gd name="connsiteY9" fmla="*/ 247425 h 4636769"/>
                  <a:gd name="connsiteX10" fmla="*/ 3894302 w 9144033"/>
                  <a:gd name="connsiteY10" fmla="*/ 467956 h 4636769"/>
                  <a:gd name="connsiteX11" fmla="*/ 5099158 w 9144033"/>
                  <a:gd name="connsiteY11" fmla="*/ 715382 h 4636769"/>
                  <a:gd name="connsiteX12" fmla="*/ 7035533 w 9144033"/>
                  <a:gd name="connsiteY12" fmla="*/ 1350082 h 4636769"/>
                  <a:gd name="connsiteX13" fmla="*/ 4859802 w 9144033"/>
                  <a:gd name="connsiteY13" fmla="*/ 2441983 h 4636769"/>
                  <a:gd name="connsiteX14" fmla="*/ 844509 w 9144033"/>
                  <a:gd name="connsiteY14" fmla="*/ 4074457 h 4636769"/>
                  <a:gd name="connsiteX15" fmla="*/ 289285 w 9144033"/>
                  <a:gd name="connsiteY15" fmla="*/ 3989069 h 4636769"/>
                  <a:gd name="connsiteX16" fmla="*/ 16393 w 9144033"/>
                  <a:gd name="connsiteY16" fmla="*/ 4636769 h 4636769"/>
                  <a:gd name="connsiteX17" fmla="*/ 33 w 9144033"/>
                  <a:gd name="connsiteY17" fmla="*/ 2667895 h 4636769"/>
                  <a:gd name="connsiteX0" fmla="*/ 33 w 9144033"/>
                  <a:gd name="connsiteY0" fmla="*/ 2667895 h 4636769"/>
                  <a:gd name="connsiteX1" fmla="*/ 3837825 w 9144033"/>
                  <a:gd name="connsiteY1" fmla="*/ 1809973 h 4636769"/>
                  <a:gd name="connsiteX2" fmla="*/ 5080210 w 9144033"/>
                  <a:gd name="connsiteY2" fmla="*/ 1111037 h 4636769"/>
                  <a:gd name="connsiteX3" fmla="*/ 2850810 w 9144033"/>
                  <a:gd name="connsiteY3" fmla="*/ 505608 h 4636769"/>
                  <a:gd name="connsiteX4" fmla="*/ 4684989 w 9144033"/>
                  <a:gd name="connsiteY4" fmla="*/ 259331 h 4636769"/>
                  <a:gd name="connsiteX5" fmla="*/ 5723102 w 9144033"/>
                  <a:gd name="connsiteY5" fmla="*/ 199015 h 4636769"/>
                  <a:gd name="connsiteX6" fmla="*/ 9144033 w 9144033"/>
                  <a:gd name="connsiteY6" fmla="*/ 0 h 4636769"/>
                  <a:gd name="connsiteX7" fmla="*/ 9143416 w 9144033"/>
                  <a:gd name="connsiteY7" fmla="*/ 37652 h 4636769"/>
                  <a:gd name="connsiteX8" fmla="*/ 6525779 w 9144033"/>
                  <a:gd name="connsiteY8" fmla="*/ 205263 h 4636769"/>
                  <a:gd name="connsiteX9" fmla="*/ 5895224 w 9144033"/>
                  <a:gd name="connsiteY9" fmla="*/ 247425 h 4636769"/>
                  <a:gd name="connsiteX10" fmla="*/ 3894302 w 9144033"/>
                  <a:gd name="connsiteY10" fmla="*/ 467956 h 4636769"/>
                  <a:gd name="connsiteX11" fmla="*/ 5099158 w 9144033"/>
                  <a:gd name="connsiteY11" fmla="*/ 715382 h 4636769"/>
                  <a:gd name="connsiteX12" fmla="*/ 7035533 w 9144033"/>
                  <a:gd name="connsiteY12" fmla="*/ 1350082 h 4636769"/>
                  <a:gd name="connsiteX13" fmla="*/ 4859802 w 9144033"/>
                  <a:gd name="connsiteY13" fmla="*/ 2441983 h 4636769"/>
                  <a:gd name="connsiteX14" fmla="*/ 844509 w 9144033"/>
                  <a:gd name="connsiteY14" fmla="*/ 4074457 h 4636769"/>
                  <a:gd name="connsiteX15" fmla="*/ 16393 w 9144033"/>
                  <a:gd name="connsiteY15" fmla="*/ 4636769 h 4636769"/>
                  <a:gd name="connsiteX16" fmla="*/ 33 w 9144033"/>
                  <a:gd name="connsiteY16" fmla="*/ 2667895 h 4636769"/>
                  <a:gd name="connsiteX0" fmla="*/ 2690 w 9127640"/>
                  <a:gd name="connsiteY0" fmla="*/ 2667895 h 4636769"/>
                  <a:gd name="connsiteX1" fmla="*/ 3821432 w 9127640"/>
                  <a:gd name="connsiteY1" fmla="*/ 1809973 h 4636769"/>
                  <a:gd name="connsiteX2" fmla="*/ 5063817 w 9127640"/>
                  <a:gd name="connsiteY2" fmla="*/ 1111037 h 4636769"/>
                  <a:gd name="connsiteX3" fmla="*/ 2834417 w 9127640"/>
                  <a:gd name="connsiteY3" fmla="*/ 505608 h 4636769"/>
                  <a:gd name="connsiteX4" fmla="*/ 4668596 w 9127640"/>
                  <a:gd name="connsiteY4" fmla="*/ 259331 h 4636769"/>
                  <a:gd name="connsiteX5" fmla="*/ 5706709 w 9127640"/>
                  <a:gd name="connsiteY5" fmla="*/ 199015 h 4636769"/>
                  <a:gd name="connsiteX6" fmla="*/ 9127640 w 9127640"/>
                  <a:gd name="connsiteY6" fmla="*/ 0 h 4636769"/>
                  <a:gd name="connsiteX7" fmla="*/ 9127023 w 9127640"/>
                  <a:gd name="connsiteY7" fmla="*/ 37652 h 4636769"/>
                  <a:gd name="connsiteX8" fmla="*/ 6509386 w 9127640"/>
                  <a:gd name="connsiteY8" fmla="*/ 205263 h 4636769"/>
                  <a:gd name="connsiteX9" fmla="*/ 5878831 w 9127640"/>
                  <a:gd name="connsiteY9" fmla="*/ 247425 h 4636769"/>
                  <a:gd name="connsiteX10" fmla="*/ 3877909 w 9127640"/>
                  <a:gd name="connsiteY10" fmla="*/ 467956 h 4636769"/>
                  <a:gd name="connsiteX11" fmla="*/ 5082765 w 9127640"/>
                  <a:gd name="connsiteY11" fmla="*/ 715382 h 4636769"/>
                  <a:gd name="connsiteX12" fmla="*/ 7019140 w 9127640"/>
                  <a:gd name="connsiteY12" fmla="*/ 1350082 h 4636769"/>
                  <a:gd name="connsiteX13" fmla="*/ 4843409 w 9127640"/>
                  <a:gd name="connsiteY13" fmla="*/ 2441983 h 4636769"/>
                  <a:gd name="connsiteX14" fmla="*/ 828116 w 9127640"/>
                  <a:gd name="connsiteY14" fmla="*/ 4074457 h 4636769"/>
                  <a:gd name="connsiteX15" fmla="*/ 0 w 9127640"/>
                  <a:gd name="connsiteY15" fmla="*/ 4636769 h 4636769"/>
                  <a:gd name="connsiteX16" fmla="*/ 2690 w 9127640"/>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25514 w 9150464"/>
                  <a:gd name="connsiteY0" fmla="*/ 2667895 h 4636769"/>
                  <a:gd name="connsiteX1" fmla="*/ 3844256 w 9150464"/>
                  <a:gd name="connsiteY1" fmla="*/ 1809973 h 4636769"/>
                  <a:gd name="connsiteX2" fmla="*/ 5086641 w 9150464"/>
                  <a:gd name="connsiteY2" fmla="*/ 1111037 h 4636769"/>
                  <a:gd name="connsiteX3" fmla="*/ 2857241 w 9150464"/>
                  <a:gd name="connsiteY3" fmla="*/ 505608 h 4636769"/>
                  <a:gd name="connsiteX4" fmla="*/ 4691420 w 9150464"/>
                  <a:gd name="connsiteY4" fmla="*/ 259331 h 4636769"/>
                  <a:gd name="connsiteX5" fmla="*/ 5729533 w 9150464"/>
                  <a:gd name="connsiteY5" fmla="*/ 199015 h 4636769"/>
                  <a:gd name="connsiteX6" fmla="*/ 9150464 w 9150464"/>
                  <a:gd name="connsiteY6" fmla="*/ 0 h 4636769"/>
                  <a:gd name="connsiteX7" fmla="*/ 9149847 w 9150464"/>
                  <a:gd name="connsiteY7" fmla="*/ 37652 h 4636769"/>
                  <a:gd name="connsiteX8" fmla="*/ 6532210 w 9150464"/>
                  <a:gd name="connsiteY8" fmla="*/ 205263 h 4636769"/>
                  <a:gd name="connsiteX9" fmla="*/ 5901655 w 9150464"/>
                  <a:gd name="connsiteY9" fmla="*/ 247425 h 4636769"/>
                  <a:gd name="connsiteX10" fmla="*/ 3900733 w 9150464"/>
                  <a:gd name="connsiteY10" fmla="*/ 467956 h 4636769"/>
                  <a:gd name="connsiteX11" fmla="*/ 5105589 w 9150464"/>
                  <a:gd name="connsiteY11" fmla="*/ 715382 h 4636769"/>
                  <a:gd name="connsiteX12" fmla="*/ 7041964 w 9150464"/>
                  <a:gd name="connsiteY12" fmla="*/ 1350082 h 4636769"/>
                  <a:gd name="connsiteX13" fmla="*/ 4866233 w 9150464"/>
                  <a:gd name="connsiteY13" fmla="*/ 2441983 h 4636769"/>
                  <a:gd name="connsiteX14" fmla="*/ 850940 w 9150464"/>
                  <a:gd name="connsiteY14" fmla="*/ 4074457 h 4636769"/>
                  <a:gd name="connsiteX15" fmla="*/ 9377 w 9150464"/>
                  <a:gd name="connsiteY15" fmla="*/ 4636769 h 4636769"/>
                  <a:gd name="connsiteX16" fmla="*/ 25514 w 9150464"/>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6766 w 9144416"/>
                  <a:gd name="connsiteY0" fmla="*/ 2667895 h 4636769"/>
                  <a:gd name="connsiteX1" fmla="*/ 3838208 w 9144416"/>
                  <a:gd name="connsiteY1" fmla="*/ 1809973 h 4636769"/>
                  <a:gd name="connsiteX2" fmla="*/ 5080593 w 9144416"/>
                  <a:gd name="connsiteY2" fmla="*/ 1111037 h 4636769"/>
                  <a:gd name="connsiteX3" fmla="*/ 2851193 w 9144416"/>
                  <a:gd name="connsiteY3" fmla="*/ 505608 h 4636769"/>
                  <a:gd name="connsiteX4" fmla="*/ 4685372 w 9144416"/>
                  <a:gd name="connsiteY4" fmla="*/ 259331 h 4636769"/>
                  <a:gd name="connsiteX5" fmla="*/ 5723485 w 9144416"/>
                  <a:gd name="connsiteY5" fmla="*/ 199015 h 4636769"/>
                  <a:gd name="connsiteX6" fmla="*/ 9144416 w 9144416"/>
                  <a:gd name="connsiteY6" fmla="*/ 0 h 4636769"/>
                  <a:gd name="connsiteX7" fmla="*/ 9143799 w 9144416"/>
                  <a:gd name="connsiteY7" fmla="*/ 37652 h 4636769"/>
                  <a:gd name="connsiteX8" fmla="*/ 6526162 w 9144416"/>
                  <a:gd name="connsiteY8" fmla="*/ 205263 h 4636769"/>
                  <a:gd name="connsiteX9" fmla="*/ 5895607 w 9144416"/>
                  <a:gd name="connsiteY9" fmla="*/ 247425 h 4636769"/>
                  <a:gd name="connsiteX10" fmla="*/ 3894685 w 9144416"/>
                  <a:gd name="connsiteY10" fmla="*/ 467956 h 4636769"/>
                  <a:gd name="connsiteX11" fmla="*/ 5099541 w 9144416"/>
                  <a:gd name="connsiteY11" fmla="*/ 715382 h 4636769"/>
                  <a:gd name="connsiteX12" fmla="*/ 7035916 w 9144416"/>
                  <a:gd name="connsiteY12" fmla="*/ 1350082 h 4636769"/>
                  <a:gd name="connsiteX13" fmla="*/ 4860185 w 9144416"/>
                  <a:gd name="connsiteY13" fmla="*/ 2441983 h 4636769"/>
                  <a:gd name="connsiteX14" fmla="*/ 844892 w 9144416"/>
                  <a:gd name="connsiteY14" fmla="*/ 4074457 h 4636769"/>
                  <a:gd name="connsiteX15" fmla="*/ 3329 w 9144416"/>
                  <a:gd name="connsiteY15" fmla="*/ 4636769 h 4636769"/>
                  <a:gd name="connsiteX16" fmla="*/ 6766 w 9144416"/>
                  <a:gd name="connsiteY16" fmla="*/ 2667895 h 4636769"/>
                  <a:gd name="connsiteX0" fmla="*/ 6766 w 9144416"/>
                  <a:gd name="connsiteY0" fmla="*/ 2667895 h 4636769"/>
                  <a:gd name="connsiteX1" fmla="*/ 3838208 w 9144416"/>
                  <a:gd name="connsiteY1" fmla="*/ 1809973 h 4636769"/>
                  <a:gd name="connsiteX2" fmla="*/ 5080593 w 9144416"/>
                  <a:gd name="connsiteY2" fmla="*/ 1111037 h 4636769"/>
                  <a:gd name="connsiteX3" fmla="*/ 2851193 w 9144416"/>
                  <a:gd name="connsiteY3" fmla="*/ 505608 h 4636769"/>
                  <a:gd name="connsiteX4" fmla="*/ 4685372 w 9144416"/>
                  <a:gd name="connsiteY4" fmla="*/ 259331 h 4636769"/>
                  <a:gd name="connsiteX5" fmla="*/ 5723485 w 9144416"/>
                  <a:gd name="connsiteY5" fmla="*/ 199015 h 4636769"/>
                  <a:gd name="connsiteX6" fmla="*/ 9144416 w 9144416"/>
                  <a:gd name="connsiteY6" fmla="*/ 0 h 4636769"/>
                  <a:gd name="connsiteX7" fmla="*/ 9143799 w 9144416"/>
                  <a:gd name="connsiteY7" fmla="*/ 37652 h 4636769"/>
                  <a:gd name="connsiteX8" fmla="*/ 6526162 w 9144416"/>
                  <a:gd name="connsiteY8" fmla="*/ 205263 h 4636769"/>
                  <a:gd name="connsiteX9" fmla="*/ 5895607 w 9144416"/>
                  <a:gd name="connsiteY9" fmla="*/ 247425 h 4636769"/>
                  <a:gd name="connsiteX10" fmla="*/ 3894685 w 9144416"/>
                  <a:gd name="connsiteY10" fmla="*/ 467956 h 4636769"/>
                  <a:gd name="connsiteX11" fmla="*/ 5099541 w 9144416"/>
                  <a:gd name="connsiteY11" fmla="*/ 715382 h 4636769"/>
                  <a:gd name="connsiteX12" fmla="*/ 7035916 w 9144416"/>
                  <a:gd name="connsiteY12" fmla="*/ 1350082 h 4636769"/>
                  <a:gd name="connsiteX13" fmla="*/ 4860185 w 9144416"/>
                  <a:gd name="connsiteY13" fmla="*/ 2441983 h 4636769"/>
                  <a:gd name="connsiteX14" fmla="*/ 844892 w 9144416"/>
                  <a:gd name="connsiteY14" fmla="*/ 4074457 h 4636769"/>
                  <a:gd name="connsiteX15" fmla="*/ 3329 w 9144416"/>
                  <a:gd name="connsiteY15" fmla="*/ 4636769 h 4636769"/>
                  <a:gd name="connsiteX16" fmla="*/ 6766 w 9144416"/>
                  <a:gd name="connsiteY16" fmla="*/ 2667895 h 4636769"/>
                  <a:gd name="connsiteX0" fmla="*/ 5147 w 9149941"/>
                  <a:gd name="connsiteY0" fmla="*/ 2667895 h 4636769"/>
                  <a:gd name="connsiteX1" fmla="*/ 3843733 w 9149941"/>
                  <a:gd name="connsiteY1" fmla="*/ 1809973 h 4636769"/>
                  <a:gd name="connsiteX2" fmla="*/ 5086118 w 9149941"/>
                  <a:gd name="connsiteY2" fmla="*/ 1111037 h 4636769"/>
                  <a:gd name="connsiteX3" fmla="*/ 2856718 w 9149941"/>
                  <a:gd name="connsiteY3" fmla="*/ 505608 h 4636769"/>
                  <a:gd name="connsiteX4" fmla="*/ 4690897 w 9149941"/>
                  <a:gd name="connsiteY4" fmla="*/ 259331 h 4636769"/>
                  <a:gd name="connsiteX5" fmla="*/ 5729010 w 9149941"/>
                  <a:gd name="connsiteY5" fmla="*/ 199015 h 4636769"/>
                  <a:gd name="connsiteX6" fmla="*/ 9149941 w 9149941"/>
                  <a:gd name="connsiteY6" fmla="*/ 0 h 4636769"/>
                  <a:gd name="connsiteX7" fmla="*/ 9149324 w 9149941"/>
                  <a:gd name="connsiteY7" fmla="*/ 37652 h 4636769"/>
                  <a:gd name="connsiteX8" fmla="*/ 6531687 w 9149941"/>
                  <a:gd name="connsiteY8" fmla="*/ 205263 h 4636769"/>
                  <a:gd name="connsiteX9" fmla="*/ 5901132 w 9149941"/>
                  <a:gd name="connsiteY9" fmla="*/ 247425 h 4636769"/>
                  <a:gd name="connsiteX10" fmla="*/ 3900210 w 9149941"/>
                  <a:gd name="connsiteY10" fmla="*/ 467956 h 4636769"/>
                  <a:gd name="connsiteX11" fmla="*/ 5105066 w 9149941"/>
                  <a:gd name="connsiteY11" fmla="*/ 715382 h 4636769"/>
                  <a:gd name="connsiteX12" fmla="*/ 7041441 w 9149941"/>
                  <a:gd name="connsiteY12" fmla="*/ 1350082 h 4636769"/>
                  <a:gd name="connsiteX13" fmla="*/ 4865710 w 9149941"/>
                  <a:gd name="connsiteY13" fmla="*/ 2441983 h 4636769"/>
                  <a:gd name="connsiteX14" fmla="*/ 850417 w 9149941"/>
                  <a:gd name="connsiteY14" fmla="*/ 4074457 h 4636769"/>
                  <a:gd name="connsiteX15" fmla="*/ 8854 w 9149941"/>
                  <a:gd name="connsiteY15" fmla="*/ 4636769 h 4636769"/>
                  <a:gd name="connsiteX16" fmla="*/ 5147 w 9149941"/>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45713 w 9145237"/>
                  <a:gd name="connsiteY14" fmla="*/ 4074457 h 4636769"/>
                  <a:gd name="connsiteX15" fmla="*/ 4150 w 9145237"/>
                  <a:gd name="connsiteY15" fmla="*/ 4636769 h 4636769"/>
                  <a:gd name="connsiteX16" fmla="*/ 443 w 9145237"/>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50475 w 9145237"/>
                  <a:gd name="connsiteY14" fmla="*/ 4083982 h 4636769"/>
                  <a:gd name="connsiteX15" fmla="*/ 4150 w 9145237"/>
                  <a:gd name="connsiteY15" fmla="*/ 4636769 h 4636769"/>
                  <a:gd name="connsiteX16" fmla="*/ 443 w 9145237"/>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50475 w 9145237"/>
                  <a:gd name="connsiteY14" fmla="*/ 4083982 h 4636769"/>
                  <a:gd name="connsiteX15" fmla="*/ 4150 w 9145237"/>
                  <a:gd name="connsiteY15" fmla="*/ 4636769 h 4636769"/>
                  <a:gd name="connsiteX16" fmla="*/ 443 w 9145237"/>
                  <a:gd name="connsiteY16" fmla="*/ 2667895 h 463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45237" h="4636769">
                    <a:moveTo>
                      <a:pt x="443" y="2667895"/>
                    </a:moveTo>
                    <a:cubicBezTo>
                      <a:pt x="1304808" y="2304825"/>
                      <a:pt x="2287239" y="2121944"/>
                      <a:pt x="3839029" y="1809973"/>
                    </a:cubicBezTo>
                    <a:cubicBezTo>
                      <a:pt x="4307885" y="1695224"/>
                      <a:pt x="5231280" y="1521721"/>
                      <a:pt x="5081414" y="1111037"/>
                    </a:cubicBezTo>
                    <a:cubicBezTo>
                      <a:pt x="4644907" y="766993"/>
                      <a:pt x="2902217" y="727933"/>
                      <a:pt x="2852014" y="505608"/>
                    </a:cubicBezTo>
                    <a:cubicBezTo>
                      <a:pt x="2988278" y="319141"/>
                      <a:pt x="4275609" y="294294"/>
                      <a:pt x="4686193" y="259331"/>
                    </a:cubicBezTo>
                    <a:lnTo>
                      <a:pt x="5724306" y="199015"/>
                    </a:lnTo>
                    <a:lnTo>
                      <a:pt x="9145237" y="0"/>
                    </a:lnTo>
                    <a:cubicBezTo>
                      <a:pt x="9142716" y="17874"/>
                      <a:pt x="9144228" y="34683"/>
                      <a:pt x="9144620" y="37652"/>
                    </a:cubicBezTo>
                    <a:cubicBezTo>
                      <a:pt x="8708244" y="70275"/>
                      <a:pt x="7068348" y="170301"/>
                      <a:pt x="6526983" y="205263"/>
                    </a:cubicBezTo>
                    <a:lnTo>
                      <a:pt x="5896428" y="247425"/>
                    </a:lnTo>
                    <a:cubicBezTo>
                      <a:pt x="5457849" y="292795"/>
                      <a:pt x="3898196" y="319142"/>
                      <a:pt x="3895506" y="467956"/>
                    </a:cubicBezTo>
                    <a:cubicBezTo>
                      <a:pt x="3850683" y="574636"/>
                      <a:pt x="4498830" y="648147"/>
                      <a:pt x="5100362" y="715382"/>
                    </a:cubicBezTo>
                    <a:cubicBezTo>
                      <a:pt x="5492119" y="766480"/>
                      <a:pt x="6903612" y="932327"/>
                      <a:pt x="7036737" y="1350082"/>
                    </a:cubicBezTo>
                    <a:cubicBezTo>
                      <a:pt x="7145657" y="1754391"/>
                      <a:pt x="5938562" y="2170801"/>
                      <a:pt x="4861006" y="2441983"/>
                    </a:cubicBezTo>
                    <a:cubicBezTo>
                      <a:pt x="3255876" y="2796985"/>
                      <a:pt x="1720500" y="3540272"/>
                      <a:pt x="850475" y="4083982"/>
                    </a:cubicBezTo>
                    <a:cubicBezTo>
                      <a:pt x="569954" y="4271419"/>
                      <a:pt x="284671" y="4449332"/>
                      <a:pt x="4150" y="4636769"/>
                    </a:cubicBezTo>
                    <a:cubicBezTo>
                      <a:pt x="6541" y="4240828"/>
                      <a:pt x="-1994" y="3080551"/>
                      <a:pt x="443" y="2667895"/>
                    </a:cubicBezTo>
                    <a:close/>
                  </a:path>
                </a:pathLst>
              </a:custGeom>
              <a:gradFill flip="none" rotWithShape="1">
                <a:gsLst>
                  <a:gs pos="0">
                    <a:srgbClr val="000000">
                      <a:lumMod val="65000"/>
                      <a:lumOff val="35000"/>
                    </a:srgbClr>
                  </a:gs>
                  <a:gs pos="100000">
                    <a:srgbClr val="000000">
                      <a:lumMod val="75000"/>
                      <a:lumOff val="25000"/>
                    </a:srgbClr>
                  </a:gs>
                </a:gsLst>
                <a:path path="circle">
                  <a:fillToRect l="50000" t="50000" r="50000" b="50000"/>
                </a:path>
                <a:tileRect/>
              </a:gradFill>
              <a:ln w="12700" cap="flat" cmpd="sng" algn="ctr">
                <a:solidFill>
                  <a:srgbClr val="000000">
                    <a:lumMod val="85000"/>
                    <a:lumOff val="15000"/>
                  </a:srgbClr>
                </a:solid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9" name="Rectangle 8"/>
              <p:cNvSpPr/>
              <p:nvPr/>
            </p:nvSpPr>
            <p:spPr>
              <a:xfrm>
                <a:off x="3890454" y="1729358"/>
                <a:ext cx="5258307" cy="466393"/>
              </a:xfrm>
              <a:custGeom>
                <a:avLst/>
                <a:gdLst>
                  <a:gd name="connsiteX0" fmla="*/ 0 w 2019300"/>
                  <a:gd name="connsiteY0" fmla="*/ 0 h 61912"/>
                  <a:gd name="connsiteX1" fmla="*/ 2019300 w 2019300"/>
                  <a:gd name="connsiteY1" fmla="*/ 0 h 61912"/>
                  <a:gd name="connsiteX2" fmla="*/ 2019300 w 2019300"/>
                  <a:gd name="connsiteY2" fmla="*/ 61912 h 61912"/>
                  <a:gd name="connsiteX3" fmla="*/ 0 w 2019300"/>
                  <a:gd name="connsiteY3" fmla="*/ 61912 h 61912"/>
                  <a:gd name="connsiteX4" fmla="*/ 0 w 2019300"/>
                  <a:gd name="connsiteY4" fmla="*/ 0 h 61912"/>
                  <a:gd name="connsiteX0" fmla="*/ 50007 w 2069307"/>
                  <a:gd name="connsiteY0" fmla="*/ 0 h 161924"/>
                  <a:gd name="connsiteX1" fmla="*/ 2069307 w 2069307"/>
                  <a:gd name="connsiteY1" fmla="*/ 0 h 161924"/>
                  <a:gd name="connsiteX2" fmla="*/ 2069307 w 2069307"/>
                  <a:gd name="connsiteY2" fmla="*/ 61912 h 161924"/>
                  <a:gd name="connsiteX3" fmla="*/ 0 w 2069307"/>
                  <a:gd name="connsiteY3" fmla="*/ 161924 h 161924"/>
                  <a:gd name="connsiteX4" fmla="*/ 50007 w 2069307"/>
                  <a:gd name="connsiteY4" fmla="*/ 0 h 161924"/>
                  <a:gd name="connsiteX0" fmla="*/ 0 w 2085975"/>
                  <a:gd name="connsiteY0" fmla="*/ 128587 h 161924"/>
                  <a:gd name="connsiteX1" fmla="*/ 2085975 w 2085975"/>
                  <a:gd name="connsiteY1" fmla="*/ 0 h 161924"/>
                  <a:gd name="connsiteX2" fmla="*/ 2085975 w 2085975"/>
                  <a:gd name="connsiteY2" fmla="*/ 61912 h 161924"/>
                  <a:gd name="connsiteX3" fmla="*/ 16668 w 2085975"/>
                  <a:gd name="connsiteY3" fmla="*/ 161924 h 161924"/>
                  <a:gd name="connsiteX4" fmla="*/ 0 w 2085975"/>
                  <a:gd name="connsiteY4" fmla="*/ 128587 h 161924"/>
                  <a:gd name="connsiteX0" fmla="*/ 0 w 2085975"/>
                  <a:gd name="connsiteY0" fmla="*/ 128587 h 161924"/>
                  <a:gd name="connsiteX1" fmla="*/ 2085975 w 2085975"/>
                  <a:gd name="connsiteY1" fmla="*/ 0 h 161924"/>
                  <a:gd name="connsiteX2" fmla="*/ 2078831 w 2085975"/>
                  <a:gd name="connsiteY2" fmla="*/ 35718 h 161924"/>
                  <a:gd name="connsiteX3" fmla="*/ 16668 w 2085975"/>
                  <a:gd name="connsiteY3" fmla="*/ 161924 h 161924"/>
                  <a:gd name="connsiteX4" fmla="*/ 0 w 2085975"/>
                  <a:gd name="connsiteY4" fmla="*/ 128587 h 161924"/>
                  <a:gd name="connsiteX0" fmla="*/ 0 w 2085975"/>
                  <a:gd name="connsiteY0" fmla="*/ 128587 h 161924"/>
                  <a:gd name="connsiteX1" fmla="*/ 2085975 w 2085975"/>
                  <a:gd name="connsiteY1" fmla="*/ 0 h 161924"/>
                  <a:gd name="connsiteX2" fmla="*/ 2078831 w 2085975"/>
                  <a:gd name="connsiteY2" fmla="*/ 35718 h 161924"/>
                  <a:gd name="connsiteX3" fmla="*/ 16668 w 2085975"/>
                  <a:gd name="connsiteY3" fmla="*/ 161924 h 161924"/>
                  <a:gd name="connsiteX4" fmla="*/ 0 w 2085975"/>
                  <a:gd name="connsiteY4" fmla="*/ 128587 h 161924"/>
                  <a:gd name="connsiteX0" fmla="*/ 0 w 2200275"/>
                  <a:gd name="connsiteY0" fmla="*/ 142874 h 161924"/>
                  <a:gd name="connsiteX1" fmla="*/ 2200275 w 2200275"/>
                  <a:gd name="connsiteY1" fmla="*/ 0 h 161924"/>
                  <a:gd name="connsiteX2" fmla="*/ 2193131 w 2200275"/>
                  <a:gd name="connsiteY2" fmla="*/ 35718 h 161924"/>
                  <a:gd name="connsiteX3" fmla="*/ 130968 w 2200275"/>
                  <a:gd name="connsiteY3" fmla="*/ 161924 h 161924"/>
                  <a:gd name="connsiteX4" fmla="*/ 0 w 2200275"/>
                  <a:gd name="connsiteY4" fmla="*/ 142874 h 161924"/>
                  <a:gd name="connsiteX0" fmla="*/ 102394 w 2302669"/>
                  <a:gd name="connsiteY0" fmla="*/ 142874 h 181142"/>
                  <a:gd name="connsiteX1" fmla="*/ 2302669 w 2302669"/>
                  <a:gd name="connsiteY1" fmla="*/ 0 h 181142"/>
                  <a:gd name="connsiteX2" fmla="*/ 2295525 w 2302669"/>
                  <a:gd name="connsiteY2" fmla="*/ 35718 h 181142"/>
                  <a:gd name="connsiteX3" fmla="*/ 233362 w 2302669"/>
                  <a:gd name="connsiteY3" fmla="*/ 161924 h 181142"/>
                  <a:gd name="connsiteX4" fmla="*/ 0 w 2302669"/>
                  <a:gd name="connsiteY4" fmla="*/ 180975 h 181142"/>
                  <a:gd name="connsiteX5" fmla="*/ 102394 w 2302669"/>
                  <a:gd name="connsiteY5" fmla="*/ 142874 h 181142"/>
                  <a:gd name="connsiteX0" fmla="*/ 228369 w 2428644"/>
                  <a:gd name="connsiteY0" fmla="*/ 142874 h 181142"/>
                  <a:gd name="connsiteX1" fmla="*/ 2428644 w 2428644"/>
                  <a:gd name="connsiteY1" fmla="*/ 0 h 181142"/>
                  <a:gd name="connsiteX2" fmla="*/ 2421500 w 2428644"/>
                  <a:gd name="connsiteY2" fmla="*/ 35718 h 181142"/>
                  <a:gd name="connsiteX3" fmla="*/ 359337 w 2428644"/>
                  <a:gd name="connsiteY3" fmla="*/ 161924 h 181142"/>
                  <a:gd name="connsiteX4" fmla="*/ 125975 w 2428644"/>
                  <a:gd name="connsiteY4" fmla="*/ 180975 h 181142"/>
                  <a:gd name="connsiteX5" fmla="*/ 2150 w 2428644"/>
                  <a:gd name="connsiteY5" fmla="*/ 161925 h 181142"/>
                  <a:gd name="connsiteX6" fmla="*/ 228369 w 2428644"/>
                  <a:gd name="connsiteY6" fmla="*/ 142874 h 181142"/>
                  <a:gd name="connsiteX0" fmla="*/ 1362375 w 3562650"/>
                  <a:gd name="connsiteY0" fmla="*/ 142874 h 229288"/>
                  <a:gd name="connsiteX1" fmla="*/ 3562650 w 3562650"/>
                  <a:gd name="connsiteY1" fmla="*/ 0 h 229288"/>
                  <a:gd name="connsiteX2" fmla="*/ 3555506 w 3562650"/>
                  <a:gd name="connsiteY2" fmla="*/ 35718 h 229288"/>
                  <a:gd name="connsiteX3" fmla="*/ 1493343 w 3562650"/>
                  <a:gd name="connsiteY3" fmla="*/ 161924 h 229288"/>
                  <a:gd name="connsiteX4" fmla="*/ 1259981 w 3562650"/>
                  <a:gd name="connsiteY4" fmla="*/ 180975 h 229288"/>
                  <a:gd name="connsiteX5" fmla="*/ 300 w 3562650"/>
                  <a:gd name="connsiteY5" fmla="*/ 228600 h 229288"/>
                  <a:gd name="connsiteX6" fmla="*/ 1362375 w 3562650"/>
                  <a:gd name="connsiteY6" fmla="*/ 142874 h 229288"/>
                  <a:gd name="connsiteX0" fmla="*/ 1368215 w 3568490"/>
                  <a:gd name="connsiteY0" fmla="*/ 142874 h 264357"/>
                  <a:gd name="connsiteX1" fmla="*/ 3568490 w 3568490"/>
                  <a:gd name="connsiteY1" fmla="*/ 0 h 264357"/>
                  <a:gd name="connsiteX2" fmla="*/ 3561346 w 3568490"/>
                  <a:gd name="connsiteY2" fmla="*/ 35718 h 264357"/>
                  <a:gd name="connsiteX3" fmla="*/ 1499183 w 3568490"/>
                  <a:gd name="connsiteY3" fmla="*/ 161924 h 264357"/>
                  <a:gd name="connsiteX4" fmla="*/ 10902 w 3568490"/>
                  <a:gd name="connsiteY4" fmla="*/ 264318 h 264357"/>
                  <a:gd name="connsiteX5" fmla="*/ 6140 w 3568490"/>
                  <a:gd name="connsiteY5" fmla="*/ 228600 h 264357"/>
                  <a:gd name="connsiteX6" fmla="*/ 1368215 w 3568490"/>
                  <a:gd name="connsiteY6" fmla="*/ 142874 h 264357"/>
                  <a:gd name="connsiteX0" fmla="*/ 2316956 w 4517231"/>
                  <a:gd name="connsiteY0" fmla="*/ 142874 h 323875"/>
                  <a:gd name="connsiteX1" fmla="*/ 4517231 w 4517231"/>
                  <a:gd name="connsiteY1" fmla="*/ 0 h 323875"/>
                  <a:gd name="connsiteX2" fmla="*/ 4510087 w 4517231"/>
                  <a:gd name="connsiteY2" fmla="*/ 35718 h 323875"/>
                  <a:gd name="connsiteX3" fmla="*/ 2447924 w 4517231"/>
                  <a:gd name="connsiteY3" fmla="*/ 161924 h 323875"/>
                  <a:gd name="connsiteX4" fmla="*/ 0 w 4517231"/>
                  <a:gd name="connsiteY4" fmla="*/ 323850 h 323875"/>
                  <a:gd name="connsiteX5" fmla="*/ 954881 w 4517231"/>
                  <a:gd name="connsiteY5" fmla="*/ 228600 h 323875"/>
                  <a:gd name="connsiteX6" fmla="*/ 2316956 w 4517231"/>
                  <a:gd name="connsiteY6" fmla="*/ 142874 h 323875"/>
                  <a:gd name="connsiteX0" fmla="*/ 2553579 w 4753854"/>
                  <a:gd name="connsiteY0" fmla="*/ 142874 h 331045"/>
                  <a:gd name="connsiteX1" fmla="*/ 4753854 w 4753854"/>
                  <a:gd name="connsiteY1" fmla="*/ 0 h 331045"/>
                  <a:gd name="connsiteX2" fmla="*/ 4746710 w 4753854"/>
                  <a:gd name="connsiteY2" fmla="*/ 35718 h 331045"/>
                  <a:gd name="connsiteX3" fmla="*/ 2684547 w 4753854"/>
                  <a:gd name="connsiteY3" fmla="*/ 161924 h 331045"/>
                  <a:gd name="connsiteX4" fmla="*/ 236623 w 4753854"/>
                  <a:gd name="connsiteY4" fmla="*/ 323850 h 331045"/>
                  <a:gd name="connsiteX5" fmla="*/ 158042 w 4753854"/>
                  <a:gd name="connsiteY5" fmla="*/ 297656 h 331045"/>
                  <a:gd name="connsiteX6" fmla="*/ 1191504 w 4753854"/>
                  <a:gd name="connsiteY6" fmla="*/ 228600 h 331045"/>
                  <a:gd name="connsiteX7" fmla="*/ 2553579 w 4753854"/>
                  <a:gd name="connsiteY7" fmla="*/ 142874 h 331045"/>
                  <a:gd name="connsiteX0" fmla="*/ 2553579 w 4753854"/>
                  <a:gd name="connsiteY0" fmla="*/ 142874 h 331045"/>
                  <a:gd name="connsiteX1" fmla="*/ 4753854 w 4753854"/>
                  <a:gd name="connsiteY1" fmla="*/ 0 h 331045"/>
                  <a:gd name="connsiteX2" fmla="*/ 4746710 w 4753854"/>
                  <a:gd name="connsiteY2" fmla="*/ 35718 h 331045"/>
                  <a:gd name="connsiteX3" fmla="*/ 2684547 w 4753854"/>
                  <a:gd name="connsiteY3" fmla="*/ 161924 h 331045"/>
                  <a:gd name="connsiteX4" fmla="*/ 236623 w 4753854"/>
                  <a:gd name="connsiteY4" fmla="*/ 323850 h 331045"/>
                  <a:gd name="connsiteX5" fmla="*/ 158042 w 4753854"/>
                  <a:gd name="connsiteY5" fmla="*/ 297656 h 331045"/>
                  <a:gd name="connsiteX6" fmla="*/ 1191504 w 4753854"/>
                  <a:gd name="connsiteY6" fmla="*/ 228600 h 331045"/>
                  <a:gd name="connsiteX7" fmla="*/ 2553579 w 4753854"/>
                  <a:gd name="connsiteY7" fmla="*/ 142874 h 331045"/>
                  <a:gd name="connsiteX0" fmla="*/ 3026842 w 5227117"/>
                  <a:gd name="connsiteY0" fmla="*/ 142874 h 452571"/>
                  <a:gd name="connsiteX1" fmla="*/ 5227117 w 5227117"/>
                  <a:gd name="connsiteY1" fmla="*/ 0 h 452571"/>
                  <a:gd name="connsiteX2" fmla="*/ 5219973 w 5227117"/>
                  <a:gd name="connsiteY2" fmla="*/ 35718 h 452571"/>
                  <a:gd name="connsiteX3" fmla="*/ 3157810 w 5227117"/>
                  <a:gd name="connsiteY3" fmla="*/ 161924 h 452571"/>
                  <a:gd name="connsiteX4" fmla="*/ 709886 w 5227117"/>
                  <a:gd name="connsiteY4" fmla="*/ 323850 h 452571"/>
                  <a:gd name="connsiteX5" fmla="*/ 274 w 5227117"/>
                  <a:gd name="connsiteY5" fmla="*/ 452438 h 452571"/>
                  <a:gd name="connsiteX6" fmla="*/ 631305 w 5227117"/>
                  <a:gd name="connsiteY6" fmla="*/ 297656 h 452571"/>
                  <a:gd name="connsiteX7" fmla="*/ 1664767 w 5227117"/>
                  <a:gd name="connsiteY7" fmla="*/ 228600 h 452571"/>
                  <a:gd name="connsiteX8" fmla="*/ 3026842 w 5227117"/>
                  <a:gd name="connsiteY8" fmla="*/ 142874 h 452571"/>
                  <a:gd name="connsiteX0" fmla="*/ 3026916 w 5227191"/>
                  <a:gd name="connsiteY0" fmla="*/ 142874 h 452571"/>
                  <a:gd name="connsiteX1" fmla="*/ 5227191 w 5227191"/>
                  <a:gd name="connsiteY1" fmla="*/ 0 h 452571"/>
                  <a:gd name="connsiteX2" fmla="*/ 5220047 w 5227191"/>
                  <a:gd name="connsiteY2" fmla="*/ 35718 h 452571"/>
                  <a:gd name="connsiteX3" fmla="*/ 3157884 w 5227191"/>
                  <a:gd name="connsiteY3" fmla="*/ 161924 h 452571"/>
                  <a:gd name="connsiteX4" fmla="*/ 709960 w 5227191"/>
                  <a:gd name="connsiteY4" fmla="*/ 323850 h 452571"/>
                  <a:gd name="connsiteX5" fmla="*/ 348 w 5227191"/>
                  <a:gd name="connsiteY5" fmla="*/ 452438 h 452571"/>
                  <a:gd name="connsiteX6" fmla="*/ 631379 w 5227191"/>
                  <a:gd name="connsiteY6" fmla="*/ 297656 h 452571"/>
                  <a:gd name="connsiteX7" fmla="*/ 1664841 w 5227191"/>
                  <a:gd name="connsiteY7" fmla="*/ 228600 h 452571"/>
                  <a:gd name="connsiteX8" fmla="*/ 3026916 w 5227191"/>
                  <a:gd name="connsiteY8" fmla="*/ 142874 h 452571"/>
                  <a:gd name="connsiteX0" fmla="*/ 3027994 w 5228269"/>
                  <a:gd name="connsiteY0" fmla="*/ 142874 h 452571"/>
                  <a:gd name="connsiteX1" fmla="*/ 5228269 w 5228269"/>
                  <a:gd name="connsiteY1" fmla="*/ 0 h 452571"/>
                  <a:gd name="connsiteX2" fmla="*/ 5221125 w 5228269"/>
                  <a:gd name="connsiteY2" fmla="*/ 35718 h 452571"/>
                  <a:gd name="connsiteX3" fmla="*/ 3158962 w 5228269"/>
                  <a:gd name="connsiteY3" fmla="*/ 161924 h 452571"/>
                  <a:gd name="connsiteX4" fmla="*/ 711038 w 5228269"/>
                  <a:gd name="connsiteY4" fmla="*/ 323850 h 452571"/>
                  <a:gd name="connsiteX5" fmla="*/ 1426 w 5228269"/>
                  <a:gd name="connsiteY5" fmla="*/ 452438 h 452571"/>
                  <a:gd name="connsiteX6" fmla="*/ 632457 w 5228269"/>
                  <a:gd name="connsiteY6" fmla="*/ 297656 h 452571"/>
                  <a:gd name="connsiteX7" fmla="*/ 1665919 w 5228269"/>
                  <a:gd name="connsiteY7" fmla="*/ 228600 h 452571"/>
                  <a:gd name="connsiteX8" fmla="*/ 3027994 w 5228269"/>
                  <a:gd name="connsiteY8" fmla="*/ 142874 h 452571"/>
                  <a:gd name="connsiteX0" fmla="*/ 3028064 w 5228339"/>
                  <a:gd name="connsiteY0" fmla="*/ 142874 h 452571"/>
                  <a:gd name="connsiteX1" fmla="*/ 5228339 w 5228339"/>
                  <a:gd name="connsiteY1" fmla="*/ 0 h 452571"/>
                  <a:gd name="connsiteX2" fmla="*/ 5221195 w 5228339"/>
                  <a:gd name="connsiteY2" fmla="*/ 35718 h 452571"/>
                  <a:gd name="connsiteX3" fmla="*/ 3159032 w 5228339"/>
                  <a:gd name="connsiteY3" fmla="*/ 161924 h 452571"/>
                  <a:gd name="connsiteX4" fmla="*/ 711108 w 5228339"/>
                  <a:gd name="connsiteY4" fmla="*/ 323850 h 452571"/>
                  <a:gd name="connsiteX5" fmla="*/ 1496 w 5228339"/>
                  <a:gd name="connsiteY5" fmla="*/ 452438 h 452571"/>
                  <a:gd name="connsiteX6" fmla="*/ 632527 w 5228339"/>
                  <a:gd name="connsiteY6" fmla="*/ 297656 h 452571"/>
                  <a:gd name="connsiteX7" fmla="*/ 1665989 w 5228339"/>
                  <a:gd name="connsiteY7" fmla="*/ 228600 h 452571"/>
                  <a:gd name="connsiteX8" fmla="*/ 3028064 w 5228339"/>
                  <a:gd name="connsiteY8" fmla="*/ 142874 h 452571"/>
                  <a:gd name="connsiteX0" fmla="*/ 3030436 w 5230711"/>
                  <a:gd name="connsiteY0" fmla="*/ 142874 h 452571"/>
                  <a:gd name="connsiteX1" fmla="*/ 5230711 w 5230711"/>
                  <a:gd name="connsiteY1" fmla="*/ 0 h 452571"/>
                  <a:gd name="connsiteX2" fmla="*/ 5223567 w 5230711"/>
                  <a:gd name="connsiteY2" fmla="*/ 35718 h 452571"/>
                  <a:gd name="connsiteX3" fmla="*/ 3161404 w 5230711"/>
                  <a:gd name="connsiteY3" fmla="*/ 161924 h 452571"/>
                  <a:gd name="connsiteX4" fmla="*/ 713480 w 5230711"/>
                  <a:gd name="connsiteY4" fmla="*/ 323850 h 452571"/>
                  <a:gd name="connsiteX5" fmla="*/ 1487 w 5230711"/>
                  <a:gd name="connsiteY5" fmla="*/ 452438 h 452571"/>
                  <a:gd name="connsiteX6" fmla="*/ 634899 w 5230711"/>
                  <a:gd name="connsiteY6" fmla="*/ 297656 h 452571"/>
                  <a:gd name="connsiteX7" fmla="*/ 1668361 w 5230711"/>
                  <a:gd name="connsiteY7" fmla="*/ 228600 h 452571"/>
                  <a:gd name="connsiteX8" fmla="*/ 3030436 w 5230711"/>
                  <a:gd name="connsiteY8" fmla="*/ 142874 h 452571"/>
                  <a:gd name="connsiteX0" fmla="*/ 3030953 w 5231228"/>
                  <a:gd name="connsiteY0" fmla="*/ 142874 h 452571"/>
                  <a:gd name="connsiteX1" fmla="*/ 5231228 w 5231228"/>
                  <a:gd name="connsiteY1" fmla="*/ 0 h 452571"/>
                  <a:gd name="connsiteX2" fmla="*/ 5224084 w 5231228"/>
                  <a:gd name="connsiteY2" fmla="*/ 35718 h 452571"/>
                  <a:gd name="connsiteX3" fmla="*/ 3161921 w 5231228"/>
                  <a:gd name="connsiteY3" fmla="*/ 161924 h 452571"/>
                  <a:gd name="connsiteX4" fmla="*/ 713997 w 5231228"/>
                  <a:gd name="connsiteY4" fmla="*/ 323850 h 452571"/>
                  <a:gd name="connsiteX5" fmla="*/ 2004 w 5231228"/>
                  <a:gd name="connsiteY5" fmla="*/ 452438 h 452571"/>
                  <a:gd name="connsiteX6" fmla="*/ 635416 w 5231228"/>
                  <a:gd name="connsiteY6" fmla="*/ 297656 h 452571"/>
                  <a:gd name="connsiteX7" fmla="*/ 1668878 w 5231228"/>
                  <a:gd name="connsiteY7" fmla="*/ 228600 h 452571"/>
                  <a:gd name="connsiteX8" fmla="*/ 3030953 w 5231228"/>
                  <a:gd name="connsiteY8" fmla="*/ 142874 h 452571"/>
                  <a:gd name="connsiteX0" fmla="*/ 3035691 w 5235966"/>
                  <a:gd name="connsiteY0" fmla="*/ 142874 h 454949"/>
                  <a:gd name="connsiteX1" fmla="*/ 5235966 w 5235966"/>
                  <a:gd name="connsiteY1" fmla="*/ 0 h 454949"/>
                  <a:gd name="connsiteX2" fmla="*/ 5228822 w 5235966"/>
                  <a:gd name="connsiteY2" fmla="*/ 35718 h 454949"/>
                  <a:gd name="connsiteX3" fmla="*/ 3166659 w 5235966"/>
                  <a:gd name="connsiteY3" fmla="*/ 161924 h 454949"/>
                  <a:gd name="connsiteX4" fmla="*/ 718735 w 5235966"/>
                  <a:gd name="connsiteY4" fmla="*/ 323850 h 454949"/>
                  <a:gd name="connsiteX5" fmla="*/ 1980 w 5235966"/>
                  <a:gd name="connsiteY5" fmla="*/ 454819 h 454949"/>
                  <a:gd name="connsiteX6" fmla="*/ 640154 w 5235966"/>
                  <a:gd name="connsiteY6" fmla="*/ 297656 h 454949"/>
                  <a:gd name="connsiteX7" fmla="*/ 1673616 w 5235966"/>
                  <a:gd name="connsiteY7" fmla="*/ 228600 h 454949"/>
                  <a:gd name="connsiteX8" fmla="*/ 3035691 w 5235966"/>
                  <a:gd name="connsiteY8" fmla="*/ 142874 h 454949"/>
                  <a:gd name="connsiteX0" fmla="*/ 3037238 w 5237513"/>
                  <a:gd name="connsiteY0" fmla="*/ 142874 h 454949"/>
                  <a:gd name="connsiteX1" fmla="*/ 5237513 w 5237513"/>
                  <a:gd name="connsiteY1" fmla="*/ 0 h 454949"/>
                  <a:gd name="connsiteX2" fmla="*/ 5230369 w 5237513"/>
                  <a:gd name="connsiteY2" fmla="*/ 35718 h 454949"/>
                  <a:gd name="connsiteX3" fmla="*/ 3168206 w 5237513"/>
                  <a:gd name="connsiteY3" fmla="*/ 161924 h 454949"/>
                  <a:gd name="connsiteX4" fmla="*/ 720282 w 5237513"/>
                  <a:gd name="connsiteY4" fmla="*/ 323850 h 454949"/>
                  <a:gd name="connsiteX5" fmla="*/ 3527 w 5237513"/>
                  <a:gd name="connsiteY5" fmla="*/ 454819 h 454949"/>
                  <a:gd name="connsiteX6" fmla="*/ 641701 w 5237513"/>
                  <a:gd name="connsiteY6" fmla="*/ 297656 h 454949"/>
                  <a:gd name="connsiteX7" fmla="*/ 1675163 w 5237513"/>
                  <a:gd name="connsiteY7" fmla="*/ 228600 h 454949"/>
                  <a:gd name="connsiteX8" fmla="*/ 3037238 w 5237513"/>
                  <a:gd name="connsiteY8" fmla="*/ 142874 h 454949"/>
                  <a:gd name="connsiteX0" fmla="*/ 3037299 w 5237574"/>
                  <a:gd name="connsiteY0" fmla="*/ 142874 h 454949"/>
                  <a:gd name="connsiteX1" fmla="*/ 5237574 w 5237574"/>
                  <a:gd name="connsiteY1" fmla="*/ 0 h 454949"/>
                  <a:gd name="connsiteX2" fmla="*/ 5230430 w 5237574"/>
                  <a:gd name="connsiteY2" fmla="*/ 35718 h 454949"/>
                  <a:gd name="connsiteX3" fmla="*/ 3168267 w 5237574"/>
                  <a:gd name="connsiteY3" fmla="*/ 161924 h 454949"/>
                  <a:gd name="connsiteX4" fmla="*/ 720343 w 5237574"/>
                  <a:gd name="connsiteY4" fmla="*/ 323850 h 454949"/>
                  <a:gd name="connsiteX5" fmla="*/ 3588 w 5237574"/>
                  <a:gd name="connsiteY5" fmla="*/ 454819 h 454949"/>
                  <a:gd name="connsiteX6" fmla="*/ 634619 w 5237574"/>
                  <a:gd name="connsiteY6" fmla="*/ 292893 h 454949"/>
                  <a:gd name="connsiteX7" fmla="*/ 1675224 w 5237574"/>
                  <a:gd name="connsiteY7" fmla="*/ 228600 h 454949"/>
                  <a:gd name="connsiteX8" fmla="*/ 3037299 w 5237574"/>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75245 w 5237595"/>
                  <a:gd name="connsiteY7" fmla="*/ 228600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75245 w 5237595"/>
                  <a:gd name="connsiteY7" fmla="*/ 228600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68101 w 5237595"/>
                  <a:gd name="connsiteY7" fmla="*/ 226218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68101 w 5237595"/>
                  <a:gd name="connsiteY7" fmla="*/ 226218 h 454949"/>
                  <a:gd name="connsiteX8" fmla="*/ 3037320 w 5237595"/>
                  <a:gd name="connsiteY8" fmla="*/ 142874 h 454949"/>
                  <a:gd name="connsiteX0" fmla="*/ 3036822 w 5237097"/>
                  <a:gd name="connsiteY0" fmla="*/ 142874 h 454949"/>
                  <a:gd name="connsiteX1" fmla="*/ 5237097 w 5237097"/>
                  <a:gd name="connsiteY1" fmla="*/ 0 h 454949"/>
                  <a:gd name="connsiteX2" fmla="*/ 5229953 w 5237097"/>
                  <a:gd name="connsiteY2" fmla="*/ 35718 h 454949"/>
                  <a:gd name="connsiteX3" fmla="*/ 3167790 w 5237097"/>
                  <a:gd name="connsiteY3" fmla="*/ 161924 h 454949"/>
                  <a:gd name="connsiteX4" fmla="*/ 719866 w 5237097"/>
                  <a:gd name="connsiteY4" fmla="*/ 323850 h 454949"/>
                  <a:gd name="connsiteX5" fmla="*/ 3111 w 5237097"/>
                  <a:gd name="connsiteY5" fmla="*/ 454819 h 454949"/>
                  <a:gd name="connsiteX6" fmla="*/ 631761 w 5237097"/>
                  <a:gd name="connsiteY6" fmla="*/ 292893 h 454949"/>
                  <a:gd name="connsiteX7" fmla="*/ 1667603 w 5237097"/>
                  <a:gd name="connsiteY7" fmla="*/ 226218 h 454949"/>
                  <a:gd name="connsiteX8" fmla="*/ 3036822 w 5237097"/>
                  <a:gd name="connsiteY8" fmla="*/ 142874 h 454949"/>
                  <a:gd name="connsiteX0" fmla="*/ 3037463 w 5237738"/>
                  <a:gd name="connsiteY0" fmla="*/ 142874 h 454949"/>
                  <a:gd name="connsiteX1" fmla="*/ 5237738 w 5237738"/>
                  <a:gd name="connsiteY1" fmla="*/ 0 h 454949"/>
                  <a:gd name="connsiteX2" fmla="*/ 5230594 w 5237738"/>
                  <a:gd name="connsiteY2" fmla="*/ 35718 h 454949"/>
                  <a:gd name="connsiteX3" fmla="*/ 3168431 w 5237738"/>
                  <a:gd name="connsiteY3" fmla="*/ 161924 h 454949"/>
                  <a:gd name="connsiteX4" fmla="*/ 720507 w 5237738"/>
                  <a:gd name="connsiteY4" fmla="*/ 323850 h 454949"/>
                  <a:gd name="connsiteX5" fmla="*/ 3752 w 5237738"/>
                  <a:gd name="connsiteY5" fmla="*/ 454819 h 454949"/>
                  <a:gd name="connsiteX6" fmla="*/ 632402 w 5237738"/>
                  <a:gd name="connsiteY6" fmla="*/ 292893 h 454949"/>
                  <a:gd name="connsiteX7" fmla="*/ 1668244 w 5237738"/>
                  <a:gd name="connsiteY7" fmla="*/ 226218 h 454949"/>
                  <a:gd name="connsiteX8" fmla="*/ 3037463 w 5237738"/>
                  <a:gd name="connsiteY8" fmla="*/ 142874 h 454949"/>
                  <a:gd name="connsiteX0" fmla="*/ 3038516 w 5238791"/>
                  <a:gd name="connsiteY0" fmla="*/ 142874 h 454949"/>
                  <a:gd name="connsiteX1" fmla="*/ 5238791 w 5238791"/>
                  <a:gd name="connsiteY1" fmla="*/ 0 h 454949"/>
                  <a:gd name="connsiteX2" fmla="*/ 5231647 w 5238791"/>
                  <a:gd name="connsiteY2" fmla="*/ 35718 h 454949"/>
                  <a:gd name="connsiteX3" fmla="*/ 3169484 w 5238791"/>
                  <a:gd name="connsiteY3" fmla="*/ 161924 h 454949"/>
                  <a:gd name="connsiteX4" fmla="*/ 721560 w 5238791"/>
                  <a:gd name="connsiteY4" fmla="*/ 323850 h 454949"/>
                  <a:gd name="connsiteX5" fmla="*/ 4805 w 5238791"/>
                  <a:gd name="connsiteY5" fmla="*/ 454819 h 454949"/>
                  <a:gd name="connsiteX6" fmla="*/ 633455 w 5238791"/>
                  <a:gd name="connsiteY6" fmla="*/ 292893 h 454949"/>
                  <a:gd name="connsiteX7" fmla="*/ 1669297 w 5238791"/>
                  <a:gd name="connsiteY7" fmla="*/ 226218 h 454949"/>
                  <a:gd name="connsiteX8" fmla="*/ 3038516 w 5238791"/>
                  <a:gd name="connsiteY8" fmla="*/ 142874 h 454949"/>
                  <a:gd name="connsiteX0" fmla="*/ 3038516 w 5238791"/>
                  <a:gd name="connsiteY0" fmla="*/ 142874 h 454941"/>
                  <a:gd name="connsiteX1" fmla="*/ 5238791 w 5238791"/>
                  <a:gd name="connsiteY1" fmla="*/ 0 h 454941"/>
                  <a:gd name="connsiteX2" fmla="*/ 5231647 w 5238791"/>
                  <a:gd name="connsiteY2" fmla="*/ 35718 h 454941"/>
                  <a:gd name="connsiteX3" fmla="*/ 3169484 w 5238791"/>
                  <a:gd name="connsiteY3" fmla="*/ 161924 h 454941"/>
                  <a:gd name="connsiteX4" fmla="*/ 721560 w 5238791"/>
                  <a:gd name="connsiteY4" fmla="*/ 323850 h 454941"/>
                  <a:gd name="connsiteX5" fmla="*/ 4805 w 5238791"/>
                  <a:gd name="connsiteY5" fmla="*/ 454819 h 454941"/>
                  <a:gd name="connsiteX6" fmla="*/ 633455 w 5238791"/>
                  <a:gd name="connsiteY6" fmla="*/ 292893 h 454941"/>
                  <a:gd name="connsiteX7" fmla="*/ 1669297 w 5238791"/>
                  <a:gd name="connsiteY7" fmla="*/ 226218 h 454941"/>
                  <a:gd name="connsiteX8" fmla="*/ 3038516 w 5238791"/>
                  <a:gd name="connsiteY8" fmla="*/ 142874 h 454941"/>
                  <a:gd name="connsiteX0" fmla="*/ 3038516 w 5238791"/>
                  <a:gd name="connsiteY0" fmla="*/ 142874 h 454819"/>
                  <a:gd name="connsiteX1" fmla="*/ 5238791 w 5238791"/>
                  <a:gd name="connsiteY1" fmla="*/ 0 h 454819"/>
                  <a:gd name="connsiteX2" fmla="*/ 5231647 w 5238791"/>
                  <a:gd name="connsiteY2" fmla="*/ 35718 h 454819"/>
                  <a:gd name="connsiteX3" fmla="*/ 3169484 w 5238791"/>
                  <a:gd name="connsiteY3" fmla="*/ 161924 h 454819"/>
                  <a:gd name="connsiteX4" fmla="*/ 721560 w 5238791"/>
                  <a:gd name="connsiteY4" fmla="*/ 323850 h 454819"/>
                  <a:gd name="connsiteX5" fmla="*/ 4805 w 5238791"/>
                  <a:gd name="connsiteY5" fmla="*/ 454819 h 454819"/>
                  <a:gd name="connsiteX6" fmla="*/ 633455 w 5238791"/>
                  <a:gd name="connsiteY6" fmla="*/ 292893 h 454819"/>
                  <a:gd name="connsiteX7" fmla="*/ 1669297 w 5238791"/>
                  <a:gd name="connsiteY7" fmla="*/ 226218 h 454819"/>
                  <a:gd name="connsiteX8" fmla="*/ 3038516 w 5238791"/>
                  <a:gd name="connsiteY8" fmla="*/ 142874 h 454819"/>
                  <a:gd name="connsiteX0" fmla="*/ 3038516 w 5238791"/>
                  <a:gd name="connsiteY0" fmla="*/ 142874 h 454819"/>
                  <a:gd name="connsiteX1" fmla="*/ 5238791 w 5238791"/>
                  <a:gd name="connsiteY1" fmla="*/ 0 h 454819"/>
                  <a:gd name="connsiteX2" fmla="*/ 5231647 w 5238791"/>
                  <a:gd name="connsiteY2" fmla="*/ 35718 h 454819"/>
                  <a:gd name="connsiteX3" fmla="*/ 3169484 w 5238791"/>
                  <a:gd name="connsiteY3" fmla="*/ 161924 h 454819"/>
                  <a:gd name="connsiteX4" fmla="*/ 721560 w 5238791"/>
                  <a:gd name="connsiteY4" fmla="*/ 323850 h 454819"/>
                  <a:gd name="connsiteX5" fmla="*/ 4805 w 5238791"/>
                  <a:gd name="connsiteY5" fmla="*/ 454819 h 454819"/>
                  <a:gd name="connsiteX6" fmla="*/ 633455 w 5238791"/>
                  <a:gd name="connsiteY6" fmla="*/ 292893 h 454819"/>
                  <a:gd name="connsiteX7" fmla="*/ 1669297 w 5238791"/>
                  <a:gd name="connsiteY7" fmla="*/ 226218 h 454819"/>
                  <a:gd name="connsiteX8" fmla="*/ 3038516 w 5238791"/>
                  <a:gd name="connsiteY8" fmla="*/ 142874 h 454819"/>
                  <a:gd name="connsiteX0" fmla="*/ 3031443 w 5231718"/>
                  <a:gd name="connsiteY0" fmla="*/ 142874 h 469106"/>
                  <a:gd name="connsiteX1" fmla="*/ 5231718 w 5231718"/>
                  <a:gd name="connsiteY1" fmla="*/ 0 h 469106"/>
                  <a:gd name="connsiteX2" fmla="*/ 5224574 w 5231718"/>
                  <a:gd name="connsiteY2" fmla="*/ 35718 h 469106"/>
                  <a:gd name="connsiteX3" fmla="*/ 3162411 w 5231718"/>
                  <a:gd name="connsiteY3" fmla="*/ 161924 h 469106"/>
                  <a:gd name="connsiteX4" fmla="*/ 714487 w 5231718"/>
                  <a:gd name="connsiteY4" fmla="*/ 323850 h 469106"/>
                  <a:gd name="connsiteX5" fmla="*/ 4876 w 5231718"/>
                  <a:gd name="connsiteY5" fmla="*/ 469106 h 469106"/>
                  <a:gd name="connsiteX6" fmla="*/ 626382 w 5231718"/>
                  <a:gd name="connsiteY6" fmla="*/ 292893 h 469106"/>
                  <a:gd name="connsiteX7" fmla="*/ 1662224 w 5231718"/>
                  <a:gd name="connsiteY7" fmla="*/ 226218 h 469106"/>
                  <a:gd name="connsiteX8" fmla="*/ 3031443 w 5231718"/>
                  <a:gd name="connsiteY8" fmla="*/ 142874 h 469106"/>
                  <a:gd name="connsiteX0" fmla="*/ 3040273 w 5240548"/>
                  <a:gd name="connsiteY0" fmla="*/ 142874 h 469106"/>
                  <a:gd name="connsiteX1" fmla="*/ 5240548 w 5240548"/>
                  <a:gd name="connsiteY1" fmla="*/ 0 h 469106"/>
                  <a:gd name="connsiteX2" fmla="*/ 5233404 w 5240548"/>
                  <a:gd name="connsiteY2" fmla="*/ 35718 h 469106"/>
                  <a:gd name="connsiteX3" fmla="*/ 3171241 w 5240548"/>
                  <a:gd name="connsiteY3" fmla="*/ 161924 h 469106"/>
                  <a:gd name="connsiteX4" fmla="*/ 723317 w 5240548"/>
                  <a:gd name="connsiteY4" fmla="*/ 323850 h 469106"/>
                  <a:gd name="connsiteX5" fmla="*/ 13706 w 5240548"/>
                  <a:gd name="connsiteY5" fmla="*/ 469106 h 469106"/>
                  <a:gd name="connsiteX6" fmla="*/ 635212 w 5240548"/>
                  <a:gd name="connsiteY6" fmla="*/ 292893 h 469106"/>
                  <a:gd name="connsiteX7" fmla="*/ 1671054 w 5240548"/>
                  <a:gd name="connsiteY7" fmla="*/ 226218 h 469106"/>
                  <a:gd name="connsiteX8" fmla="*/ 3040273 w 5240548"/>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41937 w 5242212"/>
                  <a:gd name="connsiteY0" fmla="*/ 142874 h 469106"/>
                  <a:gd name="connsiteX1" fmla="*/ 5242212 w 5242212"/>
                  <a:gd name="connsiteY1" fmla="*/ 0 h 469106"/>
                  <a:gd name="connsiteX2" fmla="*/ 5235068 w 5242212"/>
                  <a:gd name="connsiteY2" fmla="*/ 35718 h 469106"/>
                  <a:gd name="connsiteX3" fmla="*/ 3172905 w 5242212"/>
                  <a:gd name="connsiteY3" fmla="*/ 161924 h 469106"/>
                  <a:gd name="connsiteX4" fmla="*/ 724981 w 5242212"/>
                  <a:gd name="connsiteY4" fmla="*/ 323850 h 469106"/>
                  <a:gd name="connsiteX5" fmla="*/ 15370 w 5242212"/>
                  <a:gd name="connsiteY5" fmla="*/ 469106 h 469106"/>
                  <a:gd name="connsiteX6" fmla="*/ 636876 w 5242212"/>
                  <a:gd name="connsiteY6" fmla="*/ 292893 h 469106"/>
                  <a:gd name="connsiteX7" fmla="*/ 1672718 w 5242212"/>
                  <a:gd name="connsiteY7" fmla="*/ 226218 h 469106"/>
                  <a:gd name="connsiteX8" fmla="*/ 3041937 w 5242212"/>
                  <a:gd name="connsiteY8" fmla="*/ 142874 h 469106"/>
                  <a:gd name="connsiteX0" fmla="*/ 3047277 w 5247552"/>
                  <a:gd name="connsiteY0" fmla="*/ 142874 h 469106"/>
                  <a:gd name="connsiteX1" fmla="*/ 5247552 w 5247552"/>
                  <a:gd name="connsiteY1" fmla="*/ 0 h 469106"/>
                  <a:gd name="connsiteX2" fmla="*/ 5240408 w 5247552"/>
                  <a:gd name="connsiteY2" fmla="*/ 35718 h 469106"/>
                  <a:gd name="connsiteX3" fmla="*/ 3178245 w 5247552"/>
                  <a:gd name="connsiteY3" fmla="*/ 161924 h 469106"/>
                  <a:gd name="connsiteX4" fmla="*/ 730321 w 5247552"/>
                  <a:gd name="connsiteY4" fmla="*/ 323850 h 469106"/>
                  <a:gd name="connsiteX5" fmla="*/ 20710 w 5247552"/>
                  <a:gd name="connsiteY5" fmla="*/ 469106 h 469106"/>
                  <a:gd name="connsiteX6" fmla="*/ 642216 w 5247552"/>
                  <a:gd name="connsiteY6" fmla="*/ 292893 h 469106"/>
                  <a:gd name="connsiteX7" fmla="*/ 1678058 w 5247552"/>
                  <a:gd name="connsiteY7" fmla="*/ 226218 h 469106"/>
                  <a:gd name="connsiteX8" fmla="*/ 3047277 w 5247552"/>
                  <a:gd name="connsiteY8" fmla="*/ 142874 h 469106"/>
                  <a:gd name="connsiteX0" fmla="*/ 3049900 w 5250175"/>
                  <a:gd name="connsiteY0" fmla="*/ 142874 h 466393"/>
                  <a:gd name="connsiteX1" fmla="*/ 5250175 w 5250175"/>
                  <a:gd name="connsiteY1" fmla="*/ 0 h 466393"/>
                  <a:gd name="connsiteX2" fmla="*/ 5243031 w 5250175"/>
                  <a:gd name="connsiteY2" fmla="*/ 35718 h 466393"/>
                  <a:gd name="connsiteX3" fmla="*/ 3180868 w 5250175"/>
                  <a:gd name="connsiteY3" fmla="*/ 161924 h 466393"/>
                  <a:gd name="connsiteX4" fmla="*/ 732944 w 5250175"/>
                  <a:gd name="connsiteY4" fmla="*/ 323850 h 466393"/>
                  <a:gd name="connsiteX5" fmla="*/ 20620 w 5250175"/>
                  <a:gd name="connsiteY5" fmla="*/ 466393 h 466393"/>
                  <a:gd name="connsiteX6" fmla="*/ 644839 w 5250175"/>
                  <a:gd name="connsiteY6" fmla="*/ 292893 h 466393"/>
                  <a:gd name="connsiteX7" fmla="*/ 1680681 w 5250175"/>
                  <a:gd name="connsiteY7" fmla="*/ 226218 h 466393"/>
                  <a:gd name="connsiteX8" fmla="*/ 3049900 w 5250175"/>
                  <a:gd name="connsiteY8" fmla="*/ 142874 h 466393"/>
                  <a:gd name="connsiteX0" fmla="*/ 3048507 w 5248782"/>
                  <a:gd name="connsiteY0" fmla="*/ 142874 h 466393"/>
                  <a:gd name="connsiteX1" fmla="*/ 5248782 w 5248782"/>
                  <a:gd name="connsiteY1" fmla="*/ 0 h 466393"/>
                  <a:gd name="connsiteX2" fmla="*/ 5241638 w 5248782"/>
                  <a:gd name="connsiteY2" fmla="*/ 35718 h 466393"/>
                  <a:gd name="connsiteX3" fmla="*/ 3179475 w 5248782"/>
                  <a:gd name="connsiteY3" fmla="*/ 161924 h 466393"/>
                  <a:gd name="connsiteX4" fmla="*/ 731551 w 5248782"/>
                  <a:gd name="connsiteY4" fmla="*/ 323850 h 466393"/>
                  <a:gd name="connsiteX5" fmla="*/ 19227 w 5248782"/>
                  <a:gd name="connsiteY5" fmla="*/ 466393 h 466393"/>
                  <a:gd name="connsiteX6" fmla="*/ 643446 w 5248782"/>
                  <a:gd name="connsiteY6" fmla="*/ 292893 h 466393"/>
                  <a:gd name="connsiteX7" fmla="*/ 1679288 w 5248782"/>
                  <a:gd name="connsiteY7" fmla="*/ 226218 h 466393"/>
                  <a:gd name="connsiteX8" fmla="*/ 3048507 w 5248782"/>
                  <a:gd name="connsiteY8" fmla="*/ 142874 h 466393"/>
                  <a:gd name="connsiteX0" fmla="*/ 3048507 w 5263069"/>
                  <a:gd name="connsiteY0" fmla="*/ 142874 h 466393"/>
                  <a:gd name="connsiteX1" fmla="*/ 5248782 w 5263069"/>
                  <a:gd name="connsiteY1" fmla="*/ 0 h 466393"/>
                  <a:gd name="connsiteX2" fmla="*/ 5263069 w 5263069"/>
                  <a:gd name="connsiteY2" fmla="*/ 35718 h 466393"/>
                  <a:gd name="connsiteX3" fmla="*/ 3179475 w 5263069"/>
                  <a:gd name="connsiteY3" fmla="*/ 161924 h 466393"/>
                  <a:gd name="connsiteX4" fmla="*/ 731551 w 5263069"/>
                  <a:gd name="connsiteY4" fmla="*/ 323850 h 466393"/>
                  <a:gd name="connsiteX5" fmla="*/ 19227 w 5263069"/>
                  <a:gd name="connsiteY5" fmla="*/ 466393 h 466393"/>
                  <a:gd name="connsiteX6" fmla="*/ 643446 w 5263069"/>
                  <a:gd name="connsiteY6" fmla="*/ 292893 h 466393"/>
                  <a:gd name="connsiteX7" fmla="*/ 1679288 w 5263069"/>
                  <a:gd name="connsiteY7" fmla="*/ 226218 h 466393"/>
                  <a:gd name="connsiteX8" fmla="*/ 3048507 w 5263069"/>
                  <a:gd name="connsiteY8" fmla="*/ 142874 h 466393"/>
                  <a:gd name="connsiteX0" fmla="*/ 3048507 w 5263069"/>
                  <a:gd name="connsiteY0" fmla="*/ 142874 h 466393"/>
                  <a:gd name="connsiteX1" fmla="*/ 5258307 w 5263069"/>
                  <a:gd name="connsiteY1" fmla="*/ 0 h 466393"/>
                  <a:gd name="connsiteX2" fmla="*/ 5263069 w 5263069"/>
                  <a:gd name="connsiteY2" fmla="*/ 35718 h 466393"/>
                  <a:gd name="connsiteX3" fmla="*/ 3179475 w 5263069"/>
                  <a:gd name="connsiteY3" fmla="*/ 161924 h 466393"/>
                  <a:gd name="connsiteX4" fmla="*/ 731551 w 5263069"/>
                  <a:gd name="connsiteY4" fmla="*/ 323850 h 466393"/>
                  <a:gd name="connsiteX5" fmla="*/ 19227 w 5263069"/>
                  <a:gd name="connsiteY5" fmla="*/ 466393 h 466393"/>
                  <a:gd name="connsiteX6" fmla="*/ 643446 w 5263069"/>
                  <a:gd name="connsiteY6" fmla="*/ 292893 h 466393"/>
                  <a:gd name="connsiteX7" fmla="*/ 1679288 w 5263069"/>
                  <a:gd name="connsiteY7" fmla="*/ 226218 h 466393"/>
                  <a:gd name="connsiteX8" fmla="*/ 3048507 w 5263069"/>
                  <a:gd name="connsiteY8" fmla="*/ 142874 h 466393"/>
                  <a:gd name="connsiteX0" fmla="*/ 3048507 w 5258307"/>
                  <a:gd name="connsiteY0" fmla="*/ 142874 h 466393"/>
                  <a:gd name="connsiteX1" fmla="*/ 5258307 w 5258307"/>
                  <a:gd name="connsiteY1" fmla="*/ 0 h 466393"/>
                  <a:gd name="connsiteX2" fmla="*/ 5255926 w 5258307"/>
                  <a:gd name="connsiteY2" fmla="*/ 35718 h 466393"/>
                  <a:gd name="connsiteX3" fmla="*/ 3179475 w 5258307"/>
                  <a:gd name="connsiteY3" fmla="*/ 161924 h 466393"/>
                  <a:gd name="connsiteX4" fmla="*/ 731551 w 5258307"/>
                  <a:gd name="connsiteY4" fmla="*/ 323850 h 466393"/>
                  <a:gd name="connsiteX5" fmla="*/ 19227 w 5258307"/>
                  <a:gd name="connsiteY5" fmla="*/ 466393 h 466393"/>
                  <a:gd name="connsiteX6" fmla="*/ 643446 w 5258307"/>
                  <a:gd name="connsiteY6" fmla="*/ 292893 h 466393"/>
                  <a:gd name="connsiteX7" fmla="*/ 1679288 w 5258307"/>
                  <a:gd name="connsiteY7" fmla="*/ 226218 h 466393"/>
                  <a:gd name="connsiteX8" fmla="*/ 3048507 w 5258307"/>
                  <a:gd name="connsiteY8" fmla="*/ 142874 h 4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58307" h="466393">
                    <a:moveTo>
                      <a:pt x="3048507" y="142874"/>
                    </a:moveTo>
                    <a:lnTo>
                      <a:pt x="5258307" y="0"/>
                    </a:lnTo>
                    <a:lnTo>
                      <a:pt x="5255926" y="35718"/>
                    </a:lnTo>
                    <a:lnTo>
                      <a:pt x="3179475" y="161924"/>
                    </a:lnTo>
                    <a:cubicBezTo>
                      <a:pt x="3162806" y="159543"/>
                      <a:pt x="748220" y="326231"/>
                      <a:pt x="731551" y="323850"/>
                    </a:cubicBezTo>
                    <a:cubicBezTo>
                      <a:pt x="304116" y="354806"/>
                      <a:pt x="32323" y="387416"/>
                      <a:pt x="19227" y="466393"/>
                    </a:cubicBezTo>
                    <a:cubicBezTo>
                      <a:pt x="-105126" y="357194"/>
                      <a:pt x="405322" y="312737"/>
                      <a:pt x="643446" y="292893"/>
                    </a:cubicBezTo>
                    <a:cubicBezTo>
                      <a:pt x="986346" y="265905"/>
                      <a:pt x="1334007" y="248443"/>
                      <a:pt x="1679288" y="226218"/>
                    </a:cubicBezTo>
                    <a:lnTo>
                      <a:pt x="3048507" y="142874"/>
                    </a:lnTo>
                    <a:close/>
                  </a:path>
                </a:pathLst>
              </a:custGeom>
              <a:solidFill>
                <a:srgbClr val="FFFFFF">
                  <a:lumMod val="8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1" name="Rectangle 30"/>
              <p:cNvSpPr/>
              <p:nvPr/>
            </p:nvSpPr>
            <p:spPr>
              <a:xfrm>
                <a:off x="4117661" y="2708381"/>
                <a:ext cx="994390" cy="679503"/>
              </a:xfrm>
              <a:custGeom>
                <a:avLst/>
                <a:gdLst>
                  <a:gd name="connsiteX0" fmla="*/ 0 w 354169"/>
                  <a:gd name="connsiteY0" fmla="*/ 0 h 347729"/>
                  <a:gd name="connsiteX1" fmla="*/ 354169 w 354169"/>
                  <a:gd name="connsiteY1" fmla="*/ 0 h 347729"/>
                  <a:gd name="connsiteX2" fmla="*/ 354169 w 354169"/>
                  <a:gd name="connsiteY2" fmla="*/ 347729 h 347729"/>
                  <a:gd name="connsiteX3" fmla="*/ 0 w 354169"/>
                  <a:gd name="connsiteY3" fmla="*/ 347729 h 347729"/>
                  <a:gd name="connsiteX4" fmla="*/ 0 w 354169"/>
                  <a:gd name="connsiteY4" fmla="*/ 0 h 347729"/>
                  <a:gd name="connsiteX0" fmla="*/ 0 w 824248"/>
                  <a:gd name="connsiteY0" fmla="*/ 367047 h 714776"/>
                  <a:gd name="connsiteX1" fmla="*/ 824248 w 824248"/>
                  <a:gd name="connsiteY1" fmla="*/ 0 h 714776"/>
                  <a:gd name="connsiteX2" fmla="*/ 354169 w 824248"/>
                  <a:gd name="connsiteY2" fmla="*/ 714776 h 714776"/>
                  <a:gd name="connsiteX3" fmla="*/ 0 w 824248"/>
                  <a:gd name="connsiteY3" fmla="*/ 714776 h 714776"/>
                  <a:gd name="connsiteX4" fmla="*/ 0 w 824248"/>
                  <a:gd name="connsiteY4" fmla="*/ 367047 h 714776"/>
                  <a:gd name="connsiteX0" fmla="*/ 0 w 824248"/>
                  <a:gd name="connsiteY0" fmla="*/ 367047 h 714776"/>
                  <a:gd name="connsiteX1" fmla="*/ 824248 w 824248"/>
                  <a:gd name="connsiteY1" fmla="*/ 0 h 714776"/>
                  <a:gd name="connsiteX2" fmla="*/ 0 w 824248"/>
                  <a:gd name="connsiteY2" fmla="*/ 714776 h 714776"/>
                  <a:gd name="connsiteX3" fmla="*/ 0 w 824248"/>
                  <a:gd name="connsiteY3" fmla="*/ 367047 h 714776"/>
                  <a:gd name="connsiteX0" fmla="*/ 0 w 824248"/>
                  <a:gd name="connsiteY0" fmla="*/ 367047 h 714776"/>
                  <a:gd name="connsiteX1" fmla="*/ 824248 w 824248"/>
                  <a:gd name="connsiteY1" fmla="*/ 0 h 714776"/>
                  <a:gd name="connsiteX2" fmla="*/ 0 w 824248"/>
                  <a:gd name="connsiteY2" fmla="*/ 714776 h 714776"/>
                  <a:gd name="connsiteX3" fmla="*/ 0 w 824248"/>
                  <a:gd name="connsiteY3" fmla="*/ 367047 h 714776"/>
                  <a:gd name="connsiteX0" fmla="*/ 0 w 1009276"/>
                  <a:gd name="connsiteY0" fmla="*/ 367047 h 714776"/>
                  <a:gd name="connsiteX1" fmla="*/ 824248 w 1009276"/>
                  <a:gd name="connsiteY1" fmla="*/ 0 h 714776"/>
                  <a:gd name="connsiteX2" fmla="*/ 0 w 1009276"/>
                  <a:gd name="connsiteY2" fmla="*/ 714776 h 714776"/>
                  <a:gd name="connsiteX3" fmla="*/ 0 w 1009276"/>
                  <a:gd name="connsiteY3" fmla="*/ 367047 h 714776"/>
                  <a:gd name="connsiteX0" fmla="*/ 0 w 1009276"/>
                  <a:gd name="connsiteY0" fmla="*/ 367047 h 714776"/>
                  <a:gd name="connsiteX1" fmla="*/ 824248 w 1009276"/>
                  <a:gd name="connsiteY1" fmla="*/ 0 h 714776"/>
                  <a:gd name="connsiteX2" fmla="*/ 0 w 1009276"/>
                  <a:gd name="connsiteY2" fmla="*/ 714776 h 714776"/>
                  <a:gd name="connsiteX3" fmla="*/ 0 w 1009276"/>
                  <a:gd name="connsiteY3" fmla="*/ 367047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985024"/>
                  <a:gd name="connsiteY0" fmla="*/ 714776 h 714776"/>
                  <a:gd name="connsiteX1" fmla="*/ 792051 w 985024"/>
                  <a:gd name="connsiteY1" fmla="*/ 0 h 714776"/>
                  <a:gd name="connsiteX2" fmla="*/ 0 w 985024"/>
                  <a:gd name="connsiteY2" fmla="*/ 714776 h 714776"/>
                  <a:gd name="connsiteX0" fmla="*/ 0 w 1007918"/>
                  <a:gd name="connsiteY0" fmla="*/ 714776 h 714776"/>
                  <a:gd name="connsiteX1" fmla="*/ 792051 w 1007918"/>
                  <a:gd name="connsiteY1" fmla="*/ 0 h 714776"/>
                  <a:gd name="connsiteX2" fmla="*/ 0 w 1007918"/>
                  <a:gd name="connsiteY2" fmla="*/ 714776 h 714776"/>
                  <a:gd name="connsiteX0" fmla="*/ 0 w 1007918"/>
                  <a:gd name="connsiteY0" fmla="*/ 714776 h 714776"/>
                  <a:gd name="connsiteX1" fmla="*/ 792051 w 1007918"/>
                  <a:gd name="connsiteY1" fmla="*/ 0 h 714776"/>
                  <a:gd name="connsiteX2" fmla="*/ 0 w 1007918"/>
                  <a:gd name="connsiteY2" fmla="*/ 714776 h 714776"/>
                  <a:gd name="connsiteX0" fmla="*/ 0 w 1013740"/>
                  <a:gd name="connsiteY0" fmla="*/ 714776 h 714776"/>
                  <a:gd name="connsiteX1" fmla="*/ 792051 w 1013740"/>
                  <a:gd name="connsiteY1" fmla="*/ 0 h 714776"/>
                  <a:gd name="connsiteX2" fmla="*/ 0 w 1013740"/>
                  <a:gd name="connsiteY2" fmla="*/ 714776 h 714776"/>
                  <a:gd name="connsiteX0" fmla="*/ 0 w 1012597"/>
                  <a:gd name="connsiteY0" fmla="*/ 714776 h 714776"/>
                  <a:gd name="connsiteX1" fmla="*/ 792051 w 1012597"/>
                  <a:gd name="connsiteY1" fmla="*/ 0 h 714776"/>
                  <a:gd name="connsiteX2" fmla="*/ 0 w 1012597"/>
                  <a:gd name="connsiteY2" fmla="*/ 714776 h 714776"/>
                  <a:gd name="connsiteX0" fmla="*/ 0 w 1003283"/>
                  <a:gd name="connsiteY0" fmla="*/ 714776 h 714776"/>
                  <a:gd name="connsiteX1" fmla="*/ 792051 w 1003283"/>
                  <a:gd name="connsiteY1" fmla="*/ 0 h 714776"/>
                  <a:gd name="connsiteX2" fmla="*/ 0 w 1003283"/>
                  <a:gd name="connsiteY2" fmla="*/ 714776 h 714776"/>
                  <a:gd name="connsiteX0" fmla="*/ 0 w 1002252"/>
                  <a:gd name="connsiteY0" fmla="*/ 714776 h 714776"/>
                  <a:gd name="connsiteX1" fmla="*/ 792051 w 1002252"/>
                  <a:gd name="connsiteY1" fmla="*/ 0 h 714776"/>
                  <a:gd name="connsiteX2" fmla="*/ 0 w 1002252"/>
                  <a:gd name="connsiteY2" fmla="*/ 714776 h 714776"/>
                  <a:gd name="connsiteX0" fmla="*/ 0 w 1004368"/>
                  <a:gd name="connsiteY0" fmla="*/ 714776 h 714776"/>
                  <a:gd name="connsiteX1" fmla="*/ 792051 w 1004368"/>
                  <a:gd name="connsiteY1" fmla="*/ 0 h 714776"/>
                  <a:gd name="connsiteX2" fmla="*/ 0 w 1004368"/>
                  <a:gd name="connsiteY2" fmla="*/ 714776 h 714776"/>
                  <a:gd name="connsiteX0" fmla="*/ 0 w 1005918"/>
                  <a:gd name="connsiteY0" fmla="*/ 714776 h 714776"/>
                  <a:gd name="connsiteX1" fmla="*/ 792051 w 1005918"/>
                  <a:gd name="connsiteY1" fmla="*/ 0 h 714776"/>
                  <a:gd name="connsiteX2" fmla="*/ 0 w 1005918"/>
                  <a:gd name="connsiteY2" fmla="*/ 714776 h 714776"/>
                  <a:gd name="connsiteX0" fmla="*/ 0 w 1012009"/>
                  <a:gd name="connsiteY0" fmla="*/ 682216 h 682216"/>
                  <a:gd name="connsiteX1" fmla="*/ 800191 w 1012009"/>
                  <a:gd name="connsiteY1" fmla="*/ 0 h 682216"/>
                  <a:gd name="connsiteX2" fmla="*/ 0 w 1012009"/>
                  <a:gd name="connsiteY2" fmla="*/ 682216 h 682216"/>
                  <a:gd name="connsiteX0" fmla="*/ 0 w 1012009"/>
                  <a:gd name="connsiteY0" fmla="*/ 682216 h 682216"/>
                  <a:gd name="connsiteX1" fmla="*/ 800191 w 1012009"/>
                  <a:gd name="connsiteY1" fmla="*/ 0 h 682216"/>
                  <a:gd name="connsiteX2" fmla="*/ 0 w 1012009"/>
                  <a:gd name="connsiteY2" fmla="*/ 682216 h 682216"/>
                  <a:gd name="connsiteX0" fmla="*/ 0 w 998748"/>
                  <a:gd name="connsiteY0" fmla="*/ 682216 h 682216"/>
                  <a:gd name="connsiteX1" fmla="*/ 800191 w 998748"/>
                  <a:gd name="connsiteY1" fmla="*/ 0 h 682216"/>
                  <a:gd name="connsiteX2" fmla="*/ 0 w 998748"/>
                  <a:gd name="connsiteY2" fmla="*/ 682216 h 682216"/>
                  <a:gd name="connsiteX0" fmla="*/ 0 w 987899"/>
                  <a:gd name="connsiteY0" fmla="*/ 682216 h 682216"/>
                  <a:gd name="connsiteX1" fmla="*/ 800191 w 987899"/>
                  <a:gd name="connsiteY1" fmla="*/ 0 h 682216"/>
                  <a:gd name="connsiteX2" fmla="*/ 0 w 987899"/>
                  <a:gd name="connsiteY2" fmla="*/ 682216 h 682216"/>
                  <a:gd name="connsiteX0" fmla="*/ 0 w 983300"/>
                  <a:gd name="connsiteY0" fmla="*/ 682216 h 682216"/>
                  <a:gd name="connsiteX1" fmla="*/ 800191 w 983300"/>
                  <a:gd name="connsiteY1" fmla="*/ 0 h 682216"/>
                  <a:gd name="connsiteX2" fmla="*/ 0 w 983300"/>
                  <a:gd name="connsiteY2" fmla="*/ 682216 h 682216"/>
                  <a:gd name="connsiteX0" fmla="*/ 0 w 981048"/>
                  <a:gd name="connsiteY0" fmla="*/ 682216 h 682216"/>
                  <a:gd name="connsiteX1" fmla="*/ 800191 w 981048"/>
                  <a:gd name="connsiteY1" fmla="*/ 0 h 682216"/>
                  <a:gd name="connsiteX2" fmla="*/ 0 w 981048"/>
                  <a:gd name="connsiteY2" fmla="*/ 682216 h 682216"/>
                  <a:gd name="connsiteX0" fmla="*/ 0 w 979379"/>
                  <a:gd name="connsiteY0" fmla="*/ 682216 h 682216"/>
                  <a:gd name="connsiteX1" fmla="*/ 800191 w 979379"/>
                  <a:gd name="connsiteY1" fmla="*/ 0 h 682216"/>
                  <a:gd name="connsiteX2" fmla="*/ 0 w 979379"/>
                  <a:gd name="connsiteY2" fmla="*/ 682216 h 682216"/>
                  <a:gd name="connsiteX0" fmla="*/ 0 w 978176"/>
                  <a:gd name="connsiteY0" fmla="*/ 682216 h 682216"/>
                  <a:gd name="connsiteX1" fmla="*/ 800191 w 978176"/>
                  <a:gd name="connsiteY1" fmla="*/ 0 h 682216"/>
                  <a:gd name="connsiteX2" fmla="*/ 0 w 978176"/>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8191"/>
                  <a:gd name="connsiteY0" fmla="*/ 682216 h 682216"/>
                  <a:gd name="connsiteX1" fmla="*/ 800191 w 988191"/>
                  <a:gd name="connsiteY1" fmla="*/ 0 h 682216"/>
                  <a:gd name="connsiteX2" fmla="*/ 0 w 988191"/>
                  <a:gd name="connsiteY2" fmla="*/ 682216 h 682216"/>
                  <a:gd name="connsiteX0" fmla="*/ 0 w 994390"/>
                  <a:gd name="connsiteY0" fmla="*/ 679503 h 679503"/>
                  <a:gd name="connsiteX1" fmla="*/ 808331 w 994390"/>
                  <a:gd name="connsiteY1" fmla="*/ 0 h 679503"/>
                  <a:gd name="connsiteX2" fmla="*/ 0 w 994390"/>
                  <a:gd name="connsiteY2" fmla="*/ 679503 h 679503"/>
                </a:gdLst>
                <a:ahLst/>
                <a:cxnLst>
                  <a:cxn ang="0">
                    <a:pos x="connsiteX0" y="connsiteY0"/>
                  </a:cxn>
                  <a:cxn ang="0">
                    <a:pos x="connsiteX1" y="connsiteY1"/>
                  </a:cxn>
                  <a:cxn ang="0">
                    <a:pos x="connsiteX2" y="connsiteY2"/>
                  </a:cxn>
                </a:cxnLst>
                <a:rect l="l" t="t" r="r" b="b"/>
                <a:pathLst>
                  <a:path w="994390" h="679503">
                    <a:moveTo>
                      <a:pt x="0" y="679503"/>
                    </a:moveTo>
                    <a:cubicBezTo>
                      <a:pt x="732962" y="490772"/>
                      <a:pt x="1159544" y="256890"/>
                      <a:pt x="808331" y="0"/>
                    </a:cubicBezTo>
                    <a:cubicBezTo>
                      <a:pt x="1191684" y="115514"/>
                      <a:pt x="1011049" y="551309"/>
                      <a:pt x="0" y="679503"/>
                    </a:cubicBezTo>
                    <a:close/>
                  </a:path>
                </a:pathLst>
              </a:custGeom>
              <a:solidFill>
                <a:srgbClr val="FFFFFF">
                  <a:lumMod val="8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23" name="Group 22"/>
              <p:cNvGrpSpPr/>
              <p:nvPr/>
            </p:nvGrpSpPr>
            <p:grpSpPr>
              <a:xfrm>
                <a:off x="116107" y="1716555"/>
                <a:ext cx="9005212" cy="3408464"/>
                <a:chOff x="113724" y="1120672"/>
                <a:chExt cx="9005212" cy="3408464"/>
              </a:xfrm>
              <a:solidFill>
                <a:sysClr val="window" lastClr="FFFFFF"/>
              </a:solidFill>
              <a:effectLst/>
            </p:grpSpPr>
            <p:sp>
              <p:nvSpPr>
                <p:cNvPr id="24" name="Rectangle 3"/>
                <p:cNvSpPr/>
                <p:nvPr/>
              </p:nvSpPr>
              <p:spPr>
                <a:xfrm>
                  <a:off x="113724" y="3958788"/>
                  <a:ext cx="1467453" cy="570348"/>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453" h="570348">
                      <a:moveTo>
                        <a:pt x="0" y="471487"/>
                      </a:moveTo>
                      <a:cubicBezTo>
                        <a:pt x="475657" y="295275"/>
                        <a:pt x="908452" y="142875"/>
                        <a:pt x="1341247" y="0"/>
                      </a:cubicBezTo>
                      <a:lnTo>
                        <a:pt x="1467453" y="29803"/>
                      </a:lnTo>
                      <a:lnTo>
                        <a:pt x="2382" y="570348"/>
                      </a:lnTo>
                      <a:lnTo>
                        <a:pt x="0" y="471487"/>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5" name="Rectangle 3"/>
                <p:cNvSpPr/>
                <p:nvPr/>
              </p:nvSpPr>
              <p:spPr>
                <a:xfrm>
                  <a:off x="2803927" y="3283324"/>
                  <a:ext cx="1334104" cy="332223"/>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88885"/>
                    <a:gd name="connsiteY0" fmla="*/ 492918 h 570348"/>
                    <a:gd name="connsiteX1" fmla="*/ 1362679 w 1488885"/>
                    <a:gd name="connsiteY1" fmla="*/ 0 h 570348"/>
                    <a:gd name="connsiteX2" fmla="*/ 1488885 w 1488885"/>
                    <a:gd name="connsiteY2" fmla="*/ 29803 h 570348"/>
                    <a:gd name="connsiteX3" fmla="*/ 23814 w 1488885"/>
                    <a:gd name="connsiteY3" fmla="*/ 570348 h 570348"/>
                    <a:gd name="connsiteX4" fmla="*/ 0 w 1488885"/>
                    <a:gd name="connsiteY4" fmla="*/ 492918 h 570348"/>
                    <a:gd name="connsiteX0" fmla="*/ 0 w 1488885"/>
                    <a:gd name="connsiteY0" fmla="*/ 492918 h 532248"/>
                    <a:gd name="connsiteX1" fmla="*/ 1362679 w 1488885"/>
                    <a:gd name="connsiteY1" fmla="*/ 0 h 532248"/>
                    <a:gd name="connsiteX2" fmla="*/ 1488885 w 1488885"/>
                    <a:gd name="connsiteY2" fmla="*/ 29803 h 532248"/>
                    <a:gd name="connsiteX3" fmla="*/ 88108 w 1488885"/>
                    <a:gd name="connsiteY3" fmla="*/ 532248 h 532248"/>
                    <a:gd name="connsiteX4" fmla="*/ 0 w 1488885"/>
                    <a:gd name="connsiteY4" fmla="*/ 492918 h 532248"/>
                    <a:gd name="connsiteX0" fmla="*/ 0 w 1362679"/>
                    <a:gd name="connsiteY0" fmla="*/ 492918 h 532248"/>
                    <a:gd name="connsiteX1" fmla="*/ 1362679 w 1362679"/>
                    <a:gd name="connsiteY1" fmla="*/ 0 h 532248"/>
                    <a:gd name="connsiteX2" fmla="*/ 1326960 w 1362679"/>
                    <a:gd name="connsiteY2" fmla="*/ 232209 h 532248"/>
                    <a:gd name="connsiteX3" fmla="*/ 88108 w 1362679"/>
                    <a:gd name="connsiteY3" fmla="*/ 532248 h 532248"/>
                    <a:gd name="connsiteX4" fmla="*/ 0 w 1362679"/>
                    <a:gd name="connsiteY4" fmla="*/ 492918 h 532248"/>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2198"/>
                    <a:gd name="connsiteY0" fmla="*/ 288130 h 332223"/>
                    <a:gd name="connsiteX1" fmla="*/ 1234092 w 1322198"/>
                    <a:gd name="connsiteY1" fmla="*/ 0 h 332223"/>
                    <a:gd name="connsiteX2" fmla="*/ 1322198 w 1322198"/>
                    <a:gd name="connsiteY2" fmla="*/ 32184 h 332223"/>
                    <a:gd name="connsiteX3" fmla="*/ 83346 w 1322198"/>
                    <a:gd name="connsiteY3" fmla="*/ 332223 h 332223"/>
                    <a:gd name="connsiteX4" fmla="*/ 0 w 1322198"/>
                    <a:gd name="connsiteY4" fmla="*/ 288130 h 332223"/>
                    <a:gd name="connsiteX0" fmla="*/ 0 w 1329342"/>
                    <a:gd name="connsiteY0" fmla="*/ 290512 h 332223"/>
                    <a:gd name="connsiteX1" fmla="*/ 1241236 w 1329342"/>
                    <a:gd name="connsiteY1" fmla="*/ 0 h 332223"/>
                    <a:gd name="connsiteX2" fmla="*/ 1329342 w 1329342"/>
                    <a:gd name="connsiteY2" fmla="*/ 32184 h 332223"/>
                    <a:gd name="connsiteX3" fmla="*/ 90490 w 1329342"/>
                    <a:gd name="connsiteY3" fmla="*/ 332223 h 332223"/>
                    <a:gd name="connsiteX4" fmla="*/ 0 w 1329342"/>
                    <a:gd name="connsiteY4" fmla="*/ 290512 h 332223"/>
                    <a:gd name="connsiteX0" fmla="*/ 0 w 1329342"/>
                    <a:gd name="connsiteY0" fmla="*/ 290512 h 332223"/>
                    <a:gd name="connsiteX1" fmla="*/ 1241236 w 1329342"/>
                    <a:gd name="connsiteY1" fmla="*/ 0 h 332223"/>
                    <a:gd name="connsiteX2" fmla="*/ 1329342 w 1329342"/>
                    <a:gd name="connsiteY2" fmla="*/ 32184 h 332223"/>
                    <a:gd name="connsiteX3" fmla="*/ 90490 w 1329342"/>
                    <a:gd name="connsiteY3" fmla="*/ 332223 h 332223"/>
                    <a:gd name="connsiteX4" fmla="*/ 0 w 1329342"/>
                    <a:gd name="connsiteY4" fmla="*/ 290512 h 332223"/>
                    <a:gd name="connsiteX0" fmla="*/ 0 w 1334104"/>
                    <a:gd name="connsiteY0" fmla="*/ 290512 h 332223"/>
                    <a:gd name="connsiteX1" fmla="*/ 1241236 w 1334104"/>
                    <a:gd name="connsiteY1" fmla="*/ 0 h 332223"/>
                    <a:gd name="connsiteX2" fmla="*/ 1334104 w 1334104"/>
                    <a:gd name="connsiteY2" fmla="*/ 41709 h 332223"/>
                    <a:gd name="connsiteX3" fmla="*/ 90490 w 1334104"/>
                    <a:gd name="connsiteY3" fmla="*/ 332223 h 332223"/>
                    <a:gd name="connsiteX4" fmla="*/ 0 w 1334104"/>
                    <a:gd name="connsiteY4" fmla="*/ 290512 h 332223"/>
                    <a:gd name="connsiteX0" fmla="*/ 0 w 1334104"/>
                    <a:gd name="connsiteY0" fmla="*/ 290512 h 332223"/>
                    <a:gd name="connsiteX1" fmla="*/ 1241236 w 1334104"/>
                    <a:gd name="connsiteY1" fmla="*/ 0 h 332223"/>
                    <a:gd name="connsiteX2" fmla="*/ 1334104 w 1334104"/>
                    <a:gd name="connsiteY2" fmla="*/ 36947 h 332223"/>
                    <a:gd name="connsiteX3" fmla="*/ 90490 w 1334104"/>
                    <a:gd name="connsiteY3" fmla="*/ 332223 h 332223"/>
                    <a:gd name="connsiteX4" fmla="*/ 0 w 1334104"/>
                    <a:gd name="connsiteY4" fmla="*/ 290512 h 332223"/>
                    <a:gd name="connsiteX0" fmla="*/ 0 w 1334104"/>
                    <a:gd name="connsiteY0" fmla="*/ 290512 h 332223"/>
                    <a:gd name="connsiteX1" fmla="*/ 1241236 w 1334104"/>
                    <a:gd name="connsiteY1" fmla="*/ 0 h 332223"/>
                    <a:gd name="connsiteX2" fmla="*/ 1334104 w 1334104"/>
                    <a:gd name="connsiteY2" fmla="*/ 36947 h 332223"/>
                    <a:gd name="connsiteX3" fmla="*/ 90490 w 1334104"/>
                    <a:gd name="connsiteY3" fmla="*/ 332223 h 332223"/>
                    <a:gd name="connsiteX4" fmla="*/ 0 w 1334104"/>
                    <a:gd name="connsiteY4" fmla="*/ 290512 h 33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4104" h="332223">
                      <a:moveTo>
                        <a:pt x="0" y="290512"/>
                      </a:moveTo>
                      <a:cubicBezTo>
                        <a:pt x="513758" y="154782"/>
                        <a:pt x="839397" y="80963"/>
                        <a:pt x="1241236" y="0"/>
                      </a:cubicBezTo>
                      <a:lnTo>
                        <a:pt x="1334104" y="36947"/>
                      </a:lnTo>
                      <a:lnTo>
                        <a:pt x="90490" y="332223"/>
                      </a:lnTo>
                      <a:lnTo>
                        <a:pt x="0" y="290512"/>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6" name="Rectangle 3"/>
                <p:cNvSpPr/>
                <p:nvPr/>
              </p:nvSpPr>
              <p:spPr>
                <a:xfrm>
                  <a:off x="4978719" y="2834750"/>
                  <a:ext cx="718904" cy="254489"/>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885" h="848095">
                      <a:moveTo>
                        <a:pt x="0" y="733362"/>
                      </a:moveTo>
                      <a:cubicBezTo>
                        <a:pt x="457308" y="493666"/>
                        <a:pt x="789189" y="293654"/>
                        <a:pt x="1208222" y="0"/>
                      </a:cubicBezTo>
                      <a:lnTo>
                        <a:pt x="1384885" y="61545"/>
                      </a:lnTo>
                      <a:cubicBezTo>
                        <a:pt x="1014268" y="347531"/>
                        <a:pt x="588600" y="585912"/>
                        <a:pt x="190458" y="848095"/>
                      </a:cubicBezTo>
                      <a:lnTo>
                        <a:pt x="0" y="733362"/>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7" name="Rectangle 3"/>
                <p:cNvSpPr/>
                <p:nvPr/>
              </p:nvSpPr>
              <p:spPr>
                <a:xfrm rot="710475">
                  <a:off x="5864832" y="2536041"/>
                  <a:ext cx="246452" cy="184645"/>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808818 h 923551"/>
                    <a:gd name="connsiteX1" fmla="*/ 1041018 w 1384885"/>
                    <a:gd name="connsiteY1" fmla="*/ 0 h 923551"/>
                    <a:gd name="connsiteX2" fmla="*/ 1384885 w 1384885"/>
                    <a:gd name="connsiteY2" fmla="*/ 137001 h 923551"/>
                    <a:gd name="connsiteX3" fmla="*/ 190458 w 1384885"/>
                    <a:gd name="connsiteY3" fmla="*/ 923551 h 923551"/>
                    <a:gd name="connsiteX4" fmla="*/ 0 w 1384885"/>
                    <a:gd name="connsiteY4" fmla="*/ 808818 h 923551"/>
                    <a:gd name="connsiteX0" fmla="*/ 0 w 1261298"/>
                    <a:gd name="connsiteY0" fmla="*/ 810154 h 924887"/>
                    <a:gd name="connsiteX1" fmla="*/ 1041018 w 1261298"/>
                    <a:gd name="connsiteY1" fmla="*/ 1336 h 924887"/>
                    <a:gd name="connsiteX2" fmla="*/ 1261298 w 1261298"/>
                    <a:gd name="connsiteY2" fmla="*/ 0 h 924887"/>
                    <a:gd name="connsiteX3" fmla="*/ 190458 w 1261298"/>
                    <a:gd name="connsiteY3" fmla="*/ 924887 h 924887"/>
                    <a:gd name="connsiteX4" fmla="*/ 0 w 1261298"/>
                    <a:gd name="connsiteY4" fmla="*/ 810154 h 924887"/>
                    <a:gd name="connsiteX0" fmla="*/ 0 w 1261298"/>
                    <a:gd name="connsiteY0" fmla="*/ 810154 h 975193"/>
                    <a:gd name="connsiteX1" fmla="*/ 1041018 w 1261298"/>
                    <a:gd name="connsiteY1" fmla="*/ 1336 h 975193"/>
                    <a:gd name="connsiteX2" fmla="*/ 1261298 w 1261298"/>
                    <a:gd name="connsiteY2" fmla="*/ 0 h 975193"/>
                    <a:gd name="connsiteX3" fmla="*/ 786590 w 1261298"/>
                    <a:gd name="connsiteY3" fmla="*/ 975193 h 975193"/>
                    <a:gd name="connsiteX4" fmla="*/ 0 w 1261298"/>
                    <a:gd name="connsiteY4" fmla="*/ 81015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409" h="975193">
                      <a:moveTo>
                        <a:pt x="0" y="910770"/>
                      </a:moveTo>
                      <a:cubicBezTo>
                        <a:pt x="377340" y="507574"/>
                        <a:pt x="447510" y="232109"/>
                        <a:pt x="532129" y="1336"/>
                      </a:cubicBezTo>
                      <a:lnTo>
                        <a:pt x="752409" y="0"/>
                      </a:lnTo>
                      <a:cubicBezTo>
                        <a:pt x="738014" y="260830"/>
                        <a:pt x="494095" y="750737"/>
                        <a:pt x="277701" y="975193"/>
                      </a:cubicBezTo>
                      <a:lnTo>
                        <a:pt x="0" y="91077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8" name="Rectangle 3"/>
                <p:cNvSpPr/>
                <p:nvPr/>
              </p:nvSpPr>
              <p:spPr>
                <a:xfrm>
                  <a:off x="6068918" y="2215438"/>
                  <a:ext cx="178597" cy="191497"/>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808818 h 923551"/>
                    <a:gd name="connsiteX1" fmla="*/ 1041018 w 1384885"/>
                    <a:gd name="connsiteY1" fmla="*/ 0 h 923551"/>
                    <a:gd name="connsiteX2" fmla="*/ 1384885 w 1384885"/>
                    <a:gd name="connsiteY2" fmla="*/ 137001 h 923551"/>
                    <a:gd name="connsiteX3" fmla="*/ 190458 w 1384885"/>
                    <a:gd name="connsiteY3" fmla="*/ 923551 h 923551"/>
                    <a:gd name="connsiteX4" fmla="*/ 0 w 1384885"/>
                    <a:gd name="connsiteY4" fmla="*/ 808818 h 923551"/>
                    <a:gd name="connsiteX0" fmla="*/ 0 w 1261298"/>
                    <a:gd name="connsiteY0" fmla="*/ 810154 h 924887"/>
                    <a:gd name="connsiteX1" fmla="*/ 1041018 w 1261298"/>
                    <a:gd name="connsiteY1" fmla="*/ 1336 h 924887"/>
                    <a:gd name="connsiteX2" fmla="*/ 1261298 w 1261298"/>
                    <a:gd name="connsiteY2" fmla="*/ 0 h 924887"/>
                    <a:gd name="connsiteX3" fmla="*/ 190458 w 1261298"/>
                    <a:gd name="connsiteY3" fmla="*/ 924887 h 924887"/>
                    <a:gd name="connsiteX4" fmla="*/ 0 w 1261298"/>
                    <a:gd name="connsiteY4" fmla="*/ 810154 h 924887"/>
                    <a:gd name="connsiteX0" fmla="*/ 0 w 1261298"/>
                    <a:gd name="connsiteY0" fmla="*/ 810154 h 975193"/>
                    <a:gd name="connsiteX1" fmla="*/ 1041018 w 1261298"/>
                    <a:gd name="connsiteY1" fmla="*/ 1336 h 975193"/>
                    <a:gd name="connsiteX2" fmla="*/ 1261298 w 1261298"/>
                    <a:gd name="connsiteY2" fmla="*/ 0 h 975193"/>
                    <a:gd name="connsiteX3" fmla="*/ 786590 w 1261298"/>
                    <a:gd name="connsiteY3" fmla="*/ 975193 h 975193"/>
                    <a:gd name="connsiteX4" fmla="*/ 0 w 1261298"/>
                    <a:gd name="connsiteY4" fmla="*/ 81015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1022626 h 1087049"/>
                    <a:gd name="connsiteX1" fmla="*/ 190444 w 752409"/>
                    <a:gd name="connsiteY1" fmla="*/ 0 h 1087049"/>
                    <a:gd name="connsiteX2" fmla="*/ 752409 w 752409"/>
                    <a:gd name="connsiteY2" fmla="*/ 111856 h 1087049"/>
                    <a:gd name="connsiteX3" fmla="*/ 277701 w 752409"/>
                    <a:gd name="connsiteY3" fmla="*/ 1087049 h 1087049"/>
                    <a:gd name="connsiteX4" fmla="*/ 0 w 752409"/>
                    <a:gd name="connsiteY4" fmla="*/ 1022626 h 1087049"/>
                    <a:gd name="connsiteX0" fmla="*/ 0 w 447400"/>
                    <a:gd name="connsiteY0" fmla="*/ 1061688 h 1126111"/>
                    <a:gd name="connsiteX1" fmla="*/ 190444 w 447400"/>
                    <a:gd name="connsiteY1" fmla="*/ 39062 h 1126111"/>
                    <a:gd name="connsiteX2" fmla="*/ 403455 w 447400"/>
                    <a:gd name="connsiteY2" fmla="*/ 0 h 1126111"/>
                    <a:gd name="connsiteX3" fmla="*/ 277701 w 447400"/>
                    <a:gd name="connsiteY3" fmla="*/ 1126111 h 1126111"/>
                    <a:gd name="connsiteX4" fmla="*/ 0 w 447400"/>
                    <a:gd name="connsiteY4" fmla="*/ 1061688 h 1126111"/>
                    <a:gd name="connsiteX0" fmla="*/ 0 w 781019"/>
                    <a:gd name="connsiteY0" fmla="*/ 1061688 h 1061688"/>
                    <a:gd name="connsiteX1" fmla="*/ 190444 w 781019"/>
                    <a:gd name="connsiteY1" fmla="*/ 39062 h 1061688"/>
                    <a:gd name="connsiteX2" fmla="*/ 403455 w 781019"/>
                    <a:gd name="connsiteY2" fmla="*/ 0 h 1061688"/>
                    <a:gd name="connsiteX3" fmla="*/ 699352 w 781019"/>
                    <a:gd name="connsiteY3" fmla="*/ 698514 h 1061688"/>
                    <a:gd name="connsiteX4" fmla="*/ 0 w 781019"/>
                    <a:gd name="connsiteY4" fmla="*/ 1061688 h 1061688"/>
                    <a:gd name="connsiteX0" fmla="*/ 303278 w 597218"/>
                    <a:gd name="connsiteY0" fmla="*/ 759853 h 759853"/>
                    <a:gd name="connsiteX1" fmla="*/ 6643 w 597218"/>
                    <a:gd name="connsiteY1" fmla="*/ 39062 h 759853"/>
                    <a:gd name="connsiteX2" fmla="*/ 219654 w 597218"/>
                    <a:gd name="connsiteY2" fmla="*/ 0 h 759853"/>
                    <a:gd name="connsiteX3" fmla="*/ 515551 w 597218"/>
                    <a:gd name="connsiteY3" fmla="*/ 698514 h 759853"/>
                    <a:gd name="connsiteX4" fmla="*/ 303278 w 597218"/>
                    <a:gd name="connsiteY4" fmla="*/ 759853 h 759853"/>
                    <a:gd name="connsiteX0" fmla="*/ 308911 w 602851"/>
                    <a:gd name="connsiteY0" fmla="*/ 759853 h 759853"/>
                    <a:gd name="connsiteX1" fmla="*/ 12276 w 602851"/>
                    <a:gd name="connsiteY1" fmla="*/ 39062 h 759853"/>
                    <a:gd name="connsiteX2" fmla="*/ 225287 w 602851"/>
                    <a:gd name="connsiteY2" fmla="*/ 0 h 759853"/>
                    <a:gd name="connsiteX3" fmla="*/ 521184 w 602851"/>
                    <a:gd name="connsiteY3" fmla="*/ 698514 h 759853"/>
                    <a:gd name="connsiteX4" fmla="*/ 308911 w 602851"/>
                    <a:gd name="connsiteY4" fmla="*/ 759853 h 759853"/>
                    <a:gd name="connsiteX0" fmla="*/ 296635 w 590575"/>
                    <a:gd name="connsiteY0" fmla="*/ 759853 h 759853"/>
                    <a:gd name="connsiteX1" fmla="*/ 0 w 590575"/>
                    <a:gd name="connsiteY1" fmla="*/ 39062 h 759853"/>
                    <a:gd name="connsiteX2" fmla="*/ 213011 w 590575"/>
                    <a:gd name="connsiteY2" fmla="*/ 0 h 759853"/>
                    <a:gd name="connsiteX3" fmla="*/ 508908 w 590575"/>
                    <a:gd name="connsiteY3" fmla="*/ 698514 h 759853"/>
                    <a:gd name="connsiteX4" fmla="*/ 296635 w 590575"/>
                    <a:gd name="connsiteY4" fmla="*/ 759853 h 759853"/>
                    <a:gd name="connsiteX0" fmla="*/ 296635 w 590575"/>
                    <a:gd name="connsiteY0" fmla="*/ 759853 h 759853"/>
                    <a:gd name="connsiteX1" fmla="*/ 0 w 590575"/>
                    <a:gd name="connsiteY1" fmla="*/ 39062 h 759853"/>
                    <a:gd name="connsiteX2" fmla="*/ 213011 w 590575"/>
                    <a:gd name="connsiteY2" fmla="*/ 0 h 759853"/>
                    <a:gd name="connsiteX3" fmla="*/ 508908 w 590575"/>
                    <a:gd name="connsiteY3" fmla="*/ 698514 h 759853"/>
                    <a:gd name="connsiteX4" fmla="*/ 296635 w 590575"/>
                    <a:gd name="connsiteY4" fmla="*/ 759853 h 759853"/>
                    <a:gd name="connsiteX0" fmla="*/ 296635 w 604625"/>
                    <a:gd name="connsiteY0" fmla="*/ 759853 h 759853"/>
                    <a:gd name="connsiteX1" fmla="*/ 0 w 604625"/>
                    <a:gd name="connsiteY1" fmla="*/ 39062 h 759853"/>
                    <a:gd name="connsiteX2" fmla="*/ 213011 w 604625"/>
                    <a:gd name="connsiteY2" fmla="*/ 0 h 759853"/>
                    <a:gd name="connsiteX3" fmla="*/ 508908 w 604625"/>
                    <a:gd name="connsiteY3" fmla="*/ 698514 h 759853"/>
                    <a:gd name="connsiteX4" fmla="*/ 296635 w 604625"/>
                    <a:gd name="connsiteY4" fmla="*/ 759853 h 759853"/>
                    <a:gd name="connsiteX0" fmla="*/ 296635 w 636284"/>
                    <a:gd name="connsiteY0" fmla="*/ 759853 h 759853"/>
                    <a:gd name="connsiteX1" fmla="*/ 0 w 636284"/>
                    <a:gd name="connsiteY1" fmla="*/ 39062 h 759853"/>
                    <a:gd name="connsiteX2" fmla="*/ 213011 w 636284"/>
                    <a:gd name="connsiteY2" fmla="*/ 0 h 759853"/>
                    <a:gd name="connsiteX3" fmla="*/ 545257 w 636284"/>
                    <a:gd name="connsiteY3" fmla="*/ 723670 h 759853"/>
                    <a:gd name="connsiteX4" fmla="*/ 296635 w 636284"/>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23670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23670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36245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36245 h 759853"/>
                    <a:gd name="connsiteX4" fmla="*/ 296635 w 545257"/>
                    <a:gd name="connsiteY4" fmla="*/ 759853 h 759853"/>
                    <a:gd name="connsiteX0" fmla="*/ 296635 w 559795"/>
                    <a:gd name="connsiteY0" fmla="*/ 759853 h 759853"/>
                    <a:gd name="connsiteX1" fmla="*/ 0 w 559795"/>
                    <a:gd name="connsiteY1" fmla="*/ 39062 h 759853"/>
                    <a:gd name="connsiteX2" fmla="*/ 213011 w 559795"/>
                    <a:gd name="connsiteY2" fmla="*/ 0 h 759853"/>
                    <a:gd name="connsiteX3" fmla="*/ 559795 w 559795"/>
                    <a:gd name="connsiteY3" fmla="*/ 736245 h 759853"/>
                    <a:gd name="connsiteX4" fmla="*/ 296635 w 559795"/>
                    <a:gd name="connsiteY4" fmla="*/ 759853 h 759853"/>
                    <a:gd name="connsiteX0" fmla="*/ 296635 w 559795"/>
                    <a:gd name="connsiteY0" fmla="*/ 759853 h 759853"/>
                    <a:gd name="connsiteX1" fmla="*/ 0 w 559795"/>
                    <a:gd name="connsiteY1" fmla="*/ 39062 h 759853"/>
                    <a:gd name="connsiteX2" fmla="*/ 213011 w 559795"/>
                    <a:gd name="connsiteY2" fmla="*/ 0 h 759853"/>
                    <a:gd name="connsiteX3" fmla="*/ 559795 w 559795"/>
                    <a:gd name="connsiteY3" fmla="*/ 736245 h 759853"/>
                    <a:gd name="connsiteX4" fmla="*/ 296635 w 559795"/>
                    <a:gd name="connsiteY4" fmla="*/ 759853 h 759853"/>
                    <a:gd name="connsiteX0" fmla="*/ 296635 w 574336"/>
                    <a:gd name="connsiteY0" fmla="*/ 759853 h 773976"/>
                    <a:gd name="connsiteX1" fmla="*/ 0 w 574336"/>
                    <a:gd name="connsiteY1" fmla="*/ 39062 h 773976"/>
                    <a:gd name="connsiteX2" fmla="*/ 213011 w 574336"/>
                    <a:gd name="connsiteY2" fmla="*/ 0 h 773976"/>
                    <a:gd name="connsiteX3" fmla="*/ 574336 w 574336"/>
                    <a:gd name="connsiteY3" fmla="*/ 773976 h 773976"/>
                    <a:gd name="connsiteX4" fmla="*/ 296635 w 574336"/>
                    <a:gd name="connsiteY4" fmla="*/ 759853 h 773976"/>
                    <a:gd name="connsiteX0" fmla="*/ 296635 w 559795"/>
                    <a:gd name="connsiteY0" fmla="*/ 759853 h 761401"/>
                    <a:gd name="connsiteX1" fmla="*/ 0 w 559795"/>
                    <a:gd name="connsiteY1" fmla="*/ 39062 h 761401"/>
                    <a:gd name="connsiteX2" fmla="*/ 213011 w 559795"/>
                    <a:gd name="connsiteY2" fmla="*/ 0 h 761401"/>
                    <a:gd name="connsiteX3" fmla="*/ 559795 w 559795"/>
                    <a:gd name="connsiteY3" fmla="*/ 761401 h 761401"/>
                    <a:gd name="connsiteX4" fmla="*/ 296635 w 559795"/>
                    <a:gd name="connsiteY4" fmla="*/ 759853 h 761401"/>
                    <a:gd name="connsiteX0" fmla="*/ 296635 w 588875"/>
                    <a:gd name="connsiteY0" fmla="*/ 759853 h 759854"/>
                    <a:gd name="connsiteX1" fmla="*/ 0 w 588875"/>
                    <a:gd name="connsiteY1" fmla="*/ 39062 h 759854"/>
                    <a:gd name="connsiteX2" fmla="*/ 213011 w 588875"/>
                    <a:gd name="connsiteY2" fmla="*/ 0 h 759854"/>
                    <a:gd name="connsiteX3" fmla="*/ 588875 w 588875"/>
                    <a:gd name="connsiteY3" fmla="*/ 748826 h 759854"/>
                    <a:gd name="connsiteX4" fmla="*/ 296635 w 588875"/>
                    <a:gd name="connsiteY4" fmla="*/ 759853 h 759854"/>
                    <a:gd name="connsiteX0" fmla="*/ 354795 w 588875"/>
                    <a:gd name="connsiteY0" fmla="*/ 873041 h 873041"/>
                    <a:gd name="connsiteX1" fmla="*/ 0 w 588875"/>
                    <a:gd name="connsiteY1" fmla="*/ 39062 h 873041"/>
                    <a:gd name="connsiteX2" fmla="*/ 213011 w 588875"/>
                    <a:gd name="connsiteY2" fmla="*/ 0 h 873041"/>
                    <a:gd name="connsiteX3" fmla="*/ 588875 w 588875"/>
                    <a:gd name="connsiteY3" fmla="*/ 748826 h 873041"/>
                    <a:gd name="connsiteX4" fmla="*/ 354795 w 588875"/>
                    <a:gd name="connsiteY4" fmla="*/ 873041 h 873041"/>
                    <a:gd name="connsiteX0" fmla="*/ 354795 w 596144"/>
                    <a:gd name="connsiteY0" fmla="*/ 873041 h 937612"/>
                    <a:gd name="connsiteX1" fmla="*/ 0 w 596144"/>
                    <a:gd name="connsiteY1" fmla="*/ 39062 h 937612"/>
                    <a:gd name="connsiteX2" fmla="*/ 213011 w 596144"/>
                    <a:gd name="connsiteY2" fmla="*/ 0 h 937612"/>
                    <a:gd name="connsiteX3" fmla="*/ 596144 w 596144"/>
                    <a:gd name="connsiteY3" fmla="*/ 937475 h 937612"/>
                    <a:gd name="connsiteX4" fmla="*/ 354795 w 596144"/>
                    <a:gd name="connsiteY4" fmla="*/ 873041 h 937612"/>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603413"/>
                    <a:gd name="connsiteY0" fmla="*/ 998803 h 998803"/>
                    <a:gd name="connsiteX1" fmla="*/ 0 w 603413"/>
                    <a:gd name="connsiteY1" fmla="*/ 164824 h 998803"/>
                    <a:gd name="connsiteX2" fmla="*/ 118501 w 603413"/>
                    <a:gd name="connsiteY2" fmla="*/ 0 h 998803"/>
                    <a:gd name="connsiteX3" fmla="*/ 603413 w 603413"/>
                    <a:gd name="connsiteY3" fmla="*/ 975205 h 998803"/>
                    <a:gd name="connsiteX4" fmla="*/ 354795 w 603413"/>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11177 w 552523"/>
                    <a:gd name="connsiteY0" fmla="*/ 998803 h 998803"/>
                    <a:gd name="connsiteX1" fmla="*/ 0 w 552523"/>
                    <a:gd name="connsiteY1" fmla="*/ 164824 h 998803"/>
                    <a:gd name="connsiteX2" fmla="*/ 74883 w 552523"/>
                    <a:gd name="connsiteY2" fmla="*/ 0 h 998803"/>
                    <a:gd name="connsiteX3" fmla="*/ 552523 w 552523"/>
                    <a:gd name="connsiteY3" fmla="*/ 962630 h 998803"/>
                    <a:gd name="connsiteX4" fmla="*/ 311177 w 552523"/>
                    <a:gd name="connsiteY4" fmla="*/ 998803 h 998803"/>
                    <a:gd name="connsiteX0" fmla="*/ 311177 w 523443"/>
                    <a:gd name="connsiteY0" fmla="*/ 998803 h 998803"/>
                    <a:gd name="connsiteX1" fmla="*/ 0 w 523443"/>
                    <a:gd name="connsiteY1" fmla="*/ 164824 h 998803"/>
                    <a:gd name="connsiteX2" fmla="*/ 74883 w 523443"/>
                    <a:gd name="connsiteY2" fmla="*/ 0 h 998803"/>
                    <a:gd name="connsiteX3" fmla="*/ 523443 w 523443"/>
                    <a:gd name="connsiteY3" fmla="*/ 962630 h 998803"/>
                    <a:gd name="connsiteX4" fmla="*/ 311177 w 523443"/>
                    <a:gd name="connsiteY4" fmla="*/ 998803 h 998803"/>
                    <a:gd name="connsiteX0" fmla="*/ 362064 w 574330"/>
                    <a:gd name="connsiteY0" fmla="*/ 998803 h 998803"/>
                    <a:gd name="connsiteX1" fmla="*/ 0 w 574330"/>
                    <a:gd name="connsiteY1" fmla="*/ 127098 h 998803"/>
                    <a:gd name="connsiteX2" fmla="*/ 125770 w 574330"/>
                    <a:gd name="connsiteY2" fmla="*/ 0 h 998803"/>
                    <a:gd name="connsiteX3" fmla="*/ 574330 w 574330"/>
                    <a:gd name="connsiteY3" fmla="*/ 962630 h 998803"/>
                    <a:gd name="connsiteX4" fmla="*/ 362064 w 574330"/>
                    <a:gd name="connsiteY4" fmla="*/ 998803 h 998803"/>
                    <a:gd name="connsiteX0" fmla="*/ 362064 w 574330"/>
                    <a:gd name="connsiteY0" fmla="*/ 1023959 h 1023959"/>
                    <a:gd name="connsiteX1" fmla="*/ 0 w 574330"/>
                    <a:gd name="connsiteY1" fmla="*/ 152254 h 1023959"/>
                    <a:gd name="connsiteX2" fmla="*/ 118498 w 574330"/>
                    <a:gd name="connsiteY2" fmla="*/ 0 h 1023959"/>
                    <a:gd name="connsiteX3" fmla="*/ 574330 w 574330"/>
                    <a:gd name="connsiteY3" fmla="*/ 987786 h 1023959"/>
                    <a:gd name="connsiteX4" fmla="*/ 362064 w 574330"/>
                    <a:gd name="connsiteY4" fmla="*/ 1023959 h 1023959"/>
                    <a:gd name="connsiteX0" fmla="*/ 362064 w 574330"/>
                    <a:gd name="connsiteY0" fmla="*/ 1011384 h 1011384"/>
                    <a:gd name="connsiteX1" fmla="*/ 0 w 574330"/>
                    <a:gd name="connsiteY1" fmla="*/ 139679 h 1011384"/>
                    <a:gd name="connsiteX2" fmla="*/ 89418 w 574330"/>
                    <a:gd name="connsiteY2" fmla="*/ 0 h 1011384"/>
                    <a:gd name="connsiteX3" fmla="*/ 574330 w 574330"/>
                    <a:gd name="connsiteY3" fmla="*/ 975211 h 1011384"/>
                    <a:gd name="connsiteX4" fmla="*/ 362064 w 574330"/>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251" h="1011384">
                      <a:moveTo>
                        <a:pt x="362064" y="1011384"/>
                      </a:moveTo>
                      <a:cubicBezTo>
                        <a:pt x="397719" y="658493"/>
                        <a:pt x="2619" y="144073"/>
                        <a:pt x="0" y="139679"/>
                      </a:cubicBezTo>
                      <a:lnTo>
                        <a:pt x="89418" y="0"/>
                      </a:lnTo>
                      <a:cubicBezTo>
                        <a:pt x="285852" y="147648"/>
                        <a:pt x="507202" y="562116"/>
                        <a:pt x="545251" y="975211"/>
                      </a:cubicBezTo>
                      <a:cubicBezTo>
                        <a:pt x="447837" y="978887"/>
                        <a:pt x="459477" y="1007708"/>
                        <a:pt x="362064" y="1011384"/>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9" name="Rectangle 11"/>
                <p:cNvSpPr/>
                <p:nvPr/>
              </p:nvSpPr>
              <p:spPr>
                <a:xfrm>
                  <a:off x="5519736" y="2031207"/>
                  <a:ext cx="359569" cy="1119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9" h="111919">
                      <a:moveTo>
                        <a:pt x="80963" y="0"/>
                      </a:moveTo>
                      <a:cubicBezTo>
                        <a:pt x="173832" y="32543"/>
                        <a:pt x="264319" y="57943"/>
                        <a:pt x="359569" y="97630"/>
                      </a:cubicBezTo>
                      <a:lnTo>
                        <a:pt x="302419" y="111919"/>
                      </a:lnTo>
                      <a:lnTo>
                        <a:pt x="0" y="7143"/>
                      </a:lnTo>
                      <a:lnTo>
                        <a:pt x="80963"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0" name="Rectangle 11"/>
                <p:cNvSpPr/>
                <p:nvPr/>
              </p:nvSpPr>
              <p:spPr>
                <a:xfrm>
                  <a:off x="4791074" y="1893095"/>
                  <a:ext cx="452437" cy="857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37" h="85725">
                      <a:moveTo>
                        <a:pt x="66677" y="0"/>
                      </a:moveTo>
                      <a:lnTo>
                        <a:pt x="452437" y="59529"/>
                      </a:lnTo>
                      <a:lnTo>
                        <a:pt x="445294" y="85725"/>
                      </a:lnTo>
                      <a:lnTo>
                        <a:pt x="0" y="9524"/>
                      </a:lnTo>
                      <a:lnTo>
                        <a:pt x="66677"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1" name="Rectangle 11"/>
                <p:cNvSpPr/>
                <p:nvPr/>
              </p:nvSpPr>
              <p:spPr>
                <a:xfrm>
                  <a:off x="4100947" y="1792259"/>
                  <a:ext cx="450056" cy="857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4296 w 450056"/>
                    <a:gd name="connsiteY0" fmla="*/ 0 h 85725"/>
                    <a:gd name="connsiteX1" fmla="*/ 450056 w 450056"/>
                    <a:gd name="connsiteY1" fmla="*/ 59529 h 85725"/>
                    <a:gd name="connsiteX2" fmla="*/ 442913 w 450056"/>
                    <a:gd name="connsiteY2" fmla="*/ 85725 h 85725"/>
                    <a:gd name="connsiteX3" fmla="*/ 0 w 450056"/>
                    <a:gd name="connsiteY3" fmla="*/ 16668 h 85725"/>
                    <a:gd name="connsiteX4" fmla="*/ 64296 w 450056"/>
                    <a:gd name="connsiteY4" fmla="*/ 0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6" h="85725">
                      <a:moveTo>
                        <a:pt x="64296" y="0"/>
                      </a:moveTo>
                      <a:lnTo>
                        <a:pt x="450056" y="59529"/>
                      </a:lnTo>
                      <a:lnTo>
                        <a:pt x="442913" y="85725"/>
                      </a:lnTo>
                      <a:lnTo>
                        <a:pt x="0" y="16668"/>
                      </a:lnTo>
                      <a:lnTo>
                        <a:pt x="6429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2" name="Rectangle 11"/>
                <p:cNvSpPr/>
                <p:nvPr/>
              </p:nvSpPr>
              <p:spPr>
                <a:xfrm>
                  <a:off x="3369471" y="1616869"/>
                  <a:ext cx="509587" cy="15477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52081 w 452437"/>
                    <a:gd name="connsiteY0" fmla="*/ 0 h 105508"/>
                    <a:gd name="connsiteX1" fmla="*/ 452437 w 452437"/>
                    <a:gd name="connsiteY1" fmla="*/ 79312 h 105508"/>
                    <a:gd name="connsiteX2" fmla="*/ 445294 w 452437"/>
                    <a:gd name="connsiteY2" fmla="*/ 105508 h 105508"/>
                    <a:gd name="connsiteX3" fmla="*/ 0 w 452437"/>
                    <a:gd name="connsiteY3" fmla="*/ 29307 h 105508"/>
                    <a:gd name="connsiteX4" fmla="*/ 52081 w 452437"/>
                    <a:gd name="connsiteY4" fmla="*/ 0 h 105508"/>
                    <a:gd name="connsiteX0" fmla="*/ 83703 w 484059"/>
                    <a:gd name="connsiteY0" fmla="*/ 27843 h 133351"/>
                    <a:gd name="connsiteX1" fmla="*/ 484059 w 484059"/>
                    <a:gd name="connsiteY1" fmla="*/ 107155 h 133351"/>
                    <a:gd name="connsiteX2" fmla="*/ 476916 w 484059"/>
                    <a:gd name="connsiteY2" fmla="*/ 133351 h 133351"/>
                    <a:gd name="connsiteX3" fmla="*/ 0 w 484059"/>
                    <a:gd name="connsiteY3" fmla="*/ 0 h 133351"/>
                    <a:gd name="connsiteX4" fmla="*/ 83703 w 484059"/>
                    <a:gd name="connsiteY4" fmla="*/ 27843 h 133351"/>
                    <a:gd name="connsiteX0" fmla="*/ 83703 w 484059"/>
                    <a:gd name="connsiteY0" fmla="*/ 27843 h 133351"/>
                    <a:gd name="connsiteX1" fmla="*/ 484059 w 484059"/>
                    <a:gd name="connsiteY1" fmla="*/ 107155 h 133351"/>
                    <a:gd name="connsiteX2" fmla="*/ 476916 w 484059"/>
                    <a:gd name="connsiteY2" fmla="*/ 133351 h 133351"/>
                    <a:gd name="connsiteX3" fmla="*/ 0 w 484059"/>
                    <a:gd name="connsiteY3" fmla="*/ 0 h 133351"/>
                    <a:gd name="connsiteX4" fmla="*/ 83703 w 484059"/>
                    <a:gd name="connsiteY4" fmla="*/ 27843 h 133351"/>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518113"/>
                    <a:gd name="connsiteY0" fmla="*/ 0 h 162658"/>
                    <a:gd name="connsiteX1" fmla="*/ 518113 w 518113"/>
                    <a:gd name="connsiteY1" fmla="*/ 136462 h 162658"/>
                    <a:gd name="connsiteX2" fmla="*/ 476916 w 518113"/>
                    <a:gd name="connsiteY2" fmla="*/ 162658 h 162658"/>
                    <a:gd name="connsiteX3" fmla="*/ 0 w 518113"/>
                    <a:gd name="connsiteY3" fmla="*/ 29307 h 162658"/>
                    <a:gd name="connsiteX4" fmla="*/ 54514 w 518113"/>
                    <a:gd name="connsiteY4" fmla="*/ 0 h 162658"/>
                    <a:gd name="connsiteX0" fmla="*/ 54514 w 518113"/>
                    <a:gd name="connsiteY0" fmla="*/ 0 h 175846"/>
                    <a:gd name="connsiteX1" fmla="*/ 518113 w 518113"/>
                    <a:gd name="connsiteY1" fmla="*/ 136462 h 175846"/>
                    <a:gd name="connsiteX2" fmla="*/ 498808 w 518113"/>
                    <a:gd name="connsiteY2" fmla="*/ 175846 h 175846"/>
                    <a:gd name="connsiteX3" fmla="*/ 0 w 518113"/>
                    <a:gd name="connsiteY3" fmla="*/ 29307 h 175846"/>
                    <a:gd name="connsiteX4" fmla="*/ 54514 w 51811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20546"/>
                    <a:gd name="connsiteY0" fmla="*/ 0 h 175846"/>
                    <a:gd name="connsiteX1" fmla="*/ 520546 w 520546"/>
                    <a:gd name="connsiteY1" fmla="*/ 143057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5846"/>
                    <a:gd name="connsiteX1" fmla="*/ 520546 w 520546"/>
                    <a:gd name="connsiteY1" fmla="*/ 143057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5846"/>
                    <a:gd name="connsiteX1" fmla="*/ 520546 w 520546"/>
                    <a:gd name="connsiteY1" fmla="*/ 145804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46" h="178593">
                      <a:moveTo>
                        <a:pt x="44784" y="0"/>
                      </a:moveTo>
                      <a:cubicBezTo>
                        <a:pt x="146614" y="102089"/>
                        <a:pt x="413850" y="126695"/>
                        <a:pt x="520546" y="145804"/>
                      </a:cubicBezTo>
                      <a:lnTo>
                        <a:pt x="489079" y="178593"/>
                      </a:lnTo>
                      <a:cubicBezTo>
                        <a:pt x="284702" y="169210"/>
                        <a:pt x="46266" y="94431"/>
                        <a:pt x="0" y="13920"/>
                      </a:cubicBezTo>
                      <a:lnTo>
                        <a:pt x="44784"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3" name="Rectangle 11"/>
                <p:cNvSpPr/>
                <p:nvPr/>
              </p:nvSpPr>
              <p:spPr>
                <a:xfrm rot="10620000" flipV="1">
                  <a:off x="7994610" y="1181543"/>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4" name="Rectangle 11"/>
                <p:cNvSpPr/>
                <p:nvPr/>
              </p:nvSpPr>
              <p:spPr>
                <a:xfrm rot="10680000" flipV="1">
                  <a:off x="8397066" y="1155787"/>
                  <a:ext cx="155605" cy="443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5" name="Rectangle 11"/>
                <p:cNvSpPr/>
                <p:nvPr/>
              </p:nvSpPr>
              <p:spPr>
                <a:xfrm rot="10680000" flipV="1">
                  <a:off x="8585771" y="1143195"/>
                  <a:ext cx="135370" cy="581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6" name="Rectangle 11"/>
                <p:cNvSpPr/>
                <p:nvPr/>
              </p:nvSpPr>
              <p:spPr>
                <a:xfrm rot="10620000" flipV="1">
                  <a:off x="8780914" y="1131814"/>
                  <a:ext cx="145136" cy="475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7" name="Rectangle 11"/>
                <p:cNvSpPr/>
                <p:nvPr/>
              </p:nvSpPr>
              <p:spPr>
                <a:xfrm rot="10620000" flipV="1">
                  <a:off x="8973800" y="1120672"/>
                  <a:ext cx="145136" cy="3228"/>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8" name="Rectangle 11"/>
                <p:cNvSpPr/>
                <p:nvPr/>
              </p:nvSpPr>
              <p:spPr>
                <a:xfrm rot="10642943" flipV="1">
                  <a:off x="8206567" y="1167694"/>
                  <a:ext cx="155605" cy="443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9" name="Rectangle 11"/>
                <p:cNvSpPr/>
                <p:nvPr/>
              </p:nvSpPr>
              <p:spPr>
                <a:xfrm rot="10620000" flipV="1">
                  <a:off x="7785062" y="1193449"/>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0" name="Rectangle 11"/>
                <p:cNvSpPr/>
                <p:nvPr/>
              </p:nvSpPr>
              <p:spPr>
                <a:xfrm rot="10620000" flipV="1">
                  <a:off x="7575514" y="1205355"/>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1" name="Rectangle 11"/>
                <p:cNvSpPr/>
                <p:nvPr/>
              </p:nvSpPr>
              <p:spPr>
                <a:xfrm rot="10620000" flipV="1">
                  <a:off x="7382632" y="1217261"/>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2" name="Rectangle 11"/>
                <p:cNvSpPr/>
                <p:nvPr/>
              </p:nvSpPr>
              <p:spPr>
                <a:xfrm rot="10620000" flipV="1">
                  <a:off x="7189751" y="1229115"/>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3" name="Rectangle 11"/>
                <p:cNvSpPr/>
                <p:nvPr/>
              </p:nvSpPr>
              <p:spPr>
                <a:xfrm rot="10620000" flipV="1">
                  <a:off x="6992109" y="1241021"/>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4" name="Rectangle 11"/>
                <p:cNvSpPr/>
                <p:nvPr/>
              </p:nvSpPr>
              <p:spPr>
                <a:xfrm rot="10620000" flipV="1">
                  <a:off x="6796845" y="1252927"/>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5" name="Rectangle 11"/>
                <p:cNvSpPr/>
                <p:nvPr/>
              </p:nvSpPr>
              <p:spPr>
                <a:xfrm rot="10620000" flipV="1">
                  <a:off x="6615870" y="1264833"/>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6" name="Rectangle 11"/>
                <p:cNvSpPr/>
                <p:nvPr/>
              </p:nvSpPr>
              <p:spPr>
                <a:xfrm rot="10620000" flipV="1">
                  <a:off x="6432514" y="1276740"/>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7" name="Rectangle 11"/>
                <p:cNvSpPr/>
                <p:nvPr/>
              </p:nvSpPr>
              <p:spPr>
                <a:xfrm rot="10620000" flipV="1">
                  <a:off x="6242014" y="1288646"/>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8" name="Rectangle 11"/>
                <p:cNvSpPr/>
                <p:nvPr/>
              </p:nvSpPr>
              <p:spPr>
                <a:xfrm rot="10638371" flipV="1">
                  <a:off x="6009190" y="1302104"/>
                  <a:ext cx="194105"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9" name="Rectangle 11"/>
                <p:cNvSpPr/>
                <p:nvPr/>
              </p:nvSpPr>
              <p:spPr>
                <a:xfrm rot="10578371" flipV="1">
                  <a:off x="5747934" y="1316278"/>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0" name="Rectangle 11"/>
                <p:cNvSpPr/>
                <p:nvPr/>
              </p:nvSpPr>
              <p:spPr>
                <a:xfrm rot="10638371" flipV="1">
                  <a:off x="5500284" y="1330452"/>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1" name="Rectangle 11"/>
                <p:cNvSpPr/>
                <p:nvPr/>
              </p:nvSpPr>
              <p:spPr>
                <a:xfrm rot="10638371" flipV="1">
                  <a:off x="5243110" y="1344626"/>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2" name="Rectangle 11"/>
                <p:cNvSpPr/>
                <p:nvPr/>
              </p:nvSpPr>
              <p:spPr>
                <a:xfrm rot="10638371" flipV="1">
                  <a:off x="4988317" y="1358800"/>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3" name="Rectangle 11"/>
                <p:cNvSpPr/>
                <p:nvPr/>
              </p:nvSpPr>
              <p:spPr>
                <a:xfrm rot="10638371" flipV="1">
                  <a:off x="4740668" y="1372974"/>
                  <a:ext cx="216556" cy="52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4" name="Rectangle 11"/>
                <p:cNvSpPr/>
                <p:nvPr/>
              </p:nvSpPr>
              <p:spPr>
                <a:xfrm rot="10578371" flipV="1">
                  <a:off x="4485875" y="1387400"/>
                  <a:ext cx="216556" cy="582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5" name="Rectangle 11"/>
                <p:cNvSpPr/>
                <p:nvPr/>
              </p:nvSpPr>
              <p:spPr>
                <a:xfrm rot="10578371" flipV="1">
                  <a:off x="4182357" y="1407186"/>
                  <a:ext cx="261622" cy="912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6" name="Rectangle 11"/>
                <p:cNvSpPr/>
                <p:nvPr/>
              </p:nvSpPr>
              <p:spPr>
                <a:xfrm rot="10345324" flipV="1">
                  <a:off x="3418003" y="1474119"/>
                  <a:ext cx="380453" cy="43216"/>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 name="connsiteX0" fmla="*/ 0 w 998902"/>
                    <a:gd name="connsiteY0" fmla="*/ 0 h 179813"/>
                    <a:gd name="connsiteX1" fmla="*/ 877855 w 998902"/>
                    <a:gd name="connsiteY1" fmla="*/ 321 h 179813"/>
                    <a:gd name="connsiteX2" fmla="*/ 998903 w 998902"/>
                    <a:gd name="connsiteY2" fmla="*/ 179814 h 179813"/>
                    <a:gd name="connsiteX3" fmla="*/ 364 w 998902"/>
                    <a:gd name="connsiteY3" fmla="*/ 34643 h 179813"/>
                    <a:gd name="connsiteX4" fmla="*/ 0 w 998902"/>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8647"/>
                    <a:gd name="connsiteX1" fmla="*/ 1182858 w 1182859"/>
                    <a:gd name="connsiteY1" fmla="*/ 150269 h 178647"/>
                    <a:gd name="connsiteX2" fmla="*/ 1014861 w 1182859"/>
                    <a:gd name="connsiteY2" fmla="*/ 178647 h 178647"/>
                    <a:gd name="connsiteX3" fmla="*/ 364 w 1182859"/>
                    <a:gd name="connsiteY3" fmla="*/ 34643 h 178647"/>
                    <a:gd name="connsiteX4" fmla="*/ 0 w 1182859"/>
                    <a:gd name="connsiteY4" fmla="*/ 0 h 178647"/>
                    <a:gd name="connsiteX0" fmla="*/ 0 w 1182859"/>
                    <a:gd name="connsiteY0" fmla="*/ 0 h 178647"/>
                    <a:gd name="connsiteX1" fmla="*/ 1182858 w 1182859"/>
                    <a:gd name="connsiteY1" fmla="*/ 150269 h 178647"/>
                    <a:gd name="connsiteX2" fmla="*/ 1014861 w 1182859"/>
                    <a:gd name="connsiteY2" fmla="*/ 178647 h 178647"/>
                    <a:gd name="connsiteX3" fmla="*/ 364 w 1182859"/>
                    <a:gd name="connsiteY3" fmla="*/ 34643 h 178647"/>
                    <a:gd name="connsiteX4" fmla="*/ 0 w 1182859"/>
                    <a:gd name="connsiteY4" fmla="*/ 0 h 178647"/>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48163 w 1231022"/>
                    <a:gd name="connsiteY0" fmla="*/ 0 h 172820"/>
                    <a:gd name="connsiteX1" fmla="*/ 1231021 w 1231022"/>
                    <a:gd name="connsiteY1" fmla="*/ 150269 h 172820"/>
                    <a:gd name="connsiteX2" fmla="*/ 1142813 w 1231022"/>
                    <a:gd name="connsiteY2" fmla="*/ 172821 h 172820"/>
                    <a:gd name="connsiteX3" fmla="*/ 3 w 1231022"/>
                    <a:gd name="connsiteY3" fmla="*/ 30895 h 172820"/>
                    <a:gd name="connsiteX4" fmla="*/ 48163 w 1231022"/>
                    <a:gd name="connsiteY4" fmla="*/ 0 h 172820"/>
                    <a:gd name="connsiteX0" fmla="*/ 48163 w 1236656"/>
                    <a:gd name="connsiteY0" fmla="*/ 0 h 172820"/>
                    <a:gd name="connsiteX1" fmla="*/ 1236657 w 1236656"/>
                    <a:gd name="connsiteY1" fmla="*/ 122384 h 172820"/>
                    <a:gd name="connsiteX2" fmla="*/ 1142813 w 1236656"/>
                    <a:gd name="connsiteY2" fmla="*/ 172821 h 172820"/>
                    <a:gd name="connsiteX3" fmla="*/ 3 w 1236656"/>
                    <a:gd name="connsiteY3" fmla="*/ 30895 h 172820"/>
                    <a:gd name="connsiteX4" fmla="*/ 48163 w 1236656"/>
                    <a:gd name="connsiteY4" fmla="*/ 0 h 172820"/>
                    <a:gd name="connsiteX0" fmla="*/ 48163 w 1265391"/>
                    <a:gd name="connsiteY0" fmla="*/ 2496 h 175316"/>
                    <a:gd name="connsiteX1" fmla="*/ 1265392 w 1265391"/>
                    <a:gd name="connsiteY1" fmla="*/ 85362 h 175316"/>
                    <a:gd name="connsiteX2" fmla="*/ 1142813 w 1265391"/>
                    <a:gd name="connsiteY2" fmla="*/ 175317 h 175316"/>
                    <a:gd name="connsiteX3" fmla="*/ 3 w 1265391"/>
                    <a:gd name="connsiteY3" fmla="*/ 33391 h 175316"/>
                    <a:gd name="connsiteX4" fmla="*/ 48163 w 1265391"/>
                    <a:gd name="connsiteY4" fmla="*/ 2496 h 175316"/>
                    <a:gd name="connsiteX0" fmla="*/ 31470 w 1265394"/>
                    <a:gd name="connsiteY0" fmla="*/ 564 h 180638"/>
                    <a:gd name="connsiteX1" fmla="*/ 1265395 w 1265394"/>
                    <a:gd name="connsiteY1" fmla="*/ 90684 h 180638"/>
                    <a:gd name="connsiteX2" fmla="*/ 1142816 w 1265394"/>
                    <a:gd name="connsiteY2" fmla="*/ 180639 h 180638"/>
                    <a:gd name="connsiteX3" fmla="*/ 6 w 1265394"/>
                    <a:gd name="connsiteY3" fmla="*/ 38713 h 180638"/>
                    <a:gd name="connsiteX4" fmla="*/ 31470 w 1265394"/>
                    <a:gd name="connsiteY4" fmla="*/ 564 h 180638"/>
                    <a:gd name="connsiteX0" fmla="*/ 31470 w 1265394"/>
                    <a:gd name="connsiteY0" fmla="*/ 23363 h 203437"/>
                    <a:gd name="connsiteX1" fmla="*/ 1265395 w 1265394"/>
                    <a:gd name="connsiteY1" fmla="*/ 113483 h 203437"/>
                    <a:gd name="connsiteX2" fmla="*/ 1142816 w 1265394"/>
                    <a:gd name="connsiteY2" fmla="*/ 203438 h 203437"/>
                    <a:gd name="connsiteX3" fmla="*/ 6 w 1265394"/>
                    <a:gd name="connsiteY3" fmla="*/ 61512 h 203437"/>
                    <a:gd name="connsiteX4" fmla="*/ 31470 w 1265394"/>
                    <a:gd name="connsiteY4" fmla="*/ 23363 h 203437"/>
                    <a:gd name="connsiteX0" fmla="*/ 43517 w 1277441"/>
                    <a:gd name="connsiteY0" fmla="*/ 23367 h 203441"/>
                    <a:gd name="connsiteX1" fmla="*/ 1277442 w 1277441"/>
                    <a:gd name="connsiteY1" fmla="*/ 113487 h 203441"/>
                    <a:gd name="connsiteX2" fmla="*/ 1154863 w 1277441"/>
                    <a:gd name="connsiteY2" fmla="*/ 203442 h 203441"/>
                    <a:gd name="connsiteX3" fmla="*/ 6 w 1277441"/>
                    <a:gd name="connsiteY3" fmla="*/ 108277 h 203441"/>
                    <a:gd name="connsiteX4" fmla="*/ 43517 w 1277441"/>
                    <a:gd name="connsiteY4" fmla="*/ 23367 h 203441"/>
                    <a:gd name="connsiteX0" fmla="*/ 20417 w 1277444"/>
                    <a:gd name="connsiteY0" fmla="*/ 26517 h 194963"/>
                    <a:gd name="connsiteX1" fmla="*/ 1277445 w 1277444"/>
                    <a:gd name="connsiteY1" fmla="*/ 105009 h 194963"/>
                    <a:gd name="connsiteX2" fmla="*/ 1154866 w 1277444"/>
                    <a:gd name="connsiteY2" fmla="*/ 194964 h 194963"/>
                    <a:gd name="connsiteX3" fmla="*/ 9 w 1277444"/>
                    <a:gd name="connsiteY3" fmla="*/ 99799 h 194963"/>
                    <a:gd name="connsiteX4" fmla="*/ 20417 w 1277444"/>
                    <a:gd name="connsiteY4" fmla="*/ 26517 h 194963"/>
                    <a:gd name="connsiteX0" fmla="*/ 76890 w 1277437"/>
                    <a:gd name="connsiteY0" fmla="*/ 27377 h 192954"/>
                    <a:gd name="connsiteX1" fmla="*/ 1277438 w 1277437"/>
                    <a:gd name="connsiteY1" fmla="*/ 103000 h 192954"/>
                    <a:gd name="connsiteX2" fmla="*/ 1154859 w 1277437"/>
                    <a:gd name="connsiteY2" fmla="*/ 192955 h 192954"/>
                    <a:gd name="connsiteX3" fmla="*/ 2 w 1277437"/>
                    <a:gd name="connsiteY3" fmla="*/ 97790 h 192954"/>
                    <a:gd name="connsiteX4" fmla="*/ 76890 w 1277437"/>
                    <a:gd name="connsiteY4" fmla="*/ 27377 h 192954"/>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75492"/>
                    <a:gd name="connsiteX1" fmla="*/ 1277438 w 1277437"/>
                    <a:gd name="connsiteY1" fmla="*/ 103000 h 175492"/>
                    <a:gd name="connsiteX2" fmla="*/ 1217619 w 1277437"/>
                    <a:gd name="connsiteY2" fmla="*/ 175492 h 175492"/>
                    <a:gd name="connsiteX3" fmla="*/ 2 w 1277437"/>
                    <a:gd name="connsiteY3" fmla="*/ 97790 h 175492"/>
                    <a:gd name="connsiteX4" fmla="*/ 76890 w 1277437"/>
                    <a:gd name="connsiteY4" fmla="*/ 27377 h 175492"/>
                    <a:gd name="connsiteX0" fmla="*/ 76890 w 1277437"/>
                    <a:gd name="connsiteY0" fmla="*/ 22455 h 170570"/>
                    <a:gd name="connsiteX1" fmla="*/ 1277438 w 1277437"/>
                    <a:gd name="connsiteY1" fmla="*/ 98078 h 170570"/>
                    <a:gd name="connsiteX2" fmla="*/ 1217619 w 1277437"/>
                    <a:gd name="connsiteY2" fmla="*/ 170570 h 170570"/>
                    <a:gd name="connsiteX3" fmla="*/ 2 w 1277437"/>
                    <a:gd name="connsiteY3" fmla="*/ 92868 h 170570"/>
                    <a:gd name="connsiteX4" fmla="*/ 76890 w 1277437"/>
                    <a:gd name="connsiteY4" fmla="*/ 22455 h 170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437" h="170570">
                      <a:moveTo>
                        <a:pt x="76890" y="22455"/>
                      </a:moveTo>
                      <a:cubicBezTo>
                        <a:pt x="448058" y="-24553"/>
                        <a:pt x="905689" y="2995"/>
                        <a:pt x="1277438" y="98078"/>
                      </a:cubicBezTo>
                      <a:cubicBezTo>
                        <a:pt x="1277634" y="109478"/>
                        <a:pt x="1217423" y="159170"/>
                        <a:pt x="1217619" y="170570"/>
                      </a:cubicBezTo>
                      <a:cubicBezTo>
                        <a:pt x="819169" y="42631"/>
                        <a:pt x="204019" y="59469"/>
                        <a:pt x="2" y="92868"/>
                      </a:cubicBezTo>
                      <a:cubicBezTo>
                        <a:pt x="-548" y="79190"/>
                        <a:pt x="77440" y="36133"/>
                        <a:pt x="76890" y="22455"/>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7" name="Rectangle 11"/>
                <p:cNvSpPr/>
                <p:nvPr/>
              </p:nvSpPr>
              <p:spPr>
                <a:xfrm rot="10456790" flipV="1">
                  <a:off x="3860888" y="1435760"/>
                  <a:ext cx="261622" cy="912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225" name="Group 224"/>
              <p:cNvGrpSpPr/>
              <p:nvPr/>
            </p:nvGrpSpPr>
            <p:grpSpPr>
              <a:xfrm>
                <a:off x="-4760" y="2162337"/>
                <a:ext cx="7111460" cy="4404042"/>
                <a:chOff x="-4760" y="2162337"/>
                <a:chExt cx="7111460" cy="4404042"/>
              </a:xfrm>
            </p:grpSpPr>
            <p:grpSp>
              <p:nvGrpSpPr>
                <p:cNvPr id="224" name="Group 223"/>
                <p:cNvGrpSpPr/>
                <p:nvPr/>
              </p:nvGrpSpPr>
              <p:grpSpPr>
                <a:xfrm>
                  <a:off x="-4760" y="2162337"/>
                  <a:ext cx="5065868" cy="2214970"/>
                  <a:chOff x="-4760" y="2162337"/>
                  <a:chExt cx="5065868" cy="2214970"/>
                </a:xfrm>
              </p:grpSpPr>
              <p:sp>
                <p:nvSpPr>
                  <p:cNvPr id="20" name="Rectangle 29"/>
                  <p:cNvSpPr/>
                  <p:nvPr/>
                </p:nvSpPr>
                <p:spPr>
                  <a:xfrm>
                    <a:off x="-4760" y="3036664"/>
                    <a:ext cx="5043488" cy="1340643"/>
                  </a:xfrm>
                  <a:custGeom>
                    <a:avLst/>
                    <a:gdLst>
                      <a:gd name="connsiteX0" fmla="*/ 0 w 361950"/>
                      <a:gd name="connsiteY0" fmla="*/ 0 h 57150"/>
                      <a:gd name="connsiteX1" fmla="*/ 361950 w 361950"/>
                      <a:gd name="connsiteY1" fmla="*/ 0 h 57150"/>
                      <a:gd name="connsiteX2" fmla="*/ 361950 w 361950"/>
                      <a:gd name="connsiteY2" fmla="*/ 57150 h 57150"/>
                      <a:gd name="connsiteX3" fmla="*/ 0 w 361950"/>
                      <a:gd name="connsiteY3" fmla="*/ 57150 h 57150"/>
                      <a:gd name="connsiteX4" fmla="*/ 0 w 361950"/>
                      <a:gd name="connsiteY4" fmla="*/ 0 h 57150"/>
                      <a:gd name="connsiteX0" fmla="*/ 0 w 4838700"/>
                      <a:gd name="connsiteY0" fmla="*/ 1143000 h 1200150"/>
                      <a:gd name="connsiteX1" fmla="*/ 4838700 w 4838700"/>
                      <a:gd name="connsiteY1" fmla="*/ 0 h 1200150"/>
                      <a:gd name="connsiteX2" fmla="*/ 361950 w 4838700"/>
                      <a:gd name="connsiteY2" fmla="*/ 1200150 h 1200150"/>
                      <a:gd name="connsiteX3" fmla="*/ 0 w 4838700"/>
                      <a:gd name="connsiteY3" fmla="*/ 1200150 h 1200150"/>
                      <a:gd name="connsiteX4" fmla="*/ 0 w 4838700"/>
                      <a:gd name="connsiteY4" fmla="*/ 1143000 h 1200150"/>
                      <a:gd name="connsiteX0" fmla="*/ 0 w 4838700"/>
                      <a:gd name="connsiteY0" fmla="*/ 1143000 h 1200150"/>
                      <a:gd name="connsiteX1" fmla="*/ 4838700 w 4838700"/>
                      <a:gd name="connsiteY1" fmla="*/ 0 h 1200150"/>
                      <a:gd name="connsiteX2" fmla="*/ 361950 w 4838700"/>
                      <a:gd name="connsiteY2" fmla="*/ 1200150 h 1200150"/>
                      <a:gd name="connsiteX3" fmla="*/ 0 w 4838700"/>
                      <a:gd name="connsiteY3" fmla="*/ 1200150 h 1200150"/>
                      <a:gd name="connsiteX4" fmla="*/ 0 w 4838700"/>
                      <a:gd name="connsiteY4" fmla="*/ 1143000 h 1200150"/>
                      <a:gd name="connsiteX0" fmla="*/ 0 w 4838700"/>
                      <a:gd name="connsiteY0" fmla="*/ 1143000 h 1200150"/>
                      <a:gd name="connsiteX1" fmla="*/ 4838700 w 4838700"/>
                      <a:gd name="connsiteY1" fmla="*/ 0 h 1200150"/>
                      <a:gd name="connsiteX2" fmla="*/ 0 w 4838700"/>
                      <a:gd name="connsiteY2" fmla="*/ 1200150 h 1200150"/>
                      <a:gd name="connsiteX3" fmla="*/ 0 w 4838700"/>
                      <a:gd name="connsiteY3" fmla="*/ 1143000 h 1200150"/>
                      <a:gd name="connsiteX0" fmla="*/ 0 w 4848225"/>
                      <a:gd name="connsiteY0" fmla="*/ 1143000 h 1200150"/>
                      <a:gd name="connsiteX1" fmla="*/ 4848225 w 4848225"/>
                      <a:gd name="connsiteY1" fmla="*/ 0 h 1200150"/>
                      <a:gd name="connsiteX2" fmla="*/ 9525 w 4848225"/>
                      <a:gd name="connsiteY2" fmla="*/ 1200150 h 1200150"/>
                      <a:gd name="connsiteX3" fmla="*/ 0 w 4848225"/>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5067300"/>
                      <a:gd name="connsiteY0" fmla="*/ 1057275 h 1114425"/>
                      <a:gd name="connsiteX1" fmla="*/ 5067300 w 5067300"/>
                      <a:gd name="connsiteY1" fmla="*/ 0 h 1114425"/>
                      <a:gd name="connsiteX2" fmla="*/ 0 w 5067300"/>
                      <a:gd name="connsiteY2" fmla="*/ 1114425 h 1114425"/>
                      <a:gd name="connsiteX3" fmla="*/ 9525 w 5067300"/>
                      <a:gd name="connsiteY3" fmla="*/ 1057275 h 1114425"/>
                      <a:gd name="connsiteX0" fmla="*/ 9525 w 5067300"/>
                      <a:gd name="connsiteY0" fmla="*/ 1057275 h 1114425"/>
                      <a:gd name="connsiteX1" fmla="*/ 5067300 w 5067300"/>
                      <a:gd name="connsiteY1" fmla="*/ 0 h 1114425"/>
                      <a:gd name="connsiteX2" fmla="*/ 0 w 5067300"/>
                      <a:gd name="connsiteY2" fmla="*/ 1114425 h 1114425"/>
                      <a:gd name="connsiteX3" fmla="*/ 9525 w 5067300"/>
                      <a:gd name="connsiteY3" fmla="*/ 1057275 h 1114425"/>
                      <a:gd name="connsiteX0" fmla="*/ 9525 w 4912519"/>
                      <a:gd name="connsiteY0" fmla="*/ 1114425 h 1171575"/>
                      <a:gd name="connsiteX1" fmla="*/ 4912519 w 4912519"/>
                      <a:gd name="connsiteY1" fmla="*/ 0 h 1171575"/>
                      <a:gd name="connsiteX2" fmla="*/ 0 w 4912519"/>
                      <a:gd name="connsiteY2" fmla="*/ 1171575 h 1171575"/>
                      <a:gd name="connsiteX3" fmla="*/ 9525 w 4912519"/>
                      <a:gd name="connsiteY3" fmla="*/ 1114425 h 1171575"/>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14287 w 5043488"/>
                      <a:gd name="connsiteY0" fmla="*/ 1283493 h 1340643"/>
                      <a:gd name="connsiteX1" fmla="*/ 5043488 w 5043488"/>
                      <a:gd name="connsiteY1" fmla="*/ 0 h 1340643"/>
                      <a:gd name="connsiteX2" fmla="*/ 0 w 5043488"/>
                      <a:gd name="connsiteY2" fmla="*/ 1340643 h 1340643"/>
                      <a:gd name="connsiteX3" fmla="*/ 14287 w 5043488"/>
                      <a:gd name="connsiteY3" fmla="*/ 1283493 h 1340643"/>
                      <a:gd name="connsiteX0" fmla="*/ 4762 w 5043488"/>
                      <a:gd name="connsiteY0" fmla="*/ 1285874 h 1340643"/>
                      <a:gd name="connsiteX1" fmla="*/ 5043488 w 5043488"/>
                      <a:gd name="connsiteY1" fmla="*/ 0 h 1340643"/>
                      <a:gd name="connsiteX2" fmla="*/ 0 w 5043488"/>
                      <a:gd name="connsiteY2" fmla="*/ 1340643 h 1340643"/>
                      <a:gd name="connsiteX3" fmla="*/ 4762 w 5043488"/>
                      <a:gd name="connsiteY3" fmla="*/ 1285874 h 1340643"/>
                    </a:gdLst>
                    <a:ahLst/>
                    <a:cxnLst>
                      <a:cxn ang="0">
                        <a:pos x="connsiteX0" y="connsiteY0"/>
                      </a:cxn>
                      <a:cxn ang="0">
                        <a:pos x="connsiteX1" y="connsiteY1"/>
                      </a:cxn>
                      <a:cxn ang="0">
                        <a:pos x="connsiteX2" y="connsiteY2"/>
                      </a:cxn>
                      <a:cxn ang="0">
                        <a:pos x="connsiteX3" y="connsiteY3"/>
                      </a:cxn>
                    </a:cxnLst>
                    <a:rect l="l" t="t" r="r" b="b"/>
                    <a:pathLst>
                      <a:path w="5043488" h="1340643">
                        <a:moveTo>
                          <a:pt x="4762" y="1285874"/>
                        </a:moveTo>
                        <a:cubicBezTo>
                          <a:pt x="1858962" y="733424"/>
                          <a:pt x="4463256" y="438150"/>
                          <a:pt x="5043488" y="0"/>
                        </a:cubicBezTo>
                        <a:cubicBezTo>
                          <a:pt x="4745095" y="472938"/>
                          <a:pt x="1882775" y="788193"/>
                          <a:pt x="0" y="1340643"/>
                        </a:cubicBezTo>
                        <a:cubicBezTo>
                          <a:pt x="3175" y="1321593"/>
                          <a:pt x="1587" y="1304924"/>
                          <a:pt x="4762" y="1285874"/>
                        </a:cubicBezTo>
                        <a:close/>
                      </a:path>
                    </a:pathLst>
                  </a:custGeom>
                  <a:gradFill flip="none" rotWithShape="1">
                    <a:gsLst>
                      <a:gs pos="0">
                        <a:srgbClr val="A5A5A5">
                          <a:lumMod val="67000"/>
                        </a:srgbClr>
                      </a:gs>
                      <a:gs pos="48000">
                        <a:srgbClr val="A5A5A5">
                          <a:lumMod val="97000"/>
                          <a:lumOff val="3000"/>
                        </a:srgbClr>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 name="Rectangle 32"/>
                  <p:cNvSpPr/>
                  <p:nvPr/>
                </p:nvSpPr>
                <p:spPr>
                  <a:xfrm>
                    <a:off x="2831648" y="2162337"/>
                    <a:ext cx="2229460" cy="725283"/>
                  </a:xfrm>
                  <a:custGeom>
                    <a:avLst/>
                    <a:gdLst>
                      <a:gd name="connsiteX0" fmla="*/ 0 w 650383"/>
                      <a:gd name="connsiteY0" fmla="*/ 0 h 309093"/>
                      <a:gd name="connsiteX1" fmla="*/ 650383 w 650383"/>
                      <a:gd name="connsiteY1" fmla="*/ 0 h 309093"/>
                      <a:gd name="connsiteX2" fmla="*/ 650383 w 650383"/>
                      <a:gd name="connsiteY2" fmla="*/ 309093 h 309093"/>
                      <a:gd name="connsiteX3" fmla="*/ 0 w 650383"/>
                      <a:gd name="connsiteY3" fmla="*/ 309093 h 309093"/>
                      <a:gd name="connsiteX4" fmla="*/ 0 w 650383"/>
                      <a:gd name="connsiteY4" fmla="*/ 0 h 309093"/>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2279561"/>
                      <a:gd name="connsiteY0" fmla="*/ 0 h 721218"/>
                      <a:gd name="connsiteX1" fmla="*/ 650383 w 2279561"/>
                      <a:gd name="connsiteY1" fmla="*/ 12879 h 721218"/>
                      <a:gd name="connsiteX2" fmla="*/ 2279561 w 2279561"/>
                      <a:gd name="connsiteY2" fmla="*/ 721218 h 721218"/>
                      <a:gd name="connsiteX3" fmla="*/ 0 w 2279561"/>
                      <a:gd name="connsiteY3" fmla="*/ 321972 h 721218"/>
                      <a:gd name="connsiteX4" fmla="*/ 70834 w 2279561"/>
                      <a:gd name="connsiteY4" fmla="*/ 0 h 721218"/>
                      <a:gd name="connsiteX0" fmla="*/ 70834 w 2279561"/>
                      <a:gd name="connsiteY0" fmla="*/ 0 h 721218"/>
                      <a:gd name="connsiteX1" fmla="*/ 656822 w 2279561"/>
                      <a:gd name="connsiteY1" fmla="*/ 25758 h 721218"/>
                      <a:gd name="connsiteX2" fmla="*/ 2279561 w 2279561"/>
                      <a:gd name="connsiteY2" fmla="*/ 721218 h 721218"/>
                      <a:gd name="connsiteX3" fmla="*/ 0 w 2279561"/>
                      <a:gd name="connsiteY3" fmla="*/ 321972 h 721218"/>
                      <a:gd name="connsiteX4" fmla="*/ 70834 w 2279561"/>
                      <a:gd name="connsiteY4" fmla="*/ 0 h 721218"/>
                      <a:gd name="connsiteX0" fmla="*/ 8100 w 2216827"/>
                      <a:gd name="connsiteY0" fmla="*/ 0 h 721218"/>
                      <a:gd name="connsiteX1" fmla="*/ 594088 w 2216827"/>
                      <a:gd name="connsiteY1" fmla="*/ 25758 h 721218"/>
                      <a:gd name="connsiteX2" fmla="*/ 2216827 w 2216827"/>
                      <a:gd name="connsiteY2" fmla="*/ 721218 h 721218"/>
                      <a:gd name="connsiteX3" fmla="*/ 993334 w 2216827"/>
                      <a:gd name="connsiteY3" fmla="*/ 386367 h 721218"/>
                      <a:gd name="connsiteX4" fmla="*/ 8100 w 2216827"/>
                      <a:gd name="connsiteY4" fmla="*/ 0 h 721218"/>
                      <a:gd name="connsiteX0" fmla="*/ 48355 w 2257082"/>
                      <a:gd name="connsiteY0" fmla="*/ 0 h 721218"/>
                      <a:gd name="connsiteX1" fmla="*/ 634343 w 2257082"/>
                      <a:gd name="connsiteY1" fmla="*/ 25758 h 721218"/>
                      <a:gd name="connsiteX2" fmla="*/ 2257082 w 2257082"/>
                      <a:gd name="connsiteY2" fmla="*/ 721218 h 721218"/>
                      <a:gd name="connsiteX3" fmla="*/ 1033589 w 2257082"/>
                      <a:gd name="connsiteY3" fmla="*/ 386367 h 721218"/>
                      <a:gd name="connsiteX4" fmla="*/ 48355 w 2257082"/>
                      <a:gd name="connsiteY4" fmla="*/ 0 h 721218"/>
                      <a:gd name="connsiteX0" fmla="*/ 43883 w 2252610"/>
                      <a:gd name="connsiteY0" fmla="*/ 0 h 721218"/>
                      <a:gd name="connsiteX1" fmla="*/ 629871 w 2252610"/>
                      <a:gd name="connsiteY1" fmla="*/ 25758 h 721218"/>
                      <a:gd name="connsiteX2" fmla="*/ 2252610 w 2252610"/>
                      <a:gd name="connsiteY2" fmla="*/ 721218 h 721218"/>
                      <a:gd name="connsiteX3" fmla="*/ 1061315 w 2252610"/>
                      <a:gd name="connsiteY3" fmla="*/ 354170 h 721218"/>
                      <a:gd name="connsiteX4" fmla="*/ 43883 w 2252610"/>
                      <a:gd name="connsiteY4" fmla="*/ 0 h 721218"/>
                      <a:gd name="connsiteX0" fmla="*/ 35196 w 2243923"/>
                      <a:gd name="connsiteY0" fmla="*/ 0 h 721218"/>
                      <a:gd name="connsiteX1" fmla="*/ 621184 w 2243923"/>
                      <a:gd name="connsiteY1" fmla="*/ 25758 h 721218"/>
                      <a:gd name="connsiteX2" fmla="*/ 2243923 w 2243923"/>
                      <a:gd name="connsiteY2" fmla="*/ 721218 h 721218"/>
                      <a:gd name="connsiteX3" fmla="*/ 1052628 w 2243923"/>
                      <a:gd name="connsiteY3" fmla="*/ 354170 h 721218"/>
                      <a:gd name="connsiteX4" fmla="*/ 35196 w 2243923"/>
                      <a:gd name="connsiteY4" fmla="*/ 0 h 721218"/>
                      <a:gd name="connsiteX0" fmla="*/ 48757 w 2257484"/>
                      <a:gd name="connsiteY0" fmla="*/ 0 h 721218"/>
                      <a:gd name="connsiteX1" fmla="*/ 634745 w 2257484"/>
                      <a:gd name="connsiteY1" fmla="*/ 25758 h 721218"/>
                      <a:gd name="connsiteX2" fmla="*/ 2257484 w 2257484"/>
                      <a:gd name="connsiteY2" fmla="*/ 721218 h 721218"/>
                      <a:gd name="connsiteX3" fmla="*/ 1066189 w 2257484"/>
                      <a:gd name="connsiteY3" fmla="*/ 354170 h 721218"/>
                      <a:gd name="connsiteX4" fmla="*/ 48757 w 2257484"/>
                      <a:gd name="connsiteY4" fmla="*/ 0 h 721218"/>
                      <a:gd name="connsiteX0" fmla="*/ 48757 w 2257484"/>
                      <a:gd name="connsiteY0" fmla="*/ 0 h 721218"/>
                      <a:gd name="connsiteX1" fmla="*/ 2257484 w 2257484"/>
                      <a:gd name="connsiteY1" fmla="*/ 721218 h 721218"/>
                      <a:gd name="connsiteX2" fmla="*/ 1066189 w 2257484"/>
                      <a:gd name="connsiteY2" fmla="*/ 354170 h 721218"/>
                      <a:gd name="connsiteX3" fmla="*/ 48757 w 2257484"/>
                      <a:gd name="connsiteY3" fmla="*/ 0 h 721218"/>
                      <a:gd name="connsiteX0" fmla="*/ 48757 w 2257928"/>
                      <a:gd name="connsiteY0" fmla="*/ 0 h 721218"/>
                      <a:gd name="connsiteX1" fmla="*/ 2257484 w 2257928"/>
                      <a:gd name="connsiteY1" fmla="*/ 721218 h 721218"/>
                      <a:gd name="connsiteX2" fmla="*/ 1066189 w 2257928"/>
                      <a:gd name="connsiteY2" fmla="*/ 354170 h 721218"/>
                      <a:gd name="connsiteX3" fmla="*/ 48757 w 2257928"/>
                      <a:gd name="connsiteY3" fmla="*/ 0 h 721218"/>
                      <a:gd name="connsiteX0" fmla="*/ 48757 w 2257767"/>
                      <a:gd name="connsiteY0" fmla="*/ 0 h 721218"/>
                      <a:gd name="connsiteX1" fmla="*/ 2257484 w 2257767"/>
                      <a:gd name="connsiteY1" fmla="*/ 721218 h 721218"/>
                      <a:gd name="connsiteX2" fmla="*/ 1066189 w 2257767"/>
                      <a:gd name="connsiteY2" fmla="*/ 354170 h 721218"/>
                      <a:gd name="connsiteX3" fmla="*/ 48757 w 2257767"/>
                      <a:gd name="connsiteY3" fmla="*/ 0 h 721218"/>
                      <a:gd name="connsiteX0" fmla="*/ 48757 w 2260168"/>
                      <a:gd name="connsiteY0" fmla="*/ 0 h 721218"/>
                      <a:gd name="connsiteX1" fmla="*/ 2257484 w 2260168"/>
                      <a:gd name="connsiteY1" fmla="*/ 721218 h 721218"/>
                      <a:gd name="connsiteX2" fmla="*/ 1066189 w 2260168"/>
                      <a:gd name="connsiteY2" fmla="*/ 354170 h 721218"/>
                      <a:gd name="connsiteX3" fmla="*/ 48757 w 2260168"/>
                      <a:gd name="connsiteY3" fmla="*/ 0 h 721218"/>
                      <a:gd name="connsiteX0" fmla="*/ 4786 w 2216197"/>
                      <a:gd name="connsiteY0" fmla="*/ 0 h 721218"/>
                      <a:gd name="connsiteX1" fmla="*/ 2213513 w 2216197"/>
                      <a:gd name="connsiteY1" fmla="*/ 721218 h 721218"/>
                      <a:gd name="connsiteX2" fmla="*/ 4786 w 2216197"/>
                      <a:gd name="connsiteY2" fmla="*/ 0 h 721218"/>
                      <a:gd name="connsiteX0" fmla="*/ 48855 w 2260266"/>
                      <a:gd name="connsiteY0" fmla="*/ 0 h 721218"/>
                      <a:gd name="connsiteX1" fmla="*/ 2257582 w 2260266"/>
                      <a:gd name="connsiteY1" fmla="*/ 721218 h 721218"/>
                      <a:gd name="connsiteX2" fmla="*/ 48855 w 2260266"/>
                      <a:gd name="connsiteY2" fmla="*/ 0 h 721218"/>
                      <a:gd name="connsiteX0" fmla="*/ 39951 w 2251362"/>
                      <a:gd name="connsiteY0" fmla="*/ 0 h 721218"/>
                      <a:gd name="connsiteX1" fmla="*/ 2248678 w 2251362"/>
                      <a:gd name="connsiteY1" fmla="*/ 721218 h 721218"/>
                      <a:gd name="connsiteX2" fmla="*/ 39951 w 2251362"/>
                      <a:gd name="connsiteY2" fmla="*/ 0 h 721218"/>
                      <a:gd name="connsiteX0" fmla="*/ 39951 w 2251362"/>
                      <a:gd name="connsiteY0" fmla="*/ 0 h 746976"/>
                      <a:gd name="connsiteX1" fmla="*/ 2248678 w 2251362"/>
                      <a:gd name="connsiteY1" fmla="*/ 746976 h 746976"/>
                      <a:gd name="connsiteX2" fmla="*/ 39951 w 2251362"/>
                      <a:gd name="connsiteY2" fmla="*/ 0 h 746976"/>
                      <a:gd name="connsiteX0" fmla="*/ 39951 w 2256528"/>
                      <a:gd name="connsiteY0" fmla="*/ 0 h 746976"/>
                      <a:gd name="connsiteX1" fmla="*/ 2248678 w 2256528"/>
                      <a:gd name="connsiteY1" fmla="*/ 746976 h 746976"/>
                      <a:gd name="connsiteX2" fmla="*/ 39951 w 2256528"/>
                      <a:gd name="connsiteY2" fmla="*/ 0 h 746976"/>
                      <a:gd name="connsiteX0" fmla="*/ 39951 w 2258351"/>
                      <a:gd name="connsiteY0" fmla="*/ 0 h 746976"/>
                      <a:gd name="connsiteX1" fmla="*/ 2248678 w 2258351"/>
                      <a:gd name="connsiteY1" fmla="*/ 746976 h 746976"/>
                      <a:gd name="connsiteX2" fmla="*/ 39951 w 2258351"/>
                      <a:gd name="connsiteY2" fmla="*/ 0 h 746976"/>
                      <a:gd name="connsiteX0" fmla="*/ 39101 w 2257501"/>
                      <a:gd name="connsiteY0" fmla="*/ 0 h 746976"/>
                      <a:gd name="connsiteX1" fmla="*/ 2247828 w 2257501"/>
                      <a:gd name="connsiteY1" fmla="*/ 746976 h 746976"/>
                      <a:gd name="connsiteX2" fmla="*/ 39101 w 2257501"/>
                      <a:gd name="connsiteY2" fmla="*/ 0 h 746976"/>
                      <a:gd name="connsiteX0" fmla="*/ 46515 w 2264915"/>
                      <a:gd name="connsiteY0" fmla="*/ 0 h 746976"/>
                      <a:gd name="connsiteX1" fmla="*/ 2255242 w 2264915"/>
                      <a:gd name="connsiteY1" fmla="*/ 746976 h 746976"/>
                      <a:gd name="connsiteX2" fmla="*/ 46515 w 2264915"/>
                      <a:gd name="connsiteY2" fmla="*/ 0 h 746976"/>
                      <a:gd name="connsiteX0" fmla="*/ 48064 w 2266464"/>
                      <a:gd name="connsiteY0" fmla="*/ 0 h 746976"/>
                      <a:gd name="connsiteX1" fmla="*/ 2256791 w 2266464"/>
                      <a:gd name="connsiteY1" fmla="*/ 746976 h 746976"/>
                      <a:gd name="connsiteX2" fmla="*/ 48064 w 2266464"/>
                      <a:gd name="connsiteY2" fmla="*/ 0 h 746976"/>
                      <a:gd name="connsiteX0" fmla="*/ 48249 w 2256638"/>
                      <a:gd name="connsiteY0" fmla="*/ 0 h 746976"/>
                      <a:gd name="connsiteX1" fmla="*/ 2246928 w 2256638"/>
                      <a:gd name="connsiteY1" fmla="*/ 746976 h 746976"/>
                      <a:gd name="connsiteX2" fmla="*/ 48249 w 2256638"/>
                      <a:gd name="connsiteY2" fmla="*/ 0 h 746976"/>
                      <a:gd name="connsiteX0" fmla="*/ 48342 w 2251726"/>
                      <a:gd name="connsiteY0" fmla="*/ 0 h 741952"/>
                      <a:gd name="connsiteX1" fmla="*/ 2241997 w 2251726"/>
                      <a:gd name="connsiteY1" fmla="*/ 741952 h 741952"/>
                      <a:gd name="connsiteX2" fmla="*/ 48342 w 2251726"/>
                      <a:gd name="connsiteY2" fmla="*/ 0 h 741952"/>
                      <a:gd name="connsiteX0" fmla="*/ 48342 w 2251671"/>
                      <a:gd name="connsiteY0" fmla="*/ 0 h 741952"/>
                      <a:gd name="connsiteX1" fmla="*/ 2241997 w 2251671"/>
                      <a:gd name="connsiteY1" fmla="*/ 741952 h 741952"/>
                      <a:gd name="connsiteX2" fmla="*/ 48342 w 2251671"/>
                      <a:gd name="connsiteY2" fmla="*/ 0 h 741952"/>
                      <a:gd name="connsiteX0" fmla="*/ 50797 w 2254126"/>
                      <a:gd name="connsiteY0" fmla="*/ 0 h 741952"/>
                      <a:gd name="connsiteX1" fmla="*/ 2244452 w 2254126"/>
                      <a:gd name="connsiteY1" fmla="*/ 741952 h 741952"/>
                      <a:gd name="connsiteX2" fmla="*/ 50797 w 2254126"/>
                      <a:gd name="connsiteY2" fmla="*/ 0 h 741952"/>
                      <a:gd name="connsiteX0" fmla="*/ 50752 w 2256453"/>
                      <a:gd name="connsiteY0" fmla="*/ 0 h 739571"/>
                      <a:gd name="connsiteX1" fmla="*/ 2246788 w 2256453"/>
                      <a:gd name="connsiteY1" fmla="*/ 739571 h 739571"/>
                      <a:gd name="connsiteX2" fmla="*/ 50752 w 2256453"/>
                      <a:gd name="connsiteY2" fmla="*/ 0 h 739571"/>
                      <a:gd name="connsiteX0" fmla="*/ 48785 w 2254486"/>
                      <a:gd name="connsiteY0" fmla="*/ 0 h 739571"/>
                      <a:gd name="connsiteX1" fmla="*/ 2244821 w 2254486"/>
                      <a:gd name="connsiteY1" fmla="*/ 739571 h 739571"/>
                      <a:gd name="connsiteX2" fmla="*/ 48785 w 2254486"/>
                      <a:gd name="connsiteY2" fmla="*/ 0 h 739571"/>
                      <a:gd name="connsiteX0" fmla="*/ 48740 w 2256815"/>
                      <a:gd name="connsiteY0" fmla="*/ 0 h 730046"/>
                      <a:gd name="connsiteX1" fmla="*/ 2247158 w 2256815"/>
                      <a:gd name="connsiteY1" fmla="*/ 730046 h 730046"/>
                      <a:gd name="connsiteX2" fmla="*/ 48740 w 2256815"/>
                      <a:gd name="connsiteY2" fmla="*/ 0 h 730046"/>
                      <a:gd name="connsiteX0" fmla="*/ 47285 w 2255360"/>
                      <a:gd name="connsiteY0" fmla="*/ 0 h 730046"/>
                      <a:gd name="connsiteX1" fmla="*/ 2245703 w 2255360"/>
                      <a:gd name="connsiteY1" fmla="*/ 730046 h 730046"/>
                      <a:gd name="connsiteX2" fmla="*/ 47285 w 2255360"/>
                      <a:gd name="connsiteY2" fmla="*/ 0 h 730046"/>
                      <a:gd name="connsiteX0" fmla="*/ 51201 w 2259276"/>
                      <a:gd name="connsiteY0" fmla="*/ 0 h 730046"/>
                      <a:gd name="connsiteX1" fmla="*/ 2249619 w 2259276"/>
                      <a:gd name="connsiteY1" fmla="*/ 730046 h 730046"/>
                      <a:gd name="connsiteX2" fmla="*/ 51201 w 2259276"/>
                      <a:gd name="connsiteY2" fmla="*/ 0 h 730046"/>
                      <a:gd name="connsiteX0" fmla="*/ 54211 w 2262286"/>
                      <a:gd name="connsiteY0" fmla="*/ 0 h 730046"/>
                      <a:gd name="connsiteX1" fmla="*/ 2252629 w 2262286"/>
                      <a:gd name="connsiteY1" fmla="*/ 730046 h 730046"/>
                      <a:gd name="connsiteX2" fmla="*/ 54211 w 2262286"/>
                      <a:gd name="connsiteY2" fmla="*/ 0 h 730046"/>
                      <a:gd name="connsiteX0" fmla="*/ 54211 w 2262075"/>
                      <a:gd name="connsiteY0" fmla="*/ 0 h 730046"/>
                      <a:gd name="connsiteX1" fmla="*/ 2252629 w 2262075"/>
                      <a:gd name="connsiteY1" fmla="*/ 730046 h 730046"/>
                      <a:gd name="connsiteX2" fmla="*/ 54211 w 2262075"/>
                      <a:gd name="connsiteY2" fmla="*/ 0 h 730046"/>
                      <a:gd name="connsiteX0" fmla="*/ 54211 w 2261906"/>
                      <a:gd name="connsiteY0" fmla="*/ 0 h 730046"/>
                      <a:gd name="connsiteX1" fmla="*/ 2252629 w 2261906"/>
                      <a:gd name="connsiteY1" fmla="*/ 730046 h 730046"/>
                      <a:gd name="connsiteX2" fmla="*/ 54211 w 2261906"/>
                      <a:gd name="connsiteY2" fmla="*/ 0 h 730046"/>
                      <a:gd name="connsiteX0" fmla="*/ 54797 w 2234014"/>
                      <a:gd name="connsiteY0" fmla="*/ 0 h 722902"/>
                      <a:gd name="connsiteX1" fmla="*/ 2224640 w 2234014"/>
                      <a:gd name="connsiteY1" fmla="*/ 722902 h 722902"/>
                      <a:gd name="connsiteX2" fmla="*/ 54797 w 2234014"/>
                      <a:gd name="connsiteY2" fmla="*/ 0 h 722902"/>
                      <a:gd name="connsiteX0" fmla="*/ 54797 w 2230916"/>
                      <a:gd name="connsiteY0" fmla="*/ 0 h 722902"/>
                      <a:gd name="connsiteX1" fmla="*/ 2224640 w 2230916"/>
                      <a:gd name="connsiteY1" fmla="*/ 722902 h 722902"/>
                      <a:gd name="connsiteX2" fmla="*/ 54797 w 2230916"/>
                      <a:gd name="connsiteY2" fmla="*/ 0 h 722902"/>
                      <a:gd name="connsiteX0" fmla="*/ 54797 w 2229052"/>
                      <a:gd name="connsiteY0" fmla="*/ 0 h 722902"/>
                      <a:gd name="connsiteX1" fmla="*/ 2224640 w 2229052"/>
                      <a:gd name="connsiteY1" fmla="*/ 722902 h 722902"/>
                      <a:gd name="connsiteX2" fmla="*/ 54797 w 2229052"/>
                      <a:gd name="connsiteY2" fmla="*/ 0 h 722902"/>
                      <a:gd name="connsiteX0" fmla="*/ 50544 w 2224799"/>
                      <a:gd name="connsiteY0" fmla="*/ 0 h 722902"/>
                      <a:gd name="connsiteX1" fmla="*/ 2220387 w 2224799"/>
                      <a:gd name="connsiteY1" fmla="*/ 722902 h 722902"/>
                      <a:gd name="connsiteX2" fmla="*/ 50544 w 2224799"/>
                      <a:gd name="connsiteY2" fmla="*/ 0 h 722902"/>
                      <a:gd name="connsiteX0" fmla="*/ 50450 w 2229460"/>
                      <a:gd name="connsiteY0" fmla="*/ 0 h 725283"/>
                      <a:gd name="connsiteX1" fmla="*/ 2225056 w 2229460"/>
                      <a:gd name="connsiteY1" fmla="*/ 725283 h 725283"/>
                      <a:gd name="connsiteX2" fmla="*/ 50450 w 2229460"/>
                      <a:gd name="connsiteY2" fmla="*/ 0 h 725283"/>
                    </a:gdLst>
                    <a:ahLst/>
                    <a:cxnLst>
                      <a:cxn ang="0">
                        <a:pos x="connsiteX0" y="connsiteY0"/>
                      </a:cxn>
                      <a:cxn ang="0">
                        <a:pos x="connsiteX1" y="connsiteY1"/>
                      </a:cxn>
                      <a:cxn ang="0">
                        <a:pos x="connsiteX2" y="connsiteY2"/>
                      </a:cxn>
                    </a:cxnLst>
                    <a:rect l="l" t="t" r="r" b="b"/>
                    <a:pathLst>
                      <a:path w="2229460" h="725283">
                        <a:moveTo>
                          <a:pt x="50450" y="0"/>
                        </a:moveTo>
                        <a:cubicBezTo>
                          <a:pt x="-200802" y="264836"/>
                          <a:pt x="2349362" y="305491"/>
                          <a:pt x="2225056" y="725283"/>
                        </a:cubicBezTo>
                        <a:cubicBezTo>
                          <a:pt x="1946014" y="253057"/>
                          <a:pt x="-368005" y="315236"/>
                          <a:pt x="50450" y="0"/>
                        </a:cubicBezTo>
                        <a:close/>
                      </a:path>
                    </a:pathLst>
                  </a:custGeom>
                  <a:solidFill>
                    <a:srgbClr val="FFFFFF">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79" name="Freeform 178"/>
                <p:cNvSpPr/>
                <p:nvPr/>
              </p:nvSpPr>
              <p:spPr>
                <a:xfrm>
                  <a:off x="6" y="3137363"/>
                  <a:ext cx="7106694" cy="3429016"/>
                </a:xfrm>
                <a:custGeom>
                  <a:avLst/>
                  <a:gdLst>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1060694 w 7108105"/>
                    <a:gd name="connsiteY5" fmla="*/ 2775511 h 3471879"/>
                    <a:gd name="connsiteX6" fmla="*/ 0 w 7108105"/>
                    <a:gd name="connsiteY6" fmla="*/ 3471879 h 3471879"/>
                    <a:gd name="connsiteX7" fmla="*/ 1410 w 7108105"/>
                    <a:gd name="connsiteY7" fmla="*/ 3278931 h 3471879"/>
                    <a:gd name="connsiteX8" fmla="*/ 1053019 w 7108105"/>
                    <a:gd name="connsiteY8" fmla="*/ 2600274 h 3471879"/>
                    <a:gd name="connsiteX9" fmla="*/ 1053227 w 7108105"/>
                    <a:gd name="connsiteY9" fmla="*/ 2601708 h 3471879"/>
                    <a:gd name="connsiteX10" fmla="*/ 1126926 w 7108105"/>
                    <a:gd name="connsiteY10" fmla="*/ 2551665 h 3471879"/>
                    <a:gd name="connsiteX11" fmla="*/ 3219603 w 7108105"/>
                    <a:gd name="connsiteY11" fmla="*/ 1523078 h 3471879"/>
                    <a:gd name="connsiteX12" fmla="*/ 5425896 w 7108105"/>
                    <a:gd name="connsiteY12" fmla="*/ 877995 h 3471879"/>
                    <a:gd name="connsiteX13" fmla="*/ 7102049 w 7108105"/>
                    <a:gd name="connsiteY13"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0 w 7108105"/>
                    <a:gd name="connsiteY6" fmla="*/ 3452829 h 3452829"/>
                    <a:gd name="connsiteX7" fmla="*/ 1410 w 7108105"/>
                    <a:gd name="connsiteY7" fmla="*/ 3278931 h 3452829"/>
                    <a:gd name="connsiteX8" fmla="*/ 1053019 w 7108105"/>
                    <a:gd name="connsiteY8" fmla="*/ 2600274 h 3452829"/>
                    <a:gd name="connsiteX9" fmla="*/ 1053227 w 7108105"/>
                    <a:gd name="connsiteY9" fmla="*/ 2601708 h 3452829"/>
                    <a:gd name="connsiteX10" fmla="*/ 1126926 w 7108105"/>
                    <a:gd name="connsiteY10" fmla="*/ 2551665 h 3452829"/>
                    <a:gd name="connsiteX11" fmla="*/ 3219603 w 7108105"/>
                    <a:gd name="connsiteY11" fmla="*/ 1523078 h 3452829"/>
                    <a:gd name="connsiteX12" fmla="*/ 5425896 w 7108105"/>
                    <a:gd name="connsiteY12" fmla="*/ 877995 h 3452829"/>
                    <a:gd name="connsiteX13" fmla="*/ 7102049 w 7108105"/>
                    <a:gd name="connsiteY13"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168095 w 7108105"/>
                    <a:gd name="connsiteY6" fmla="*/ 3342018 h 3452829"/>
                    <a:gd name="connsiteX7" fmla="*/ 0 w 7108105"/>
                    <a:gd name="connsiteY7" fmla="*/ 3452829 h 3452829"/>
                    <a:gd name="connsiteX8" fmla="*/ 1410 w 7108105"/>
                    <a:gd name="connsiteY8" fmla="*/ 3278931 h 3452829"/>
                    <a:gd name="connsiteX9" fmla="*/ 1053019 w 7108105"/>
                    <a:gd name="connsiteY9" fmla="*/ 2600274 h 3452829"/>
                    <a:gd name="connsiteX10" fmla="*/ 1053227 w 7108105"/>
                    <a:gd name="connsiteY10" fmla="*/ 2601708 h 3452829"/>
                    <a:gd name="connsiteX11" fmla="*/ 1126926 w 7108105"/>
                    <a:gd name="connsiteY11" fmla="*/ 2551665 h 3452829"/>
                    <a:gd name="connsiteX12" fmla="*/ 3219603 w 7108105"/>
                    <a:gd name="connsiteY12" fmla="*/ 1523078 h 3452829"/>
                    <a:gd name="connsiteX13" fmla="*/ 5425896 w 7108105"/>
                    <a:gd name="connsiteY13" fmla="*/ 877995 h 3452829"/>
                    <a:gd name="connsiteX14" fmla="*/ 7102049 w 7108105"/>
                    <a:gd name="connsiteY14"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0 w 7108105"/>
                    <a:gd name="connsiteY6" fmla="*/ 3452829 h 3452829"/>
                    <a:gd name="connsiteX7" fmla="*/ 1410 w 7108105"/>
                    <a:gd name="connsiteY7" fmla="*/ 3278931 h 3452829"/>
                    <a:gd name="connsiteX8" fmla="*/ 1053019 w 7108105"/>
                    <a:gd name="connsiteY8" fmla="*/ 2600274 h 3452829"/>
                    <a:gd name="connsiteX9" fmla="*/ 1053227 w 7108105"/>
                    <a:gd name="connsiteY9" fmla="*/ 2601708 h 3452829"/>
                    <a:gd name="connsiteX10" fmla="*/ 1126926 w 7108105"/>
                    <a:gd name="connsiteY10" fmla="*/ 2551665 h 3452829"/>
                    <a:gd name="connsiteX11" fmla="*/ 3219603 w 7108105"/>
                    <a:gd name="connsiteY11" fmla="*/ 1523078 h 3452829"/>
                    <a:gd name="connsiteX12" fmla="*/ 5425896 w 7108105"/>
                    <a:gd name="connsiteY12" fmla="*/ 877995 h 3452829"/>
                    <a:gd name="connsiteX13" fmla="*/ 7102049 w 7108105"/>
                    <a:gd name="connsiteY13"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051764 w 7106850"/>
                    <a:gd name="connsiteY7" fmla="*/ 2600274 h 3429016"/>
                    <a:gd name="connsiteX8" fmla="*/ 1051972 w 7106850"/>
                    <a:gd name="connsiteY8" fmla="*/ 2601708 h 3429016"/>
                    <a:gd name="connsiteX9" fmla="*/ 1125671 w 7106850"/>
                    <a:gd name="connsiteY9" fmla="*/ 2551665 h 3429016"/>
                    <a:gd name="connsiteX10" fmla="*/ 3218348 w 7106850"/>
                    <a:gd name="connsiteY10" fmla="*/ 1523078 h 3429016"/>
                    <a:gd name="connsiteX11" fmla="*/ 5424641 w 7106850"/>
                    <a:gd name="connsiteY11" fmla="*/ 877995 h 3429016"/>
                    <a:gd name="connsiteX12" fmla="*/ 7100794 w 7106850"/>
                    <a:gd name="connsiteY12"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051764 w 7106850"/>
                    <a:gd name="connsiteY7" fmla="*/ 2600274 h 3429016"/>
                    <a:gd name="connsiteX8" fmla="*/ 1125671 w 7106850"/>
                    <a:gd name="connsiteY8" fmla="*/ 2551665 h 3429016"/>
                    <a:gd name="connsiteX9" fmla="*/ 3218348 w 7106850"/>
                    <a:gd name="connsiteY9" fmla="*/ 1523078 h 3429016"/>
                    <a:gd name="connsiteX10" fmla="*/ 5424641 w 7106850"/>
                    <a:gd name="connsiteY10" fmla="*/ 877995 h 3429016"/>
                    <a:gd name="connsiteX11" fmla="*/ 7100794 w 7106850"/>
                    <a:gd name="connsiteY11"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25671 w 7106850"/>
                    <a:gd name="connsiteY7" fmla="*/ 2551665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11384 w 7106850"/>
                    <a:gd name="connsiteY7" fmla="*/ 253737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03907 w 7105723"/>
                    <a:gd name="connsiteY7" fmla="*/ 2518327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03907 w 7105723"/>
                    <a:gd name="connsiteY7" fmla="*/ 251356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099144 w 7105723"/>
                    <a:gd name="connsiteY7" fmla="*/ 253261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099144 w 7105723"/>
                    <a:gd name="connsiteY7" fmla="*/ 253261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105461 w 7111517"/>
                    <a:gd name="connsiteY0" fmla="*/ 0 h 3429016"/>
                    <a:gd name="connsiteX1" fmla="*/ 6443707 w 7111517"/>
                    <a:gd name="connsiteY1" fmla="*/ 629981 h 3429016"/>
                    <a:gd name="connsiteX2" fmla="*/ 5338969 w 7111517"/>
                    <a:gd name="connsiteY2" fmla="*/ 1023131 h 3429016"/>
                    <a:gd name="connsiteX3" fmla="*/ 3268233 w 7111517"/>
                    <a:gd name="connsiteY3" fmla="*/ 1668779 h 3429016"/>
                    <a:gd name="connsiteX4" fmla="*/ 1064258 w 7111517"/>
                    <a:gd name="connsiteY4" fmla="*/ 2777345 h 3429016"/>
                    <a:gd name="connsiteX5" fmla="*/ 5794 w 7111517"/>
                    <a:gd name="connsiteY5" fmla="*/ 3429016 h 3429016"/>
                    <a:gd name="connsiteX6" fmla="*/ 60 w 7111517"/>
                    <a:gd name="connsiteY6" fmla="*/ 3233687 h 3429016"/>
                    <a:gd name="connsiteX7" fmla="*/ 1104938 w 7111517"/>
                    <a:gd name="connsiteY7" fmla="*/ 2532614 h 3429016"/>
                    <a:gd name="connsiteX8" fmla="*/ 3223015 w 7111517"/>
                    <a:gd name="connsiteY8" fmla="*/ 1523078 h 3429016"/>
                    <a:gd name="connsiteX9" fmla="*/ 5429308 w 7111517"/>
                    <a:gd name="connsiteY9" fmla="*/ 877995 h 3429016"/>
                    <a:gd name="connsiteX10" fmla="*/ 7105461 w 7111517"/>
                    <a:gd name="connsiteY10" fmla="*/ 0 h 3429016"/>
                    <a:gd name="connsiteX0" fmla="*/ 7100793 w 7106849"/>
                    <a:gd name="connsiteY0" fmla="*/ 0 h 3429016"/>
                    <a:gd name="connsiteX1" fmla="*/ 6439039 w 7106849"/>
                    <a:gd name="connsiteY1" fmla="*/ 629981 h 3429016"/>
                    <a:gd name="connsiteX2" fmla="*/ 5334301 w 7106849"/>
                    <a:gd name="connsiteY2" fmla="*/ 1023131 h 3429016"/>
                    <a:gd name="connsiteX3" fmla="*/ 3263565 w 7106849"/>
                    <a:gd name="connsiteY3" fmla="*/ 1668779 h 3429016"/>
                    <a:gd name="connsiteX4" fmla="*/ 1059590 w 7106849"/>
                    <a:gd name="connsiteY4" fmla="*/ 2777345 h 3429016"/>
                    <a:gd name="connsiteX5" fmla="*/ 1126 w 7106849"/>
                    <a:gd name="connsiteY5" fmla="*/ 3429016 h 3429016"/>
                    <a:gd name="connsiteX6" fmla="*/ 155 w 7106849"/>
                    <a:gd name="connsiteY6" fmla="*/ 3233687 h 3429016"/>
                    <a:gd name="connsiteX7" fmla="*/ 1100270 w 7106849"/>
                    <a:gd name="connsiteY7" fmla="*/ 2532614 h 3429016"/>
                    <a:gd name="connsiteX8" fmla="*/ 3218347 w 7106849"/>
                    <a:gd name="connsiteY8" fmla="*/ 1523078 h 3429016"/>
                    <a:gd name="connsiteX9" fmla="*/ 5424640 w 7106849"/>
                    <a:gd name="connsiteY9" fmla="*/ 877995 h 3429016"/>
                    <a:gd name="connsiteX10" fmla="*/ 7100793 w 7106849"/>
                    <a:gd name="connsiteY10" fmla="*/ 0 h 3429016"/>
                    <a:gd name="connsiteX0" fmla="*/ 7100638 w 7106694"/>
                    <a:gd name="connsiteY0" fmla="*/ 0 h 3429016"/>
                    <a:gd name="connsiteX1" fmla="*/ 6438884 w 7106694"/>
                    <a:gd name="connsiteY1" fmla="*/ 629981 h 3429016"/>
                    <a:gd name="connsiteX2" fmla="*/ 5334146 w 7106694"/>
                    <a:gd name="connsiteY2" fmla="*/ 1023131 h 3429016"/>
                    <a:gd name="connsiteX3" fmla="*/ 3263410 w 7106694"/>
                    <a:gd name="connsiteY3" fmla="*/ 1668779 h 3429016"/>
                    <a:gd name="connsiteX4" fmla="*/ 1059435 w 7106694"/>
                    <a:gd name="connsiteY4" fmla="*/ 2777345 h 3429016"/>
                    <a:gd name="connsiteX5" fmla="*/ 971 w 7106694"/>
                    <a:gd name="connsiteY5" fmla="*/ 3429016 h 3429016"/>
                    <a:gd name="connsiteX6" fmla="*/ 0 w 7106694"/>
                    <a:gd name="connsiteY6" fmla="*/ 3233687 h 3429016"/>
                    <a:gd name="connsiteX7" fmla="*/ 1100115 w 7106694"/>
                    <a:gd name="connsiteY7" fmla="*/ 2532614 h 3429016"/>
                    <a:gd name="connsiteX8" fmla="*/ 3218192 w 7106694"/>
                    <a:gd name="connsiteY8" fmla="*/ 1523078 h 3429016"/>
                    <a:gd name="connsiteX9" fmla="*/ 5424485 w 7106694"/>
                    <a:gd name="connsiteY9" fmla="*/ 877995 h 3429016"/>
                    <a:gd name="connsiteX10" fmla="*/ 7100638 w 7106694"/>
                    <a:gd name="connsiteY10" fmla="*/ 0 h 3429016"/>
                    <a:gd name="connsiteX0" fmla="*/ 7100792 w 7106848"/>
                    <a:gd name="connsiteY0" fmla="*/ 0 h 3429016"/>
                    <a:gd name="connsiteX1" fmla="*/ 6439038 w 7106848"/>
                    <a:gd name="connsiteY1" fmla="*/ 629981 h 3429016"/>
                    <a:gd name="connsiteX2" fmla="*/ 5334300 w 7106848"/>
                    <a:gd name="connsiteY2" fmla="*/ 1023131 h 3429016"/>
                    <a:gd name="connsiteX3" fmla="*/ 3263564 w 7106848"/>
                    <a:gd name="connsiteY3" fmla="*/ 1668779 h 3429016"/>
                    <a:gd name="connsiteX4" fmla="*/ 1059589 w 7106848"/>
                    <a:gd name="connsiteY4" fmla="*/ 2777345 h 3429016"/>
                    <a:gd name="connsiteX5" fmla="*/ 1125 w 7106848"/>
                    <a:gd name="connsiteY5" fmla="*/ 3429016 h 3429016"/>
                    <a:gd name="connsiteX6" fmla="*/ 154 w 7106848"/>
                    <a:gd name="connsiteY6" fmla="*/ 3233687 h 3429016"/>
                    <a:gd name="connsiteX7" fmla="*/ 1100269 w 7106848"/>
                    <a:gd name="connsiteY7" fmla="*/ 2532614 h 3429016"/>
                    <a:gd name="connsiteX8" fmla="*/ 3218346 w 7106848"/>
                    <a:gd name="connsiteY8" fmla="*/ 1523078 h 3429016"/>
                    <a:gd name="connsiteX9" fmla="*/ 5424639 w 7106848"/>
                    <a:gd name="connsiteY9" fmla="*/ 877995 h 3429016"/>
                    <a:gd name="connsiteX10" fmla="*/ 7100792 w 7106848"/>
                    <a:gd name="connsiteY10" fmla="*/ 0 h 3429016"/>
                    <a:gd name="connsiteX0" fmla="*/ 7100792 w 7106848"/>
                    <a:gd name="connsiteY0" fmla="*/ 0 h 3429016"/>
                    <a:gd name="connsiteX1" fmla="*/ 6439038 w 7106848"/>
                    <a:gd name="connsiteY1" fmla="*/ 629981 h 3429016"/>
                    <a:gd name="connsiteX2" fmla="*/ 5334300 w 7106848"/>
                    <a:gd name="connsiteY2" fmla="*/ 1023131 h 3429016"/>
                    <a:gd name="connsiteX3" fmla="*/ 3263564 w 7106848"/>
                    <a:gd name="connsiteY3" fmla="*/ 1668779 h 3429016"/>
                    <a:gd name="connsiteX4" fmla="*/ 1059589 w 7106848"/>
                    <a:gd name="connsiteY4" fmla="*/ 2777345 h 3429016"/>
                    <a:gd name="connsiteX5" fmla="*/ 1125 w 7106848"/>
                    <a:gd name="connsiteY5" fmla="*/ 3429016 h 3429016"/>
                    <a:gd name="connsiteX6" fmla="*/ 154 w 7106848"/>
                    <a:gd name="connsiteY6" fmla="*/ 3233687 h 3429016"/>
                    <a:gd name="connsiteX7" fmla="*/ 1100269 w 7106848"/>
                    <a:gd name="connsiteY7" fmla="*/ 2532614 h 3429016"/>
                    <a:gd name="connsiteX8" fmla="*/ 3218346 w 7106848"/>
                    <a:gd name="connsiteY8" fmla="*/ 1523078 h 3429016"/>
                    <a:gd name="connsiteX9" fmla="*/ 5424639 w 7106848"/>
                    <a:gd name="connsiteY9" fmla="*/ 877995 h 3429016"/>
                    <a:gd name="connsiteX10" fmla="*/ 7100792 w 7106848"/>
                    <a:gd name="connsiteY10" fmla="*/ 0 h 3429016"/>
                    <a:gd name="connsiteX0" fmla="*/ 7100638 w 7106694"/>
                    <a:gd name="connsiteY0" fmla="*/ 0 h 3429016"/>
                    <a:gd name="connsiteX1" fmla="*/ 6438884 w 7106694"/>
                    <a:gd name="connsiteY1" fmla="*/ 629981 h 3429016"/>
                    <a:gd name="connsiteX2" fmla="*/ 5334146 w 7106694"/>
                    <a:gd name="connsiteY2" fmla="*/ 1023131 h 3429016"/>
                    <a:gd name="connsiteX3" fmla="*/ 3263410 w 7106694"/>
                    <a:gd name="connsiteY3" fmla="*/ 1668779 h 3429016"/>
                    <a:gd name="connsiteX4" fmla="*/ 1059435 w 7106694"/>
                    <a:gd name="connsiteY4" fmla="*/ 2777345 h 3429016"/>
                    <a:gd name="connsiteX5" fmla="*/ 971 w 7106694"/>
                    <a:gd name="connsiteY5" fmla="*/ 3429016 h 3429016"/>
                    <a:gd name="connsiteX6" fmla="*/ 0 w 7106694"/>
                    <a:gd name="connsiteY6" fmla="*/ 3233687 h 3429016"/>
                    <a:gd name="connsiteX7" fmla="*/ 1100115 w 7106694"/>
                    <a:gd name="connsiteY7" fmla="*/ 2532614 h 3429016"/>
                    <a:gd name="connsiteX8" fmla="*/ 3218192 w 7106694"/>
                    <a:gd name="connsiteY8" fmla="*/ 1523078 h 3429016"/>
                    <a:gd name="connsiteX9" fmla="*/ 5424485 w 7106694"/>
                    <a:gd name="connsiteY9" fmla="*/ 877995 h 3429016"/>
                    <a:gd name="connsiteX10" fmla="*/ 7100638 w 7106694"/>
                    <a:gd name="connsiteY10" fmla="*/ 0 h 342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6694" h="3429016">
                      <a:moveTo>
                        <a:pt x="7100638" y="0"/>
                      </a:moveTo>
                      <a:cubicBezTo>
                        <a:pt x="7165526" y="222866"/>
                        <a:pt x="6693190" y="516985"/>
                        <a:pt x="6438884" y="629981"/>
                      </a:cubicBezTo>
                      <a:cubicBezTo>
                        <a:pt x="6074627" y="792158"/>
                        <a:pt x="5703427" y="910700"/>
                        <a:pt x="5334146" y="1023131"/>
                      </a:cubicBezTo>
                      <a:cubicBezTo>
                        <a:pt x="4690793" y="1191455"/>
                        <a:pt x="3926860" y="1394947"/>
                        <a:pt x="3263410" y="1668779"/>
                      </a:cubicBezTo>
                      <a:cubicBezTo>
                        <a:pt x="2552198" y="1917722"/>
                        <a:pt x="1835962" y="2322412"/>
                        <a:pt x="1059435" y="2777345"/>
                      </a:cubicBezTo>
                      <a:lnTo>
                        <a:pt x="971" y="3429016"/>
                      </a:lnTo>
                      <a:cubicBezTo>
                        <a:pt x="1765" y="3349295"/>
                        <a:pt x="1587" y="3318170"/>
                        <a:pt x="0" y="3233687"/>
                      </a:cubicBezTo>
                      <a:cubicBezTo>
                        <a:pt x="368293" y="2997615"/>
                        <a:pt x="765160" y="2730586"/>
                        <a:pt x="1100115" y="2532614"/>
                      </a:cubicBezTo>
                      <a:cubicBezTo>
                        <a:pt x="1564499" y="2239303"/>
                        <a:pt x="2552224" y="1777024"/>
                        <a:pt x="3218192" y="1523078"/>
                      </a:cubicBezTo>
                      <a:cubicBezTo>
                        <a:pt x="3947576" y="1235381"/>
                        <a:pt x="4698699" y="1076576"/>
                        <a:pt x="5424485" y="877995"/>
                      </a:cubicBezTo>
                      <a:cubicBezTo>
                        <a:pt x="6538003" y="593192"/>
                        <a:pt x="7067080" y="220016"/>
                        <a:pt x="7100638" y="0"/>
                      </a:cubicBezTo>
                      <a:close/>
                    </a:path>
                  </a:pathLst>
                </a:custGeom>
                <a:solidFill>
                  <a:srgbClr val="FFFFFF">
                    <a:lumMod val="75000"/>
                  </a:srgbClr>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grpSp>
      <p:grpSp>
        <p:nvGrpSpPr>
          <p:cNvPr id="182" name="Group 181"/>
          <p:cNvGrpSpPr/>
          <p:nvPr/>
        </p:nvGrpSpPr>
        <p:grpSpPr>
          <a:xfrm>
            <a:off x="15428" y="-1"/>
            <a:ext cx="12170664" cy="754377"/>
            <a:chOff x="0" y="103030"/>
            <a:chExt cx="9144000" cy="754377"/>
          </a:xfrm>
        </p:grpSpPr>
        <p:sp>
          <p:nvSpPr>
            <p:cNvPr id="183" name="Rectangle 182"/>
            <p:cNvSpPr/>
            <p:nvPr/>
          </p:nvSpPr>
          <p:spPr>
            <a:xfrm>
              <a:off x="0" y="103030"/>
              <a:ext cx="386366" cy="754377"/>
            </a:xfrm>
            <a:prstGeom prst="rect">
              <a:avLst/>
            </a:prstGeom>
            <a:solidFill>
              <a:srgbClr val="59595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nvGrpSpPr>
            <p:cNvPr id="184" name="Group 183"/>
            <p:cNvGrpSpPr/>
            <p:nvPr/>
          </p:nvGrpSpPr>
          <p:grpSpPr>
            <a:xfrm>
              <a:off x="222250" y="193790"/>
              <a:ext cx="8921750" cy="663617"/>
              <a:chOff x="222250" y="387475"/>
              <a:chExt cx="8921750" cy="663617"/>
            </a:xfrm>
          </p:grpSpPr>
          <p:sp>
            <p:nvSpPr>
              <p:cNvPr id="185" name="Rectangle 184"/>
              <p:cNvSpPr/>
              <p:nvPr/>
            </p:nvSpPr>
            <p:spPr>
              <a:xfrm>
                <a:off x="386366" y="387475"/>
                <a:ext cx="8757634" cy="584775"/>
              </a:xfrm>
              <a:prstGeom prst="rect">
                <a:avLst/>
              </a:prstGeom>
            </p:spPr>
            <p:txBody>
              <a:bodyPr wrap="square">
                <a:spAutoFit/>
              </a:bodyPr>
              <a:lstStyle/>
              <a:p>
                <a:pPr algn="ctr"/>
                <a:r>
                  <a:rPr lang="en-US" sz="3200" dirty="0">
                    <a:solidFill>
                      <a:prstClr val="black">
                        <a:lumMod val="50000"/>
                        <a:lumOff val="50000"/>
                      </a:prstClr>
                    </a:solidFill>
                    <a:latin typeface="Arial" panose="020B0604020202020204" pitchFamily="34" charset="0"/>
                    <a:cs typeface="Arial" panose="020B0604020202020204" pitchFamily="34" charset="0"/>
                  </a:rPr>
                  <a:t>30 60 90 Day Onboarding Learning Plan</a:t>
                </a:r>
                <a:endParaRPr lang="en-US" sz="3200" dirty="0">
                  <a:solidFill>
                    <a:prstClr val="black">
                      <a:lumMod val="50000"/>
                      <a:lumOff val="50000"/>
                    </a:prstClr>
                  </a:solidFill>
                  <a:latin typeface="Arial" panose="020B0604020202020204" pitchFamily="34" charset="0"/>
                  <a:ea typeface="Kozuka Gothic Pro L" panose="020B0200000000000000" pitchFamily="34" charset="-128"/>
                  <a:cs typeface="Arial" panose="020B0604020202020204" pitchFamily="34" charset="0"/>
                </a:endParaRPr>
              </a:p>
            </p:txBody>
          </p:sp>
          <p:sp>
            <p:nvSpPr>
              <p:cNvPr id="186" name="Rectangle 185"/>
              <p:cNvSpPr/>
              <p:nvPr/>
            </p:nvSpPr>
            <p:spPr>
              <a:xfrm>
                <a:off x="432435" y="992722"/>
                <a:ext cx="8103687" cy="1602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87" name="Rectangle 186"/>
              <p:cNvSpPr/>
              <p:nvPr/>
            </p:nvSpPr>
            <p:spPr>
              <a:xfrm>
                <a:off x="222250" y="1032804"/>
                <a:ext cx="8183233" cy="18288"/>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3164066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ounded Rectangle">
            <a:extLst>
              <a:ext uri="{FF2B5EF4-FFF2-40B4-BE49-F238E27FC236}">
                <a16:creationId xmlns:a16="http://schemas.microsoft.com/office/drawing/2014/main" id="{0421C390-C9EB-7596-D9AA-814708C331D7}"/>
              </a:ext>
            </a:extLst>
          </p:cNvPr>
          <p:cNvSpPr/>
          <p:nvPr/>
        </p:nvSpPr>
        <p:spPr>
          <a:xfrm rot="16200000">
            <a:off x="-16150" y="2341723"/>
            <a:ext cx="1787770" cy="1434187"/>
          </a:xfrm>
          <a:prstGeom prst="round2SameRect">
            <a:avLst>
              <a:gd name="adj1" fmla="val 19273"/>
              <a:gd name="adj2" fmla="val 0"/>
            </a:avLst>
          </a:prstGeom>
          <a:solidFill>
            <a:srgbClr val="E4E8EE"/>
          </a:solidFill>
          <a:ln w="12700">
            <a:miter lim="400000"/>
          </a:ln>
          <a:effectLst/>
        </p:spPr>
        <p:txBody>
          <a:bodyPr lIns="50800" tIns="50800" rIns="50800" bIns="50800" anchor="ct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grpSp>
        <p:nvGrpSpPr>
          <p:cNvPr id="63" name="Group 62">
            <a:extLst>
              <a:ext uri="{FF2B5EF4-FFF2-40B4-BE49-F238E27FC236}">
                <a16:creationId xmlns:a16="http://schemas.microsoft.com/office/drawing/2014/main" id="{C12E8B92-7605-9EC7-0A71-EF8582F166A4}"/>
              </a:ext>
            </a:extLst>
          </p:cNvPr>
          <p:cNvGrpSpPr/>
          <p:nvPr/>
        </p:nvGrpSpPr>
        <p:grpSpPr>
          <a:xfrm>
            <a:off x="160640" y="1881680"/>
            <a:ext cx="1434186" cy="1312681"/>
            <a:chOff x="1079059" y="2228500"/>
            <a:chExt cx="2072633" cy="1312681"/>
          </a:xfrm>
        </p:grpSpPr>
        <p:sp>
          <p:nvSpPr>
            <p:cNvPr id="64" name="Freeform: Shape 27">
              <a:extLst>
                <a:ext uri="{FF2B5EF4-FFF2-40B4-BE49-F238E27FC236}">
                  <a16:creationId xmlns:a16="http://schemas.microsoft.com/office/drawing/2014/main" id="{43272DC4-4225-C291-DE57-6C972E60409D}"/>
                </a:ext>
              </a:extLst>
            </p:cNvPr>
            <p:cNvSpPr/>
            <p:nvPr/>
          </p:nvSpPr>
          <p:spPr>
            <a:xfrm>
              <a:off x="2897090" y="2228500"/>
              <a:ext cx="254602" cy="254597"/>
            </a:xfrm>
            <a:custGeom>
              <a:avLst/>
              <a:gdLst>
                <a:gd name="connsiteX0" fmla="*/ 432555 w 432555"/>
                <a:gd name="connsiteY0" fmla="*/ 0 h 432546"/>
                <a:gd name="connsiteX1" fmla="*/ 432555 w 432555"/>
                <a:gd name="connsiteY1" fmla="*/ 432546 h 432546"/>
                <a:gd name="connsiteX2" fmla="*/ 0 w 432555"/>
                <a:gd name="connsiteY2" fmla="*/ 432546 h 432546"/>
                <a:gd name="connsiteX3" fmla="*/ 423768 w 432555"/>
                <a:gd name="connsiteY3" fmla="*/ 87165 h 432546"/>
              </a:gdLst>
              <a:ahLst/>
              <a:cxnLst>
                <a:cxn ang="0">
                  <a:pos x="connsiteX0" y="connsiteY0"/>
                </a:cxn>
                <a:cxn ang="0">
                  <a:pos x="connsiteX1" y="connsiteY1"/>
                </a:cxn>
                <a:cxn ang="0">
                  <a:pos x="connsiteX2" y="connsiteY2"/>
                </a:cxn>
                <a:cxn ang="0">
                  <a:pos x="connsiteX3" y="connsiteY3"/>
                </a:cxn>
              </a:cxnLst>
              <a:rect l="l" t="t" r="r" b="b"/>
              <a:pathLst>
                <a:path w="432555" h="432546">
                  <a:moveTo>
                    <a:pt x="432555" y="0"/>
                  </a:moveTo>
                  <a:lnTo>
                    <a:pt x="432555" y="432546"/>
                  </a:lnTo>
                  <a:lnTo>
                    <a:pt x="0" y="432546"/>
                  </a:lnTo>
                  <a:cubicBezTo>
                    <a:pt x="209032" y="432546"/>
                    <a:pt x="383434" y="284274"/>
                    <a:pt x="423768" y="87165"/>
                  </a:cubicBezTo>
                  <a:close/>
                </a:path>
              </a:pathLst>
            </a:custGeom>
            <a:solidFill>
              <a:srgbClr val="FFFFFF"/>
            </a:solidFill>
            <a:ln w="12700">
              <a:miter lim="400000"/>
            </a:ln>
            <a:effectLst/>
          </p:spPr>
          <p:txBody>
            <a:bodyPr wrap="square" lIns="50800" tIns="50800" rIns="50800" bIns="50800"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sp>
          <p:nvSpPr>
            <p:cNvPr id="65" name="Rounded Rectangle">
              <a:extLst>
                <a:ext uri="{FF2B5EF4-FFF2-40B4-BE49-F238E27FC236}">
                  <a16:creationId xmlns:a16="http://schemas.microsoft.com/office/drawing/2014/main" id="{DCF00980-2F2A-846B-FDD8-42587C8489C7}"/>
                </a:ext>
              </a:extLst>
            </p:cNvPr>
            <p:cNvSpPr/>
            <p:nvPr/>
          </p:nvSpPr>
          <p:spPr>
            <a:xfrm rot="16200000">
              <a:off x="1713633" y="1848524"/>
              <a:ext cx="803485" cy="2072633"/>
            </a:xfrm>
            <a:prstGeom prst="round2SameRect">
              <a:avLst>
                <a:gd name="adj1" fmla="val 50000"/>
                <a:gd name="adj2" fmla="val 0"/>
              </a:avLst>
            </a:prstGeom>
            <a:solidFill>
              <a:srgbClr val="FFFFFF"/>
            </a:solidFill>
            <a:ln w="12700">
              <a:miter lim="400000"/>
            </a:ln>
            <a:effectLst/>
          </p:spPr>
          <p:txBody>
            <a:bodyPr lIns="50800" tIns="50800" rIns="50800" bIns="50800" anchor="ct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sp>
          <p:nvSpPr>
            <p:cNvPr id="66" name="Freeform: Shape 28">
              <a:extLst>
                <a:ext uri="{FF2B5EF4-FFF2-40B4-BE49-F238E27FC236}">
                  <a16:creationId xmlns:a16="http://schemas.microsoft.com/office/drawing/2014/main" id="{A41D0851-D24A-EF51-CA3F-3F442B515C4F}"/>
                </a:ext>
              </a:extLst>
            </p:cNvPr>
            <p:cNvSpPr/>
            <p:nvPr/>
          </p:nvSpPr>
          <p:spPr>
            <a:xfrm flipV="1">
              <a:off x="2897090" y="3286584"/>
              <a:ext cx="254602" cy="254597"/>
            </a:xfrm>
            <a:custGeom>
              <a:avLst/>
              <a:gdLst>
                <a:gd name="connsiteX0" fmla="*/ 432555 w 432555"/>
                <a:gd name="connsiteY0" fmla="*/ 0 h 432546"/>
                <a:gd name="connsiteX1" fmla="*/ 432555 w 432555"/>
                <a:gd name="connsiteY1" fmla="*/ 432546 h 432546"/>
                <a:gd name="connsiteX2" fmla="*/ 0 w 432555"/>
                <a:gd name="connsiteY2" fmla="*/ 432546 h 432546"/>
                <a:gd name="connsiteX3" fmla="*/ 423768 w 432555"/>
                <a:gd name="connsiteY3" fmla="*/ 87165 h 432546"/>
              </a:gdLst>
              <a:ahLst/>
              <a:cxnLst>
                <a:cxn ang="0">
                  <a:pos x="connsiteX0" y="connsiteY0"/>
                </a:cxn>
                <a:cxn ang="0">
                  <a:pos x="connsiteX1" y="connsiteY1"/>
                </a:cxn>
                <a:cxn ang="0">
                  <a:pos x="connsiteX2" y="connsiteY2"/>
                </a:cxn>
                <a:cxn ang="0">
                  <a:pos x="connsiteX3" y="connsiteY3"/>
                </a:cxn>
              </a:cxnLst>
              <a:rect l="l" t="t" r="r" b="b"/>
              <a:pathLst>
                <a:path w="432555" h="432546">
                  <a:moveTo>
                    <a:pt x="432555" y="0"/>
                  </a:moveTo>
                  <a:lnTo>
                    <a:pt x="432555" y="432546"/>
                  </a:lnTo>
                  <a:lnTo>
                    <a:pt x="0" y="432546"/>
                  </a:lnTo>
                  <a:cubicBezTo>
                    <a:pt x="209032" y="432546"/>
                    <a:pt x="383434" y="284274"/>
                    <a:pt x="423768" y="87165"/>
                  </a:cubicBezTo>
                  <a:close/>
                </a:path>
              </a:pathLst>
            </a:custGeom>
            <a:solidFill>
              <a:srgbClr val="FFFFFF"/>
            </a:solidFill>
            <a:ln w="12700">
              <a:miter lim="400000"/>
            </a:ln>
            <a:effectLst/>
          </p:spPr>
          <p:txBody>
            <a:bodyPr wrap="square" lIns="50800" tIns="50800" rIns="50800" bIns="50800"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grpSp>
      <p:sp>
        <p:nvSpPr>
          <p:cNvPr id="16" name="Rounded Rectangle 15">
            <a:extLst>
              <a:ext uri="{FF2B5EF4-FFF2-40B4-BE49-F238E27FC236}">
                <a16:creationId xmlns:a16="http://schemas.microsoft.com/office/drawing/2014/main" id="{007E5B26-4EE2-4C1F-48D5-325F66928FA0}"/>
              </a:ext>
            </a:extLst>
          </p:cNvPr>
          <p:cNvSpPr/>
          <p:nvPr/>
        </p:nvSpPr>
        <p:spPr>
          <a:xfrm>
            <a:off x="1595103" y="802365"/>
            <a:ext cx="10409329" cy="527417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ounded Rectangle">
            <a:extLst>
              <a:ext uri="{FF2B5EF4-FFF2-40B4-BE49-F238E27FC236}">
                <a16:creationId xmlns:a16="http://schemas.microsoft.com/office/drawing/2014/main" id="{1E2AE2CB-57B3-4992-8D25-71A82C828005}"/>
              </a:ext>
            </a:extLst>
          </p:cNvPr>
          <p:cNvSpPr/>
          <p:nvPr/>
        </p:nvSpPr>
        <p:spPr>
          <a:xfrm>
            <a:off x="2053037" y="1017400"/>
            <a:ext cx="21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sym typeface="Helvetica Light"/>
              </a:rPr>
              <a:t>Week1:  </a:t>
            </a:r>
            <a:r>
              <a:rPr lang="en-HK" sz="1100" b="1" dirty="0">
                <a:solidFill>
                  <a:schemeClr val="bg1"/>
                </a:solidFill>
                <a:latin typeface="Century Gothic" panose="020B0502020202020204" pitchFamily="34" charset="0"/>
              </a:rPr>
              <a:t>Introduction to .NET</a:t>
            </a:r>
            <a:endParaRPr lang="en-US" sz="1100" b="1" dirty="0">
              <a:solidFill>
                <a:schemeClr val="bg1"/>
              </a:solidFill>
              <a:latin typeface="Century Gothic" panose="020B0502020202020204" pitchFamily="34" charset="0"/>
            </a:endParaRPr>
          </a:p>
        </p:txBody>
      </p:sp>
      <p:grpSp>
        <p:nvGrpSpPr>
          <p:cNvPr id="1034" name="Group 1033">
            <a:extLst>
              <a:ext uri="{FF2B5EF4-FFF2-40B4-BE49-F238E27FC236}">
                <a16:creationId xmlns:a16="http://schemas.microsoft.com/office/drawing/2014/main" id="{070F1514-85E0-4CD0-A622-D59F1A2D1E96}"/>
              </a:ext>
            </a:extLst>
          </p:cNvPr>
          <p:cNvGrpSpPr/>
          <p:nvPr/>
        </p:nvGrpSpPr>
        <p:grpSpPr>
          <a:xfrm>
            <a:off x="1727615" y="3630529"/>
            <a:ext cx="10171940" cy="436751"/>
            <a:chOff x="3674663" y="3547109"/>
            <a:chExt cx="6915302" cy="436751"/>
          </a:xfrm>
        </p:grpSpPr>
        <p:sp>
          <p:nvSpPr>
            <p:cNvPr id="139" name="Rounded Rectangle">
              <a:extLst>
                <a:ext uri="{FF2B5EF4-FFF2-40B4-BE49-F238E27FC236}">
                  <a16:creationId xmlns:a16="http://schemas.microsoft.com/office/drawing/2014/main" id="{16F97552-3F49-4D49-A691-2A2D95DB3E1C}"/>
                </a:ext>
              </a:extLst>
            </p:cNvPr>
            <p:cNvSpPr/>
            <p:nvPr/>
          </p:nvSpPr>
          <p:spPr>
            <a:xfrm rot="16200000">
              <a:off x="6913938" y="307834"/>
              <a:ext cx="436751" cy="6915302"/>
            </a:xfrm>
            <a:prstGeom prst="round2SameRect">
              <a:avLst>
                <a:gd name="adj1" fmla="val 50000"/>
                <a:gd name="adj2" fmla="val 50000"/>
              </a:avLst>
            </a:prstGeom>
            <a:gradFill>
              <a:gsLst>
                <a:gs pos="7000">
                  <a:srgbClr val="49D691"/>
                </a:gs>
                <a:gs pos="88000">
                  <a:srgbClr val="00D7C8"/>
                </a:gs>
              </a:gsLst>
              <a:lin ang="5400000" scaled="1"/>
            </a:gradFill>
            <a:ln w="12700">
              <a:miter lim="400000"/>
            </a:ln>
            <a:effectLst/>
          </p:spPr>
          <p:txBody>
            <a:bodyPr lIns="50800" tIns="50800" rIns="50800" bIns="50800" anchor="ctr"/>
            <a:lstStyle/>
            <a:p>
              <a:pPr algn="ctr"/>
              <a:endParaRPr sz="3200">
                <a:solidFill>
                  <a:srgbClr val="FFFFFF"/>
                </a:solidFill>
                <a:latin typeface="Helvetica Light"/>
              </a:endParaRPr>
            </a:p>
          </p:txBody>
        </p:sp>
        <p:sp>
          <p:nvSpPr>
            <p:cNvPr id="98" name="TextBox 97">
              <a:extLst>
                <a:ext uri="{FF2B5EF4-FFF2-40B4-BE49-F238E27FC236}">
                  <a16:creationId xmlns:a16="http://schemas.microsoft.com/office/drawing/2014/main" id="{12643DFF-5A46-4C32-8981-76D2D8CE89A3}"/>
                </a:ext>
              </a:extLst>
            </p:cNvPr>
            <p:cNvSpPr txBox="1"/>
            <p:nvPr/>
          </p:nvSpPr>
          <p:spPr>
            <a:xfrm>
              <a:off x="6223200" y="3642374"/>
              <a:ext cx="1835420" cy="246221"/>
            </a:xfrm>
            <a:prstGeom prst="rect">
              <a:avLst/>
            </a:prstGeom>
            <a:noFill/>
          </p:spPr>
          <p:txBody>
            <a:bodyPr wrap="none" rtlCol="0">
              <a:spAutoFit/>
            </a:bodyPr>
            <a:lstStyle>
              <a:defPPr>
                <a:defRPr lang="en-US"/>
              </a:defPPr>
              <a:lvl1pPr>
                <a:defRPr sz="1400" b="1">
                  <a:gradFill>
                    <a:gsLst>
                      <a:gs pos="0">
                        <a:srgbClr val="54B2DB"/>
                      </a:gs>
                      <a:gs pos="100000">
                        <a:srgbClr val="4983D0"/>
                      </a:gs>
                    </a:gsLst>
                    <a:lin ang="5400000" scaled="1"/>
                  </a:gradFill>
                  <a:latin typeface="Century Gothic" panose="020B0502020202020204" pitchFamily="34" charset="0"/>
                </a:defRPr>
              </a:lvl1pPr>
            </a:lstStyle>
            <a:p>
              <a:pPr algn="ctr"/>
              <a:r>
                <a:rPr lang="en-US" sz="1000" dirty="0">
                  <a:solidFill>
                    <a:schemeClr val="bg1"/>
                  </a:solidFill>
                </a:rPr>
                <a:t>KEY SUCCESS METRICS / LEARNING GOAL</a:t>
              </a:r>
            </a:p>
          </p:txBody>
        </p:sp>
      </p:grpSp>
      <p:cxnSp>
        <p:nvCxnSpPr>
          <p:cNvPr id="128" name="Straight Connector 127">
            <a:extLst>
              <a:ext uri="{FF2B5EF4-FFF2-40B4-BE49-F238E27FC236}">
                <a16:creationId xmlns:a16="http://schemas.microsoft.com/office/drawing/2014/main" id="{260DA97C-FDC0-4152-B343-ABC86D475FA4}"/>
              </a:ext>
            </a:extLst>
          </p:cNvPr>
          <p:cNvCxnSpPr>
            <a:cxnSpLocks/>
          </p:cNvCxnSpPr>
          <p:nvPr/>
        </p:nvCxnSpPr>
        <p:spPr>
          <a:xfrm>
            <a:off x="4357157" y="802365"/>
            <a:ext cx="0" cy="5274173"/>
          </a:xfrm>
          <a:prstGeom prst="line">
            <a:avLst/>
          </a:prstGeom>
          <a:ln w="12700">
            <a:solidFill>
              <a:srgbClr val="EDF0F3"/>
            </a:solidFill>
            <a:miter lim="400000"/>
          </a:ln>
        </p:spPr>
      </p:cxnSp>
      <p:cxnSp>
        <p:nvCxnSpPr>
          <p:cNvPr id="129" name="Straight Connector 128">
            <a:extLst>
              <a:ext uri="{FF2B5EF4-FFF2-40B4-BE49-F238E27FC236}">
                <a16:creationId xmlns:a16="http://schemas.microsoft.com/office/drawing/2014/main" id="{18B88D76-3BE8-42AE-BA0F-CD4F05EA45A6}"/>
              </a:ext>
            </a:extLst>
          </p:cNvPr>
          <p:cNvCxnSpPr>
            <a:cxnSpLocks/>
            <a:stCxn id="16" idx="0"/>
            <a:endCxn id="16" idx="2"/>
          </p:cNvCxnSpPr>
          <p:nvPr/>
        </p:nvCxnSpPr>
        <p:spPr>
          <a:xfrm>
            <a:off x="6799768" y="802365"/>
            <a:ext cx="0" cy="5274173"/>
          </a:xfrm>
          <a:prstGeom prst="line">
            <a:avLst/>
          </a:prstGeom>
          <a:ln w="12700">
            <a:solidFill>
              <a:srgbClr val="EDF0F3"/>
            </a:solidFill>
            <a:miter lim="400000"/>
          </a:ln>
        </p:spPr>
      </p:cxnSp>
      <p:cxnSp>
        <p:nvCxnSpPr>
          <p:cNvPr id="130" name="Straight Connector 129">
            <a:extLst>
              <a:ext uri="{FF2B5EF4-FFF2-40B4-BE49-F238E27FC236}">
                <a16:creationId xmlns:a16="http://schemas.microsoft.com/office/drawing/2014/main" id="{EE79B3D7-8793-4D9A-A231-38C9497DD675}"/>
              </a:ext>
            </a:extLst>
          </p:cNvPr>
          <p:cNvCxnSpPr>
            <a:cxnSpLocks/>
          </p:cNvCxnSpPr>
          <p:nvPr/>
        </p:nvCxnSpPr>
        <p:spPr>
          <a:xfrm>
            <a:off x="9254838" y="802365"/>
            <a:ext cx="0" cy="5274173"/>
          </a:xfrm>
          <a:prstGeom prst="line">
            <a:avLst/>
          </a:prstGeom>
          <a:ln w="12700">
            <a:solidFill>
              <a:srgbClr val="EDF0F3"/>
            </a:solidFill>
            <a:miter lim="400000"/>
          </a:ln>
        </p:spPr>
      </p:cxnSp>
      <p:sp>
        <p:nvSpPr>
          <p:cNvPr id="34" name="TextBox 33">
            <a:extLst>
              <a:ext uri="{FF2B5EF4-FFF2-40B4-BE49-F238E27FC236}">
                <a16:creationId xmlns:a16="http://schemas.microsoft.com/office/drawing/2014/main" id="{3CDD88A9-AD46-4849-B61A-B5E78179362F}"/>
              </a:ext>
            </a:extLst>
          </p:cNvPr>
          <p:cNvSpPr txBox="1"/>
          <p:nvPr/>
        </p:nvSpPr>
        <p:spPr>
          <a:xfrm>
            <a:off x="343798" y="2382226"/>
            <a:ext cx="1044216" cy="357889"/>
          </a:xfrm>
          <a:prstGeom prst="rect">
            <a:avLst/>
          </a:prstGeom>
          <a:noFill/>
        </p:spPr>
        <p:txBody>
          <a:bodyPr wrap="none" rtlCol="0">
            <a:spAutoFit/>
          </a:bodyPr>
          <a:lstStyle/>
          <a:p>
            <a:r>
              <a:rPr lang="en-US" sz="1400" b="1" dirty="0">
                <a:gradFill>
                  <a:gsLst>
                    <a:gs pos="0">
                      <a:srgbClr val="54B2DB"/>
                    </a:gs>
                    <a:gs pos="100000">
                      <a:srgbClr val="4983D0"/>
                    </a:gs>
                  </a:gsLst>
                  <a:lin ang="5400000" scaled="1"/>
                </a:gradFill>
                <a:latin typeface="Century Gothic" panose="020B0502020202020204" pitchFamily="34" charset="0"/>
              </a:rPr>
              <a:t>30 DAYS</a:t>
            </a:r>
          </a:p>
        </p:txBody>
      </p:sp>
      <p:sp>
        <p:nvSpPr>
          <p:cNvPr id="45" name="TextBox 44">
            <a:extLst>
              <a:ext uri="{FF2B5EF4-FFF2-40B4-BE49-F238E27FC236}">
                <a16:creationId xmlns:a16="http://schemas.microsoft.com/office/drawing/2014/main" id="{EF58717C-D8E5-4551-9083-4A7E0C031B77}"/>
              </a:ext>
            </a:extLst>
          </p:cNvPr>
          <p:cNvSpPr txBox="1"/>
          <p:nvPr/>
        </p:nvSpPr>
        <p:spPr>
          <a:xfrm>
            <a:off x="355962" y="3363465"/>
            <a:ext cx="894797" cy="307777"/>
          </a:xfrm>
          <a:prstGeom prst="rect">
            <a:avLst/>
          </a:prstGeom>
          <a:noFill/>
        </p:spPr>
        <p:txBody>
          <a:bodyPr wrap="none" rtlCol="0">
            <a:spAutoFit/>
          </a:bodyPr>
          <a:lstStyle/>
          <a:p>
            <a:r>
              <a:rPr lang="en-US" sz="1400" dirty="0">
                <a:solidFill>
                  <a:srgbClr val="9EAABE"/>
                </a:solidFill>
                <a:latin typeface="Century Gothic" panose="020B0502020202020204" pitchFamily="34" charset="0"/>
              </a:rPr>
              <a:t>60 DAYS</a:t>
            </a:r>
          </a:p>
        </p:txBody>
      </p:sp>
      <p:sp>
        <p:nvSpPr>
          <p:cNvPr id="4" name="TextBox 3">
            <a:extLst>
              <a:ext uri="{FF2B5EF4-FFF2-40B4-BE49-F238E27FC236}">
                <a16:creationId xmlns:a16="http://schemas.microsoft.com/office/drawing/2014/main" id="{82DC839A-17F5-D113-C2E7-40B7F69ADA2E}"/>
              </a:ext>
            </a:extLst>
          </p:cNvPr>
          <p:cNvSpPr txBox="1"/>
          <p:nvPr/>
        </p:nvSpPr>
        <p:spPr>
          <a:xfrm>
            <a:off x="2065725" y="1691534"/>
            <a:ext cx="2160000" cy="1512145"/>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Familiarize myself with the basics of the .NET framework and its components.</a:t>
            </a:r>
          </a:p>
          <a:p>
            <a:pPr marL="171450" indent="-171450" algn="l">
              <a:buFont typeface="Wingdings" pitchFamily="2" charset="2"/>
              <a:buChar char="v"/>
            </a:pPr>
            <a:endParaRPr lang="en-HK" sz="1000" dirty="0"/>
          </a:p>
          <a:p>
            <a:pPr marL="171450" indent="-171450" algn="l">
              <a:buFont typeface="Wingdings" pitchFamily="2" charset="2"/>
              <a:buChar char="v"/>
            </a:pPr>
            <a:r>
              <a:rPr lang="en-HK" sz="1000" dirty="0"/>
              <a:t>Learn about the different programming languages used in .NET, such as C# and VB.NET</a:t>
            </a:r>
          </a:p>
        </p:txBody>
      </p:sp>
      <p:sp>
        <p:nvSpPr>
          <p:cNvPr id="9" name="TextBox 8">
            <a:extLst>
              <a:ext uri="{FF2B5EF4-FFF2-40B4-BE49-F238E27FC236}">
                <a16:creationId xmlns:a16="http://schemas.microsoft.com/office/drawing/2014/main" id="{F8FB895F-A8E0-61EB-4631-F4DA4448ABA5}"/>
              </a:ext>
            </a:extLst>
          </p:cNvPr>
          <p:cNvSpPr txBox="1"/>
          <p:nvPr/>
        </p:nvSpPr>
        <p:spPr>
          <a:xfrm>
            <a:off x="2053037" y="4689347"/>
            <a:ext cx="2160000" cy="614464"/>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Set up my development environment by installing Visual Studio and .NET SDK.</a:t>
            </a:r>
          </a:p>
        </p:txBody>
      </p:sp>
      <p:sp>
        <p:nvSpPr>
          <p:cNvPr id="18" name="Rounded Rectangle">
            <a:extLst>
              <a:ext uri="{FF2B5EF4-FFF2-40B4-BE49-F238E27FC236}">
                <a16:creationId xmlns:a16="http://schemas.microsoft.com/office/drawing/2014/main" id="{E223D347-0707-948B-AC82-104B6EC21554}"/>
              </a:ext>
            </a:extLst>
          </p:cNvPr>
          <p:cNvSpPr/>
          <p:nvPr/>
        </p:nvSpPr>
        <p:spPr>
          <a:xfrm>
            <a:off x="4492620" y="1016518"/>
            <a:ext cx="21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rPr>
              <a:t>Week 2: C# Fundamentals</a:t>
            </a:r>
            <a:endParaRPr lang="en-US" sz="1100" b="1" dirty="0">
              <a:solidFill>
                <a:schemeClr val="bg1"/>
              </a:solidFill>
              <a:latin typeface="Century Gothic" panose="020B0502020202020204" pitchFamily="34" charset="0"/>
            </a:endParaRPr>
          </a:p>
        </p:txBody>
      </p:sp>
      <p:sp>
        <p:nvSpPr>
          <p:cNvPr id="19" name="TextBox 18">
            <a:extLst>
              <a:ext uri="{FF2B5EF4-FFF2-40B4-BE49-F238E27FC236}">
                <a16:creationId xmlns:a16="http://schemas.microsoft.com/office/drawing/2014/main" id="{BA520BED-BE19-9195-DC6C-CF90DB739D43}"/>
              </a:ext>
            </a:extLst>
          </p:cNvPr>
          <p:cNvSpPr txBox="1"/>
          <p:nvPr/>
        </p:nvSpPr>
        <p:spPr>
          <a:xfrm>
            <a:off x="4492620" y="1691534"/>
            <a:ext cx="2160000" cy="1871218"/>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Review the syntax and differences between Java and C#.</a:t>
            </a:r>
          </a:p>
          <a:p>
            <a:pPr marL="171450" indent="-171450" algn="l">
              <a:buFont typeface="Wingdings" pitchFamily="2" charset="2"/>
              <a:buChar char="v"/>
            </a:pPr>
            <a:endParaRPr lang="en-HK" sz="1000" dirty="0"/>
          </a:p>
          <a:p>
            <a:pPr marL="171450" indent="-171450" algn="l">
              <a:buFont typeface="Wingdings" pitchFamily="2" charset="2"/>
              <a:buChar char="v"/>
            </a:pPr>
            <a:r>
              <a:rPr lang="en-HK" sz="1000" dirty="0"/>
              <a:t>Refresh my knowledge of variables, data types, loops, conditional statements, and basic object-oriented programming (OOP) concepts in C#.</a:t>
            </a:r>
          </a:p>
        </p:txBody>
      </p:sp>
      <p:sp>
        <p:nvSpPr>
          <p:cNvPr id="23" name="TextBox 22">
            <a:extLst>
              <a:ext uri="{FF2B5EF4-FFF2-40B4-BE49-F238E27FC236}">
                <a16:creationId xmlns:a16="http://schemas.microsoft.com/office/drawing/2014/main" id="{28F204FF-65E9-3945-5006-57F14453100F}"/>
              </a:ext>
            </a:extLst>
          </p:cNvPr>
          <p:cNvSpPr txBox="1"/>
          <p:nvPr/>
        </p:nvSpPr>
        <p:spPr>
          <a:xfrm>
            <a:off x="4492620" y="4660581"/>
            <a:ext cx="2160000" cy="614464"/>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Practice writing simple console applications using C#</a:t>
            </a:r>
          </a:p>
        </p:txBody>
      </p:sp>
      <p:sp>
        <p:nvSpPr>
          <p:cNvPr id="25" name="Rounded Rectangle">
            <a:extLst>
              <a:ext uri="{FF2B5EF4-FFF2-40B4-BE49-F238E27FC236}">
                <a16:creationId xmlns:a16="http://schemas.microsoft.com/office/drawing/2014/main" id="{597F0732-7F7D-5554-4D38-EF74929AC5BD}"/>
              </a:ext>
            </a:extLst>
          </p:cNvPr>
          <p:cNvSpPr/>
          <p:nvPr/>
        </p:nvSpPr>
        <p:spPr>
          <a:xfrm>
            <a:off x="6929639" y="1016518"/>
            <a:ext cx="21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rPr>
              <a:t>Week 3: Object-Oriented Programming (OOP) in C#</a:t>
            </a:r>
            <a:endParaRPr lang="en-US" sz="1100" b="1" dirty="0">
              <a:solidFill>
                <a:schemeClr val="bg1"/>
              </a:solidFill>
              <a:latin typeface="Century Gothic" panose="020B0502020202020204" pitchFamily="34" charset="0"/>
            </a:endParaRPr>
          </a:p>
        </p:txBody>
      </p:sp>
      <p:sp>
        <p:nvSpPr>
          <p:cNvPr id="26" name="TextBox 25">
            <a:extLst>
              <a:ext uri="{FF2B5EF4-FFF2-40B4-BE49-F238E27FC236}">
                <a16:creationId xmlns:a16="http://schemas.microsoft.com/office/drawing/2014/main" id="{815A3A93-62F4-1E27-B000-653FF7DF9117}"/>
              </a:ext>
            </a:extLst>
          </p:cNvPr>
          <p:cNvSpPr txBox="1"/>
          <p:nvPr/>
        </p:nvSpPr>
        <p:spPr>
          <a:xfrm>
            <a:off x="6919515" y="1715330"/>
            <a:ext cx="2160000" cy="1691682"/>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Deepen my understanding of OOP concepts in C#, such as classes, objects, inheritance, polymorphism, and encapsulation.</a:t>
            </a:r>
          </a:p>
          <a:p>
            <a:pPr marL="171450" indent="-171450" algn="l">
              <a:buFont typeface="Wingdings" pitchFamily="2" charset="2"/>
              <a:buChar char="v"/>
            </a:pPr>
            <a:endParaRPr lang="en-HK" sz="1000" dirty="0"/>
          </a:p>
          <a:p>
            <a:pPr marL="171450" indent="-171450" algn="l">
              <a:buFont typeface="Wingdings" pitchFamily="2" charset="2"/>
              <a:buChar char="v"/>
            </a:pPr>
            <a:r>
              <a:rPr lang="en-HK" sz="1000" dirty="0"/>
              <a:t>Review advanced topics like interfaces, abstract classes, and generics in C#.</a:t>
            </a:r>
          </a:p>
        </p:txBody>
      </p:sp>
      <p:sp>
        <p:nvSpPr>
          <p:cNvPr id="30" name="TextBox 29">
            <a:extLst>
              <a:ext uri="{FF2B5EF4-FFF2-40B4-BE49-F238E27FC236}">
                <a16:creationId xmlns:a16="http://schemas.microsoft.com/office/drawing/2014/main" id="{DD83D2E7-498F-DF1D-3D1E-B1CB59DBBB79}"/>
              </a:ext>
            </a:extLst>
          </p:cNvPr>
          <p:cNvSpPr txBox="1"/>
          <p:nvPr/>
        </p:nvSpPr>
        <p:spPr>
          <a:xfrm>
            <a:off x="7035924" y="4660581"/>
            <a:ext cx="2160000" cy="434927"/>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Implement OOP principles in my C# projects.</a:t>
            </a:r>
          </a:p>
        </p:txBody>
      </p:sp>
      <p:sp>
        <p:nvSpPr>
          <p:cNvPr id="31" name="Rounded Rectangle">
            <a:extLst>
              <a:ext uri="{FF2B5EF4-FFF2-40B4-BE49-F238E27FC236}">
                <a16:creationId xmlns:a16="http://schemas.microsoft.com/office/drawing/2014/main" id="{F83CD085-E00F-8DAC-3E71-97348D4BB6CE}"/>
              </a:ext>
            </a:extLst>
          </p:cNvPr>
          <p:cNvSpPr/>
          <p:nvPr/>
        </p:nvSpPr>
        <p:spPr>
          <a:xfrm>
            <a:off x="9369222" y="1016518"/>
            <a:ext cx="21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rPr>
              <a:t>Week4: .NET Framework and Core Concepts</a:t>
            </a:r>
            <a:endParaRPr lang="en-US" sz="1100" b="1" dirty="0">
              <a:solidFill>
                <a:schemeClr val="bg1"/>
              </a:solidFill>
              <a:latin typeface="Century Gothic" panose="020B0502020202020204" pitchFamily="34" charset="0"/>
            </a:endParaRPr>
          </a:p>
        </p:txBody>
      </p:sp>
      <p:sp>
        <p:nvSpPr>
          <p:cNvPr id="32" name="TextBox 31">
            <a:extLst>
              <a:ext uri="{FF2B5EF4-FFF2-40B4-BE49-F238E27FC236}">
                <a16:creationId xmlns:a16="http://schemas.microsoft.com/office/drawing/2014/main" id="{68076C21-F06C-F98C-E59A-B2DB3F388CA1}"/>
              </a:ext>
            </a:extLst>
          </p:cNvPr>
          <p:cNvSpPr txBox="1"/>
          <p:nvPr/>
        </p:nvSpPr>
        <p:spPr>
          <a:xfrm>
            <a:off x="9369222" y="1691534"/>
            <a:ext cx="2160000" cy="1871218"/>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Refresh my knowledge of the .NET framework, including the Common Language Runtime (CLR), Base Class Library (BCL), and Global Assembly Cache (GAC).</a:t>
            </a:r>
          </a:p>
          <a:p>
            <a:pPr marL="171450" indent="-171450" algn="l">
              <a:buFont typeface="Wingdings" pitchFamily="2" charset="2"/>
              <a:buChar char="v"/>
            </a:pPr>
            <a:endParaRPr lang="en-HK" sz="1000" dirty="0"/>
          </a:p>
          <a:p>
            <a:pPr marL="171450" indent="-171450" algn="l">
              <a:buFont typeface="Wingdings" pitchFamily="2" charset="2"/>
              <a:buChar char="v"/>
            </a:pPr>
            <a:r>
              <a:rPr lang="en-HK" sz="1000" dirty="0"/>
              <a:t>Review the key namespaces and classes in the .NET framework.</a:t>
            </a:r>
          </a:p>
        </p:txBody>
      </p:sp>
      <p:sp>
        <p:nvSpPr>
          <p:cNvPr id="35" name="TextBox 34">
            <a:extLst>
              <a:ext uri="{FF2B5EF4-FFF2-40B4-BE49-F238E27FC236}">
                <a16:creationId xmlns:a16="http://schemas.microsoft.com/office/drawing/2014/main" id="{71B8495D-272C-5923-5A49-22DB9931A71E}"/>
              </a:ext>
            </a:extLst>
          </p:cNvPr>
          <p:cNvSpPr txBox="1"/>
          <p:nvPr/>
        </p:nvSpPr>
        <p:spPr>
          <a:xfrm>
            <a:off x="9429768" y="4660581"/>
            <a:ext cx="2160000" cy="794000"/>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Brush up on exception handling, file I/O, and working with collections in .NET.</a:t>
            </a:r>
          </a:p>
        </p:txBody>
      </p:sp>
      <p:sp>
        <p:nvSpPr>
          <p:cNvPr id="36" name="New York Project">
            <a:extLst>
              <a:ext uri="{FF2B5EF4-FFF2-40B4-BE49-F238E27FC236}">
                <a16:creationId xmlns:a16="http://schemas.microsoft.com/office/drawing/2014/main" id="{68F7D2BF-896F-15DE-CB8B-C06CC03A8221}"/>
              </a:ext>
            </a:extLst>
          </p:cNvPr>
          <p:cNvSpPr txBox="1"/>
          <p:nvPr/>
        </p:nvSpPr>
        <p:spPr>
          <a:xfrm>
            <a:off x="6710753" y="6132006"/>
            <a:ext cx="1784240" cy="25648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r">
              <a:lnSpc>
                <a:spcPct val="100000"/>
              </a:lnSpc>
              <a:defRPr baseline="0">
                <a:solidFill>
                  <a:srgbClr val="475D84"/>
                </a:solidFill>
              </a:defRPr>
            </a:lvl1pPr>
          </a:lstStyle>
          <a:p>
            <a:r>
              <a:rPr lang="en-US" sz="1000" b="1" dirty="0">
                <a:solidFill>
                  <a:srgbClr val="9EAABE"/>
                </a:solidFill>
                <a:latin typeface="Century Gothic" panose="020B0502020202020204" pitchFamily="34" charset="0"/>
              </a:rPr>
              <a:t>30 DAY PLAN</a:t>
            </a:r>
            <a:endParaRPr sz="1000" b="1" dirty="0">
              <a:solidFill>
                <a:srgbClr val="9EAABE"/>
              </a:solidFill>
              <a:latin typeface="Century Gothic" panose="020B0502020202020204" pitchFamily="34" charset="0"/>
            </a:endParaRPr>
          </a:p>
        </p:txBody>
      </p:sp>
      <p:grpSp>
        <p:nvGrpSpPr>
          <p:cNvPr id="37" name="Group 36">
            <a:extLst>
              <a:ext uri="{FF2B5EF4-FFF2-40B4-BE49-F238E27FC236}">
                <a16:creationId xmlns:a16="http://schemas.microsoft.com/office/drawing/2014/main" id="{54BA77DE-F8F8-FD87-9BAA-055135319782}"/>
              </a:ext>
            </a:extLst>
          </p:cNvPr>
          <p:cNvGrpSpPr/>
          <p:nvPr/>
        </p:nvGrpSpPr>
        <p:grpSpPr>
          <a:xfrm>
            <a:off x="5865619" y="6226063"/>
            <a:ext cx="936940" cy="68368"/>
            <a:chOff x="1254319" y="5672230"/>
            <a:chExt cx="936940" cy="68368"/>
          </a:xfrm>
        </p:grpSpPr>
        <p:sp>
          <p:nvSpPr>
            <p:cNvPr id="38" name="Circle">
              <a:extLst>
                <a:ext uri="{FF2B5EF4-FFF2-40B4-BE49-F238E27FC236}">
                  <a16:creationId xmlns:a16="http://schemas.microsoft.com/office/drawing/2014/main" id="{DC5A4F86-5DE8-EF37-2C86-DE71292A1AAC}"/>
                </a:ext>
              </a:extLst>
            </p:cNvPr>
            <p:cNvSpPr/>
            <p:nvPr/>
          </p:nvSpPr>
          <p:spPr>
            <a:xfrm>
              <a:off x="1254319" y="5672230"/>
              <a:ext cx="68367"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39" name="Circle">
              <a:extLst>
                <a:ext uri="{FF2B5EF4-FFF2-40B4-BE49-F238E27FC236}">
                  <a16:creationId xmlns:a16="http://schemas.microsoft.com/office/drawing/2014/main" id="{CC7BE08C-D81A-B108-13A7-5FE8FA5EFF81}"/>
                </a:ext>
              </a:extLst>
            </p:cNvPr>
            <p:cNvSpPr/>
            <p:nvPr/>
          </p:nvSpPr>
          <p:spPr>
            <a:xfrm>
              <a:off x="1362890" y="5672230"/>
              <a:ext cx="68368"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1" name="Circle">
              <a:extLst>
                <a:ext uri="{FF2B5EF4-FFF2-40B4-BE49-F238E27FC236}">
                  <a16:creationId xmlns:a16="http://schemas.microsoft.com/office/drawing/2014/main" id="{70EF9B56-FA7D-403F-1826-0F6ACF4C444A}"/>
                </a:ext>
              </a:extLst>
            </p:cNvPr>
            <p:cNvSpPr/>
            <p:nvPr/>
          </p:nvSpPr>
          <p:spPr>
            <a:xfrm>
              <a:off x="1471462" y="5672230"/>
              <a:ext cx="68368"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2" name="Circle">
              <a:extLst>
                <a:ext uri="{FF2B5EF4-FFF2-40B4-BE49-F238E27FC236}">
                  <a16:creationId xmlns:a16="http://schemas.microsoft.com/office/drawing/2014/main" id="{D680B6D6-B241-AF8E-E647-68E6AE9FD499}"/>
                </a:ext>
              </a:extLst>
            </p:cNvPr>
            <p:cNvSpPr/>
            <p:nvPr/>
          </p:nvSpPr>
          <p:spPr>
            <a:xfrm>
              <a:off x="1580034" y="5672230"/>
              <a:ext cx="68367"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4" name="Circle">
              <a:extLst>
                <a:ext uri="{FF2B5EF4-FFF2-40B4-BE49-F238E27FC236}">
                  <a16:creationId xmlns:a16="http://schemas.microsoft.com/office/drawing/2014/main" id="{23CCAB85-1BC0-9E68-DC06-3F352396CC6D}"/>
                </a:ext>
              </a:extLst>
            </p:cNvPr>
            <p:cNvSpPr/>
            <p:nvPr/>
          </p:nvSpPr>
          <p:spPr>
            <a:xfrm>
              <a:off x="1688605" y="5672230"/>
              <a:ext cx="68368"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6" name="Circle">
              <a:extLst>
                <a:ext uri="{FF2B5EF4-FFF2-40B4-BE49-F238E27FC236}">
                  <a16:creationId xmlns:a16="http://schemas.microsoft.com/office/drawing/2014/main" id="{748B6290-BBB3-185F-04B5-8D60EA1DAEA1}"/>
                </a:ext>
              </a:extLst>
            </p:cNvPr>
            <p:cNvSpPr/>
            <p:nvPr/>
          </p:nvSpPr>
          <p:spPr>
            <a:xfrm>
              <a:off x="1797177" y="5672230"/>
              <a:ext cx="68368"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9" name="Circle">
              <a:extLst>
                <a:ext uri="{FF2B5EF4-FFF2-40B4-BE49-F238E27FC236}">
                  <a16:creationId xmlns:a16="http://schemas.microsoft.com/office/drawing/2014/main" id="{5C276FE0-679D-06FD-B64B-0D9C0B334FA2}"/>
                </a:ext>
              </a:extLst>
            </p:cNvPr>
            <p:cNvSpPr/>
            <p:nvPr/>
          </p:nvSpPr>
          <p:spPr>
            <a:xfrm>
              <a:off x="1905749" y="5672230"/>
              <a:ext cx="68367"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51" name="Circle">
              <a:extLst>
                <a:ext uri="{FF2B5EF4-FFF2-40B4-BE49-F238E27FC236}">
                  <a16:creationId xmlns:a16="http://schemas.microsoft.com/office/drawing/2014/main" id="{2100A911-1FE9-51D5-B985-31BDA3736B54}"/>
                </a:ext>
              </a:extLst>
            </p:cNvPr>
            <p:cNvSpPr/>
            <p:nvPr/>
          </p:nvSpPr>
          <p:spPr>
            <a:xfrm>
              <a:off x="2014320" y="5672230"/>
              <a:ext cx="68368"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58" name="Circle">
              <a:extLst>
                <a:ext uri="{FF2B5EF4-FFF2-40B4-BE49-F238E27FC236}">
                  <a16:creationId xmlns:a16="http://schemas.microsoft.com/office/drawing/2014/main" id="{71E51115-C11A-7DA8-D46B-239CC2D975EF}"/>
                </a:ext>
              </a:extLst>
            </p:cNvPr>
            <p:cNvSpPr/>
            <p:nvPr/>
          </p:nvSpPr>
          <p:spPr>
            <a:xfrm>
              <a:off x="2122891" y="5672230"/>
              <a:ext cx="68368"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grpSp>
      <p:sp>
        <p:nvSpPr>
          <p:cNvPr id="84" name="TextBox 83">
            <a:extLst>
              <a:ext uri="{FF2B5EF4-FFF2-40B4-BE49-F238E27FC236}">
                <a16:creationId xmlns:a16="http://schemas.microsoft.com/office/drawing/2014/main" id="{7A03182A-8221-EF46-3237-45BA5A4303BF}"/>
              </a:ext>
            </a:extLst>
          </p:cNvPr>
          <p:cNvSpPr txBox="1"/>
          <p:nvPr/>
        </p:nvSpPr>
        <p:spPr>
          <a:xfrm>
            <a:off x="-37700" y="6435930"/>
            <a:ext cx="12240923" cy="432747"/>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r>
              <a:rPr lang="en-HK" dirty="0"/>
              <a:t>Note: By setting weekly learning objectives and goals, you can track my progress, and I can showcase my achievements to my manager regularly. </a:t>
            </a:r>
            <a:r>
              <a:rPr lang="en-HK" dirty="0">
                <a:solidFill>
                  <a:srgbClr val="000000"/>
                </a:solidFill>
                <a:latin typeface="-apple-system"/>
              </a:rPr>
              <a:t>T</a:t>
            </a:r>
            <a:r>
              <a:rPr lang="en-HK" b="0" i="0" dirty="0">
                <a:solidFill>
                  <a:srgbClr val="000000"/>
                </a:solidFill>
                <a:effectLst/>
                <a:latin typeface="-apple-system"/>
              </a:rPr>
              <a:t>his plan is a guideline, and I may be required to adjust it based on onboarding formalities, priorities and learning pace. Focus on refreshing and reinforcing your knowledge of Kafka, MongoDB or MySQL, Docker, and Open Shift while learning the .NET stack.</a:t>
            </a:r>
            <a:r>
              <a:rPr lang="en-HK" dirty="0"/>
              <a:t> </a:t>
            </a:r>
            <a:endParaRPr lang="en-US" dirty="0"/>
          </a:p>
        </p:txBody>
      </p:sp>
      <p:grpSp>
        <p:nvGrpSpPr>
          <p:cNvPr id="11" name="Group 10">
            <a:extLst>
              <a:ext uri="{FF2B5EF4-FFF2-40B4-BE49-F238E27FC236}">
                <a16:creationId xmlns:a16="http://schemas.microsoft.com/office/drawing/2014/main" id="{860DB277-4170-4FFE-7BE0-E9D1CD77D2CC}"/>
              </a:ext>
            </a:extLst>
          </p:cNvPr>
          <p:cNvGrpSpPr/>
          <p:nvPr/>
        </p:nvGrpSpPr>
        <p:grpSpPr>
          <a:xfrm>
            <a:off x="3279083" y="90570"/>
            <a:ext cx="5633835" cy="497628"/>
            <a:chOff x="340355" y="9545"/>
            <a:chExt cx="5633835" cy="497628"/>
          </a:xfrm>
        </p:grpSpPr>
        <p:sp>
          <p:nvSpPr>
            <p:cNvPr id="109" name="TextBox 108">
              <a:extLst>
                <a:ext uri="{FF2B5EF4-FFF2-40B4-BE49-F238E27FC236}">
                  <a16:creationId xmlns:a16="http://schemas.microsoft.com/office/drawing/2014/main" id="{22302A8B-63C2-EB63-03B0-742105487017}"/>
                </a:ext>
              </a:extLst>
            </p:cNvPr>
            <p:cNvSpPr txBox="1"/>
            <p:nvPr/>
          </p:nvSpPr>
          <p:spPr>
            <a:xfrm>
              <a:off x="1173084" y="9545"/>
              <a:ext cx="4801106" cy="489236"/>
            </a:xfrm>
            <a:prstGeom prst="rect">
              <a:avLst/>
            </a:prstGeom>
            <a:noFill/>
          </p:spPr>
          <p:txBody>
            <a:bodyPr wrap="square" rtlCol="0">
              <a:spAutoFit/>
            </a:bodyPr>
            <a:lstStyle/>
            <a:p>
              <a:pPr>
                <a:lnSpc>
                  <a:spcPts val="3400"/>
                </a:lnSpc>
              </a:pPr>
              <a:r>
                <a:rPr lang="en-US" sz="2500" b="1" dirty="0">
                  <a:latin typeface="Century Gothic" panose="020B0502020202020204" pitchFamily="34" charset="0"/>
                </a:rPr>
                <a:t>Onboarding Learning Plan</a:t>
              </a:r>
            </a:p>
          </p:txBody>
        </p:sp>
        <p:grpSp>
          <p:nvGrpSpPr>
            <p:cNvPr id="5" name="Group 4">
              <a:extLst>
                <a:ext uri="{FF2B5EF4-FFF2-40B4-BE49-F238E27FC236}">
                  <a16:creationId xmlns:a16="http://schemas.microsoft.com/office/drawing/2014/main" id="{182A52BB-336A-5B6C-7877-8AE70EE9BBE9}"/>
                </a:ext>
              </a:extLst>
            </p:cNvPr>
            <p:cNvGrpSpPr/>
            <p:nvPr/>
          </p:nvGrpSpPr>
          <p:grpSpPr>
            <a:xfrm>
              <a:off x="340355" y="9545"/>
              <a:ext cx="656923" cy="497628"/>
              <a:chOff x="7554372" y="3220625"/>
              <a:chExt cx="987370" cy="747946"/>
            </a:xfrm>
            <a:solidFill>
              <a:srgbClr val="00B0F0"/>
            </a:solidFill>
            <a:effectLst/>
          </p:grpSpPr>
          <p:sp>
            <p:nvSpPr>
              <p:cNvPr id="6" name="Freeform 5">
                <a:extLst>
                  <a:ext uri="{FF2B5EF4-FFF2-40B4-BE49-F238E27FC236}">
                    <a16:creationId xmlns:a16="http://schemas.microsoft.com/office/drawing/2014/main" id="{7E5D2220-936D-B488-A184-0204D005142C}"/>
                  </a:ext>
                </a:extLst>
              </p:cNvPr>
              <p:cNvSpPr/>
              <p:nvPr/>
            </p:nvSpPr>
            <p:spPr>
              <a:xfrm>
                <a:off x="7693621" y="3362269"/>
                <a:ext cx="367229" cy="461887"/>
              </a:xfrm>
              <a:custGeom>
                <a:avLst/>
                <a:gdLst>
                  <a:gd name="connsiteX0" fmla="*/ 1749152 w 2754884"/>
                  <a:gd name="connsiteY0" fmla="*/ 0 h 3485604"/>
                  <a:gd name="connsiteX1" fmla="*/ 2727120 w 2754884"/>
                  <a:gd name="connsiteY1" fmla="*/ 297643 h 3485604"/>
                  <a:gd name="connsiteX2" fmla="*/ 2754884 w 2754884"/>
                  <a:gd name="connsiteY2" fmla="*/ 318329 h 3485604"/>
                  <a:gd name="connsiteX3" fmla="*/ 2717953 w 2754884"/>
                  <a:gd name="connsiteY3" fmla="*/ 352196 h 3485604"/>
                  <a:gd name="connsiteX4" fmla="*/ 2439975 w 2754884"/>
                  <a:gd name="connsiteY4" fmla="*/ 692133 h 3485604"/>
                  <a:gd name="connsiteX5" fmla="*/ 2415426 w 2754884"/>
                  <a:gd name="connsiteY5" fmla="*/ 732906 h 3485604"/>
                  <a:gd name="connsiteX6" fmla="*/ 2334302 w 2754884"/>
                  <a:gd name="connsiteY6" fmla="*/ 684329 h 3485604"/>
                  <a:gd name="connsiteX7" fmla="*/ 1753915 w 2754884"/>
                  <a:gd name="connsiteY7" fmla="*/ 539477 h 3485604"/>
                  <a:gd name="connsiteX8" fmla="*/ 561040 w 2754884"/>
                  <a:gd name="connsiteY8" fmla="*/ 1497755 h 3485604"/>
                  <a:gd name="connsiteX9" fmla="*/ 560739 w 2754884"/>
                  <a:gd name="connsiteY9" fmla="*/ 1499702 h 3485604"/>
                  <a:gd name="connsiteX10" fmla="*/ 560289 w 2754884"/>
                  <a:gd name="connsiteY10" fmla="*/ 1501410 h 3485604"/>
                  <a:gd name="connsiteX11" fmla="*/ 535635 w 2754884"/>
                  <a:gd name="connsiteY11" fmla="*/ 1740366 h 3485604"/>
                  <a:gd name="connsiteX12" fmla="*/ 560289 w 2754884"/>
                  <a:gd name="connsiteY12" fmla="*/ 1979322 h 3485604"/>
                  <a:gd name="connsiteX13" fmla="*/ 581224 w 2754884"/>
                  <a:gd name="connsiteY13" fmla="*/ 2058873 h 3485604"/>
                  <a:gd name="connsiteX14" fmla="*/ 591043 w 2754884"/>
                  <a:gd name="connsiteY14" fmla="*/ 2096515 h 3485604"/>
                  <a:gd name="connsiteX15" fmla="*/ 1753915 w 2754884"/>
                  <a:gd name="connsiteY15" fmla="*/ 2939777 h 3485604"/>
                  <a:gd name="connsiteX16" fmla="*/ 2115996 w 2754884"/>
                  <a:gd name="connsiteY16" fmla="*/ 2885821 h 3485604"/>
                  <a:gd name="connsiteX17" fmla="*/ 2221822 w 2754884"/>
                  <a:gd name="connsiteY17" fmla="*/ 2847643 h 3485604"/>
                  <a:gd name="connsiteX18" fmla="*/ 2230086 w 2754884"/>
                  <a:gd name="connsiteY18" fmla="*/ 2870424 h 3485604"/>
                  <a:gd name="connsiteX19" fmla="*/ 2439975 w 2754884"/>
                  <a:gd name="connsiteY19" fmla="*/ 3260589 h 3485604"/>
                  <a:gd name="connsiteX20" fmla="*/ 2485496 w 2754884"/>
                  <a:gd name="connsiteY20" fmla="*/ 3322010 h 3485604"/>
                  <a:gd name="connsiteX21" fmla="*/ 2430001 w 2754884"/>
                  <a:gd name="connsiteY21" fmla="*/ 3348646 h 3485604"/>
                  <a:gd name="connsiteX22" fmla="*/ 1749152 w 2754884"/>
                  <a:gd name="connsiteY22" fmla="*/ 3485604 h 3485604"/>
                  <a:gd name="connsiteX23" fmla="*/ 0 w 2754884"/>
                  <a:gd name="connsiteY23" fmla="*/ 1742802 h 3485604"/>
                  <a:gd name="connsiteX24" fmla="*/ 1749152 w 2754884"/>
                  <a:gd name="connsiteY24" fmla="*/ 0 h 348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54884" h="3485604">
                    <a:moveTo>
                      <a:pt x="1749152" y="0"/>
                    </a:moveTo>
                    <a:cubicBezTo>
                      <a:pt x="2111413" y="0"/>
                      <a:pt x="2447953" y="109727"/>
                      <a:pt x="2727120" y="297643"/>
                    </a:cubicBezTo>
                    <a:lnTo>
                      <a:pt x="2754884" y="318329"/>
                    </a:lnTo>
                    <a:lnTo>
                      <a:pt x="2717953" y="352196"/>
                    </a:lnTo>
                    <a:cubicBezTo>
                      <a:pt x="2614963" y="456111"/>
                      <a:pt x="2521795" y="569937"/>
                      <a:pt x="2439975" y="692133"/>
                    </a:cubicBezTo>
                    <a:lnTo>
                      <a:pt x="2415426" y="732906"/>
                    </a:lnTo>
                    <a:lnTo>
                      <a:pt x="2334302" y="684329"/>
                    </a:lnTo>
                    <a:cubicBezTo>
                      <a:pt x="2161774" y="591950"/>
                      <a:pt x="1964062" y="539477"/>
                      <a:pt x="1753915" y="539477"/>
                    </a:cubicBezTo>
                    <a:cubicBezTo>
                      <a:pt x="1165505" y="539477"/>
                      <a:pt x="674578" y="950867"/>
                      <a:pt x="561040" y="1497755"/>
                    </a:cubicBezTo>
                    <a:lnTo>
                      <a:pt x="560739" y="1499702"/>
                    </a:lnTo>
                    <a:lnTo>
                      <a:pt x="560289" y="1501410"/>
                    </a:lnTo>
                    <a:cubicBezTo>
                      <a:pt x="544124" y="1578595"/>
                      <a:pt x="535635" y="1658512"/>
                      <a:pt x="535635" y="1740366"/>
                    </a:cubicBezTo>
                    <a:cubicBezTo>
                      <a:pt x="535635" y="1822220"/>
                      <a:pt x="544124" y="1902137"/>
                      <a:pt x="560289" y="1979322"/>
                    </a:cubicBezTo>
                    <a:lnTo>
                      <a:pt x="581224" y="2058873"/>
                    </a:lnTo>
                    <a:lnTo>
                      <a:pt x="591043" y="2096515"/>
                    </a:lnTo>
                    <a:cubicBezTo>
                      <a:pt x="745207" y="2585059"/>
                      <a:pt x="1207534" y="2939777"/>
                      <a:pt x="1753915" y="2939777"/>
                    </a:cubicBezTo>
                    <a:cubicBezTo>
                      <a:pt x="1880003" y="2939777"/>
                      <a:pt x="2001615" y="2920887"/>
                      <a:pt x="2115996" y="2885821"/>
                    </a:cubicBezTo>
                    <a:lnTo>
                      <a:pt x="2221822" y="2847643"/>
                    </a:lnTo>
                    <a:lnTo>
                      <a:pt x="2230086" y="2870424"/>
                    </a:lnTo>
                    <a:cubicBezTo>
                      <a:pt x="2287684" y="3007824"/>
                      <a:pt x="2358156" y="3138392"/>
                      <a:pt x="2439975" y="3260589"/>
                    </a:cubicBezTo>
                    <a:lnTo>
                      <a:pt x="2485496" y="3322010"/>
                    </a:lnTo>
                    <a:lnTo>
                      <a:pt x="2430001" y="3348646"/>
                    </a:lnTo>
                    <a:cubicBezTo>
                      <a:pt x="2220735" y="3436837"/>
                      <a:pt x="1990660" y="3485604"/>
                      <a:pt x="1749152" y="3485604"/>
                    </a:cubicBezTo>
                    <a:cubicBezTo>
                      <a:pt x="783122" y="3485604"/>
                      <a:pt x="0" y="2705325"/>
                      <a:pt x="0" y="1742802"/>
                    </a:cubicBezTo>
                    <a:cubicBezTo>
                      <a:pt x="0" y="780279"/>
                      <a:pt x="783122" y="0"/>
                      <a:pt x="1749152"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7" name="Freeform 6">
                <a:extLst>
                  <a:ext uri="{FF2B5EF4-FFF2-40B4-BE49-F238E27FC236}">
                    <a16:creationId xmlns:a16="http://schemas.microsoft.com/office/drawing/2014/main" id="{DA15A490-0E19-AE0B-880A-ED61FACF56E1}"/>
                  </a:ext>
                </a:extLst>
              </p:cNvPr>
              <p:cNvSpPr/>
              <p:nvPr/>
            </p:nvSpPr>
            <p:spPr>
              <a:xfrm>
                <a:off x="7839552" y="3505592"/>
                <a:ext cx="144715" cy="172930"/>
              </a:xfrm>
              <a:custGeom>
                <a:avLst/>
                <a:gdLst>
                  <a:gd name="connsiteX0" fmla="*/ 651454 w 1065402"/>
                  <a:gd name="connsiteY0" fmla="*/ 0 h 1267982"/>
                  <a:gd name="connsiteX1" fmla="*/ 1015688 w 1065402"/>
                  <a:gd name="connsiteY1" fmla="*/ 108276 h 1267982"/>
                  <a:gd name="connsiteX2" fmla="*/ 1065402 w 1065402"/>
                  <a:gd name="connsiteY2" fmla="*/ 148194 h 1267982"/>
                  <a:gd name="connsiteX3" fmla="*/ 1051074 w 1065402"/>
                  <a:gd name="connsiteY3" fmla="*/ 187692 h 1267982"/>
                  <a:gd name="connsiteX4" fmla="*/ 948728 w 1065402"/>
                  <a:gd name="connsiteY4" fmla="*/ 870725 h 1267982"/>
                  <a:gd name="connsiteX5" fmla="*/ 960481 w 1065402"/>
                  <a:gd name="connsiteY5" fmla="*/ 1105571 h 1267982"/>
                  <a:gd name="connsiteX6" fmla="*/ 972149 w 1065402"/>
                  <a:gd name="connsiteY6" fmla="*/ 1182705 h 1267982"/>
                  <a:gd name="connsiteX7" fmla="*/ 905029 w 1065402"/>
                  <a:gd name="connsiteY7" fmla="*/ 1218160 h 1267982"/>
                  <a:gd name="connsiteX8" fmla="*/ 651454 w 1065402"/>
                  <a:gd name="connsiteY8" fmla="*/ 1267982 h 1267982"/>
                  <a:gd name="connsiteX9" fmla="*/ 0 w 1065402"/>
                  <a:gd name="connsiteY9" fmla="*/ 633991 h 1267982"/>
                  <a:gd name="connsiteX10" fmla="*/ 651454 w 1065402"/>
                  <a:gd name="connsiteY10" fmla="*/ 0 h 1267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5402" h="1267982">
                    <a:moveTo>
                      <a:pt x="651454" y="0"/>
                    </a:moveTo>
                    <a:cubicBezTo>
                      <a:pt x="786375" y="0"/>
                      <a:pt x="911715" y="39916"/>
                      <a:pt x="1015688" y="108276"/>
                    </a:cubicBezTo>
                    <a:lnTo>
                      <a:pt x="1065402" y="148194"/>
                    </a:lnTo>
                    <a:lnTo>
                      <a:pt x="1051074" y="187692"/>
                    </a:lnTo>
                    <a:cubicBezTo>
                      <a:pt x="984560" y="403462"/>
                      <a:pt x="948728" y="632872"/>
                      <a:pt x="948728" y="870725"/>
                    </a:cubicBezTo>
                    <a:cubicBezTo>
                      <a:pt x="948728" y="950010"/>
                      <a:pt x="952709" y="1028356"/>
                      <a:pt x="960481" y="1105571"/>
                    </a:cubicBezTo>
                    <a:lnTo>
                      <a:pt x="972149" y="1182705"/>
                    </a:lnTo>
                    <a:lnTo>
                      <a:pt x="905029" y="1218160"/>
                    </a:lnTo>
                    <a:cubicBezTo>
                      <a:pt x="827091" y="1250242"/>
                      <a:pt x="741401" y="1267982"/>
                      <a:pt x="651454" y="1267982"/>
                    </a:cubicBezTo>
                    <a:cubicBezTo>
                      <a:pt x="291666" y="1267982"/>
                      <a:pt x="0" y="984135"/>
                      <a:pt x="0" y="633991"/>
                    </a:cubicBezTo>
                    <a:cubicBezTo>
                      <a:pt x="0" y="283847"/>
                      <a:pt x="291666" y="0"/>
                      <a:pt x="651454"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8" name="Freeform 7">
                <a:extLst>
                  <a:ext uri="{FF2B5EF4-FFF2-40B4-BE49-F238E27FC236}">
                    <a16:creationId xmlns:a16="http://schemas.microsoft.com/office/drawing/2014/main" id="{2E6AABFD-09C2-7515-3577-FDBC08F52F46}"/>
                  </a:ext>
                </a:extLst>
              </p:cNvPr>
              <p:cNvSpPr/>
              <p:nvPr/>
            </p:nvSpPr>
            <p:spPr>
              <a:xfrm>
                <a:off x="7554372" y="3220625"/>
                <a:ext cx="643410" cy="747946"/>
              </a:xfrm>
              <a:custGeom>
                <a:avLst/>
                <a:gdLst>
                  <a:gd name="connsiteX0" fmla="*/ 2876550 w 4931908"/>
                  <a:gd name="connsiteY0" fmla="*/ 0 h 5733184"/>
                  <a:gd name="connsiteX1" fmla="*/ 4910578 w 4931908"/>
                  <a:gd name="connsiteY1" fmla="*/ 839605 h 5733184"/>
                  <a:gd name="connsiteX2" fmla="*/ 4931908 w 4931908"/>
                  <a:gd name="connsiteY2" fmla="*/ 862992 h 5733184"/>
                  <a:gd name="connsiteX3" fmla="*/ 4778108 w 4931908"/>
                  <a:gd name="connsiteY3" fmla="*/ 902893 h 5733184"/>
                  <a:gd name="connsiteX4" fmla="*/ 4369959 w 4931908"/>
                  <a:gd name="connsiteY4" fmla="*/ 1076853 h 5733184"/>
                  <a:gd name="connsiteX5" fmla="*/ 4354070 w 4931908"/>
                  <a:gd name="connsiteY5" fmla="*/ 1086593 h 5733184"/>
                  <a:gd name="connsiteX6" fmla="*/ 4348834 w 4931908"/>
                  <a:gd name="connsiteY6" fmla="*/ 1081847 h 5733184"/>
                  <a:gd name="connsiteX7" fmla="*/ 2876550 w 4931908"/>
                  <a:gd name="connsiteY7" fmla="*/ 554760 h 5733184"/>
                  <a:gd name="connsiteX8" fmla="*/ 561975 w 4931908"/>
                  <a:gd name="connsiteY8" fmla="*/ 2862985 h 5733184"/>
                  <a:gd name="connsiteX9" fmla="*/ 2876550 w 4931908"/>
                  <a:gd name="connsiteY9" fmla="*/ 5171210 h 5733184"/>
                  <a:gd name="connsiteX10" fmla="*/ 3979814 w 4931908"/>
                  <a:gd name="connsiteY10" fmla="*/ 4892620 h 5733184"/>
                  <a:gd name="connsiteX11" fmla="*/ 4012295 w 4931908"/>
                  <a:gd name="connsiteY11" fmla="*/ 4872942 h 5733184"/>
                  <a:gd name="connsiteX12" fmla="*/ 4182263 w 4931908"/>
                  <a:gd name="connsiteY12" fmla="*/ 5001183 h 5733184"/>
                  <a:gd name="connsiteX13" fmla="*/ 4369959 w 4931908"/>
                  <a:gd name="connsiteY13" fmla="*/ 5116235 h 5733184"/>
                  <a:gd name="connsiteX14" fmla="*/ 4542956 w 4931908"/>
                  <a:gd name="connsiteY14" fmla="*/ 5200320 h 5733184"/>
                  <a:gd name="connsiteX15" fmla="*/ 4484857 w 4931908"/>
                  <a:gd name="connsiteY15" fmla="*/ 5243615 h 5733184"/>
                  <a:gd name="connsiteX16" fmla="*/ 2876550 w 4931908"/>
                  <a:gd name="connsiteY16" fmla="*/ 5733184 h 5733184"/>
                  <a:gd name="connsiteX17" fmla="*/ 0 w 4931908"/>
                  <a:gd name="connsiteY17" fmla="*/ 2866592 h 5733184"/>
                  <a:gd name="connsiteX18" fmla="*/ 2876550 w 4931908"/>
                  <a:gd name="connsiteY18" fmla="*/ 0 h 573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31908" h="5733184">
                    <a:moveTo>
                      <a:pt x="2876550" y="0"/>
                    </a:moveTo>
                    <a:cubicBezTo>
                      <a:pt x="3670888" y="0"/>
                      <a:pt x="4390025" y="320854"/>
                      <a:pt x="4910578" y="839605"/>
                    </a:cubicBezTo>
                    <a:lnTo>
                      <a:pt x="4931908" y="862992"/>
                    </a:lnTo>
                    <a:lnTo>
                      <a:pt x="4778108" y="902893"/>
                    </a:lnTo>
                    <a:cubicBezTo>
                      <a:pt x="4635542" y="947634"/>
                      <a:pt x="4498984" y="1006134"/>
                      <a:pt x="4369959" y="1076853"/>
                    </a:cubicBezTo>
                    <a:lnTo>
                      <a:pt x="4354070" y="1086593"/>
                    </a:lnTo>
                    <a:lnTo>
                      <a:pt x="4348834" y="1081847"/>
                    </a:lnTo>
                    <a:cubicBezTo>
                      <a:pt x="3948740" y="752565"/>
                      <a:pt x="3435808" y="554760"/>
                      <a:pt x="2876550" y="554760"/>
                    </a:cubicBezTo>
                    <a:cubicBezTo>
                      <a:pt x="1598246" y="554760"/>
                      <a:pt x="561975" y="1588188"/>
                      <a:pt x="561975" y="2862985"/>
                    </a:cubicBezTo>
                    <a:cubicBezTo>
                      <a:pt x="561975" y="4137782"/>
                      <a:pt x="1598246" y="5171210"/>
                      <a:pt x="2876550" y="5171210"/>
                    </a:cubicBezTo>
                    <a:cubicBezTo>
                      <a:pt x="3276020" y="5171210"/>
                      <a:pt x="3651854" y="5070290"/>
                      <a:pt x="3979814" y="4892620"/>
                    </a:cubicBezTo>
                    <a:lnTo>
                      <a:pt x="4012295" y="4872942"/>
                    </a:lnTo>
                    <a:lnTo>
                      <a:pt x="4182263" y="5001183"/>
                    </a:lnTo>
                    <a:cubicBezTo>
                      <a:pt x="4242818" y="5042460"/>
                      <a:pt x="4305447" y="5080875"/>
                      <a:pt x="4369959" y="5116235"/>
                    </a:cubicBezTo>
                    <a:lnTo>
                      <a:pt x="4542956" y="5200320"/>
                    </a:lnTo>
                    <a:lnTo>
                      <a:pt x="4484857" y="5243615"/>
                    </a:lnTo>
                    <a:cubicBezTo>
                      <a:pt x="4025756" y="5552704"/>
                      <a:pt x="3472303" y="5733184"/>
                      <a:pt x="2876550" y="5733184"/>
                    </a:cubicBezTo>
                    <a:cubicBezTo>
                      <a:pt x="1287875" y="5733184"/>
                      <a:pt x="0" y="4449767"/>
                      <a:pt x="0" y="2866592"/>
                    </a:cubicBezTo>
                    <a:cubicBezTo>
                      <a:pt x="0" y="1283417"/>
                      <a:pt x="1287875" y="0"/>
                      <a:pt x="2876550"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10" name="Freeform 9">
                <a:extLst>
                  <a:ext uri="{FF2B5EF4-FFF2-40B4-BE49-F238E27FC236}">
                    <a16:creationId xmlns:a16="http://schemas.microsoft.com/office/drawing/2014/main" id="{3080D193-8AC1-51BB-CFD0-E6AE0CE69D78}"/>
                  </a:ext>
                </a:extLst>
              </p:cNvPr>
              <p:cNvSpPr/>
              <p:nvPr/>
            </p:nvSpPr>
            <p:spPr>
              <a:xfrm>
                <a:off x="7983958" y="3335278"/>
                <a:ext cx="557784" cy="566928"/>
              </a:xfrm>
              <a:custGeom>
                <a:avLst/>
                <a:gdLst/>
                <a:ahLst/>
                <a:cxnLst/>
                <a:rect l="l" t="t" r="r" b="b"/>
                <a:pathLst>
                  <a:path w="3099162" h="3143008">
                    <a:moveTo>
                      <a:pt x="1999064" y="1245778"/>
                    </a:moveTo>
                    <a:lnTo>
                      <a:pt x="2001216" y="1245778"/>
                    </a:lnTo>
                    <a:cubicBezTo>
                      <a:pt x="2006731" y="1272090"/>
                      <a:pt x="2012649" y="1301297"/>
                      <a:pt x="2018972" y="1333398"/>
                    </a:cubicBezTo>
                    <a:cubicBezTo>
                      <a:pt x="2025294" y="1365498"/>
                      <a:pt x="2031212" y="1394436"/>
                      <a:pt x="2036727" y="1420211"/>
                    </a:cubicBezTo>
                    <a:lnTo>
                      <a:pt x="2073315" y="1587107"/>
                    </a:lnTo>
                    <a:lnTo>
                      <a:pt x="1926964" y="1587107"/>
                    </a:lnTo>
                    <a:lnTo>
                      <a:pt x="1964628" y="1420277"/>
                    </a:lnTo>
                    <a:cubicBezTo>
                      <a:pt x="1969627" y="1395412"/>
                      <a:pt x="1975232" y="1366725"/>
                      <a:pt x="1981442" y="1334213"/>
                    </a:cubicBezTo>
                    <a:cubicBezTo>
                      <a:pt x="1987652" y="1301702"/>
                      <a:pt x="1993526" y="1272223"/>
                      <a:pt x="1999064" y="1245778"/>
                    </a:cubicBezTo>
                    <a:close/>
                    <a:moveTo>
                      <a:pt x="1275811" y="1236091"/>
                    </a:moveTo>
                    <a:cubicBezTo>
                      <a:pt x="1308115" y="1236695"/>
                      <a:pt x="1335035" y="1249003"/>
                      <a:pt x="1356572" y="1273014"/>
                    </a:cubicBezTo>
                    <a:cubicBezTo>
                      <a:pt x="1378108" y="1297025"/>
                      <a:pt x="1394260" y="1329110"/>
                      <a:pt x="1405029" y="1369270"/>
                    </a:cubicBezTo>
                    <a:cubicBezTo>
                      <a:pt x="1415797" y="1409430"/>
                      <a:pt x="1421181" y="1454035"/>
                      <a:pt x="1421181" y="1503086"/>
                    </a:cubicBezTo>
                    <a:cubicBezTo>
                      <a:pt x="1421114" y="1585737"/>
                      <a:pt x="1408865" y="1652171"/>
                      <a:pt x="1384434" y="1702390"/>
                    </a:cubicBezTo>
                    <a:cubicBezTo>
                      <a:pt x="1360004" y="1752608"/>
                      <a:pt x="1323796" y="1778401"/>
                      <a:pt x="1275811" y="1779769"/>
                    </a:cubicBezTo>
                    <a:cubicBezTo>
                      <a:pt x="1227623" y="1778334"/>
                      <a:pt x="1190742" y="1752675"/>
                      <a:pt x="1165168" y="1702793"/>
                    </a:cubicBezTo>
                    <a:cubicBezTo>
                      <a:pt x="1139594" y="1652911"/>
                      <a:pt x="1126941" y="1587419"/>
                      <a:pt x="1127210" y="1506316"/>
                    </a:cubicBezTo>
                    <a:cubicBezTo>
                      <a:pt x="1127170" y="1457903"/>
                      <a:pt x="1132514" y="1413337"/>
                      <a:pt x="1143242" y="1372619"/>
                    </a:cubicBezTo>
                    <a:cubicBezTo>
                      <a:pt x="1153971" y="1331901"/>
                      <a:pt x="1170322" y="1299138"/>
                      <a:pt x="1192297" y="1274330"/>
                    </a:cubicBezTo>
                    <a:cubicBezTo>
                      <a:pt x="1214272" y="1249522"/>
                      <a:pt x="1242110" y="1236775"/>
                      <a:pt x="1275811" y="1236091"/>
                    </a:cubicBezTo>
                    <a:close/>
                    <a:moveTo>
                      <a:pt x="2444423" y="1091998"/>
                    </a:moveTo>
                    <a:lnTo>
                      <a:pt x="2444423" y="1923862"/>
                    </a:lnTo>
                    <a:lnTo>
                      <a:pt x="2909261" y="1923862"/>
                    </a:lnTo>
                    <a:lnTo>
                      <a:pt x="2909261" y="1763625"/>
                    </a:lnTo>
                    <a:lnTo>
                      <a:pt x="2633722" y="1763625"/>
                    </a:lnTo>
                    <a:lnTo>
                      <a:pt x="2633722" y="1091998"/>
                    </a:lnTo>
                    <a:close/>
                    <a:moveTo>
                      <a:pt x="1887148" y="1091998"/>
                    </a:moveTo>
                    <a:lnTo>
                      <a:pt x="1667621" y="1923862"/>
                    </a:lnTo>
                    <a:lnTo>
                      <a:pt x="1859169" y="1923862"/>
                    </a:lnTo>
                    <a:lnTo>
                      <a:pt x="1904366" y="1730124"/>
                    </a:lnTo>
                    <a:lnTo>
                      <a:pt x="2095914" y="1730124"/>
                    </a:lnTo>
                    <a:lnTo>
                      <a:pt x="2144338" y="1923862"/>
                    </a:lnTo>
                    <a:lnTo>
                      <a:pt x="2340190" y="1923862"/>
                    </a:lnTo>
                    <a:lnTo>
                      <a:pt x="2127121" y="1091998"/>
                    </a:lnTo>
                    <a:close/>
                    <a:moveTo>
                      <a:pt x="623157" y="1084463"/>
                    </a:moveTo>
                    <a:cubicBezTo>
                      <a:pt x="544305" y="1084455"/>
                      <a:pt x="472668" y="1100364"/>
                      <a:pt x="408246" y="1132192"/>
                    </a:cubicBezTo>
                    <a:cubicBezTo>
                      <a:pt x="343825" y="1164019"/>
                      <a:pt x="292385" y="1211815"/>
                      <a:pt x="253927" y="1275579"/>
                    </a:cubicBezTo>
                    <a:cubicBezTo>
                      <a:pt x="215469" y="1339344"/>
                      <a:pt x="195760" y="1419128"/>
                      <a:pt x="194799" y="1514931"/>
                    </a:cubicBezTo>
                    <a:cubicBezTo>
                      <a:pt x="194844" y="1580620"/>
                      <a:pt x="204435" y="1640807"/>
                      <a:pt x="223571" y="1695493"/>
                    </a:cubicBezTo>
                    <a:cubicBezTo>
                      <a:pt x="242708" y="1750178"/>
                      <a:pt x="271122" y="1795834"/>
                      <a:pt x="308813" y="1832461"/>
                    </a:cubicBezTo>
                    <a:cubicBezTo>
                      <a:pt x="341978" y="1864812"/>
                      <a:pt x="382693" y="1889367"/>
                      <a:pt x="430957" y="1906125"/>
                    </a:cubicBezTo>
                    <a:cubicBezTo>
                      <a:pt x="479222" y="1922883"/>
                      <a:pt x="536110" y="1931307"/>
                      <a:pt x="601620" y="1931397"/>
                    </a:cubicBezTo>
                    <a:cubicBezTo>
                      <a:pt x="647432" y="1930881"/>
                      <a:pt x="691684" y="1926535"/>
                      <a:pt x="734376" y="1918358"/>
                    </a:cubicBezTo>
                    <a:cubicBezTo>
                      <a:pt x="777068" y="1910180"/>
                      <a:pt x="811353" y="1901263"/>
                      <a:pt x="837231" y="1891607"/>
                    </a:cubicBezTo>
                    <a:lnTo>
                      <a:pt x="837231" y="1445032"/>
                    </a:lnTo>
                    <a:lnTo>
                      <a:pt x="559622" y="1445032"/>
                    </a:lnTo>
                    <a:lnTo>
                      <a:pt x="559622" y="1594507"/>
                    </a:lnTo>
                    <a:lnTo>
                      <a:pt x="658695" y="1594507"/>
                    </a:lnTo>
                    <a:lnTo>
                      <a:pt x="658695" y="1769001"/>
                    </a:lnTo>
                    <a:cubicBezTo>
                      <a:pt x="653198" y="1771671"/>
                      <a:pt x="645345" y="1773601"/>
                      <a:pt x="635138" y="1774790"/>
                    </a:cubicBezTo>
                    <a:cubicBezTo>
                      <a:pt x="624930" y="1775979"/>
                      <a:pt x="613039" y="1776563"/>
                      <a:pt x="599466" y="1776540"/>
                    </a:cubicBezTo>
                    <a:cubicBezTo>
                      <a:pt x="540956" y="1776672"/>
                      <a:pt x="492408" y="1755135"/>
                      <a:pt x="453820" y="1711930"/>
                    </a:cubicBezTo>
                    <a:cubicBezTo>
                      <a:pt x="415232" y="1668724"/>
                      <a:pt x="395220" y="1603058"/>
                      <a:pt x="393785" y="1514931"/>
                    </a:cubicBezTo>
                    <a:cubicBezTo>
                      <a:pt x="395220" y="1420875"/>
                      <a:pt x="417655" y="1352514"/>
                      <a:pt x="461089" y="1309848"/>
                    </a:cubicBezTo>
                    <a:cubicBezTo>
                      <a:pt x="504522" y="1267181"/>
                      <a:pt x="560340" y="1246183"/>
                      <a:pt x="628542" y="1246854"/>
                    </a:cubicBezTo>
                    <a:cubicBezTo>
                      <a:pt x="663179" y="1247011"/>
                      <a:pt x="692632" y="1249659"/>
                      <a:pt x="716903" y="1254797"/>
                    </a:cubicBezTo>
                    <a:cubicBezTo>
                      <a:pt x="741173" y="1259935"/>
                      <a:pt x="762282" y="1266621"/>
                      <a:pt x="780229" y="1274856"/>
                    </a:cubicBezTo>
                    <a:lnTo>
                      <a:pt x="815721" y="1117801"/>
                    </a:lnTo>
                    <a:cubicBezTo>
                      <a:pt x="797147" y="1108884"/>
                      <a:pt x="771377" y="1101177"/>
                      <a:pt x="738412" y="1094680"/>
                    </a:cubicBezTo>
                    <a:cubicBezTo>
                      <a:pt x="705447" y="1088183"/>
                      <a:pt x="667029" y="1084777"/>
                      <a:pt x="623157" y="1084463"/>
                    </a:cubicBezTo>
                    <a:close/>
                    <a:moveTo>
                      <a:pt x="1281195" y="1080158"/>
                    </a:moveTo>
                    <a:cubicBezTo>
                      <a:pt x="1206350" y="1081113"/>
                      <a:pt x="1142677" y="1100836"/>
                      <a:pt x="1090173" y="1139326"/>
                    </a:cubicBezTo>
                    <a:cubicBezTo>
                      <a:pt x="1037670" y="1177817"/>
                      <a:pt x="997606" y="1229346"/>
                      <a:pt x="969980" y="1293914"/>
                    </a:cubicBezTo>
                    <a:cubicBezTo>
                      <a:pt x="942354" y="1358482"/>
                      <a:pt x="928435" y="1430359"/>
                      <a:pt x="928224" y="1509546"/>
                    </a:cubicBezTo>
                    <a:cubicBezTo>
                      <a:pt x="928190" y="1586659"/>
                      <a:pt x="940687" y="1657300"/>
                      <a:pt x="965717" y="1721469"/>
                    </a:cubicBezTo>
                    <a:cubicBezTo>
                      <a:pt x="990746" y="1785638"/>
                      <a:pt x="1028512" y="1837127"/>
                      <a:pt x="1079015" y="1875936"/>
                    </a:cubicBezTo>
                    <a:cubicBezTo>
                      <a:pt x="1129518" y="1914745"/>
                      <a:pt x="1192963" y="1934667"/>
                      <a:pt x="1269350" y="1935702"/>
                    </a:cubicBezTo>
                    <a:cubicBezTo>
                      <a:pt x="1375804" y="1935507"/>
                      <a:pt x="1460513" y="1898527"/>
                      <a:pt x="1523476" y="1824762"/>
                    </a:cubicBezTo>
                    <a:cubicBezTo>
                      <a:pt x="1586438" y="1750997"/>
                      <a:pt x="1618669" y="1641619"/>
                      <a:pt x="1620166" y="1496627"/>
                    </a:cubicBezTo>
                    <a:cubicBezTo>
                      <a:pt x="1620466" y="1427767"/>
                      <a:pt x="1609111" y="1361791"/>
                      <a:pt x="1586100" y="1298699"/>
                    </a:cubicBezTo>
                    <a:cubicBezTo>
                      <a:pt x="1563089" y="1235606"/>
                      <a:pt x="1526625" y="1183758"/>
                      <a:pt x="1476706" y="1143154"/>
                    </a:cubicBezTo>
                    <a:cubicBezTo>
                      <a:pt x="1426788" y="1102550"/>
                      <a:pt x="1361618" y="1081552"/>
                      <a:pt x="1281195" y="1080158"/>
                    </a:cubicBezTo>
                    <a:close/>
                    <a:moveTo>
                      <a:pt x="1549581" y="0"/>
                    </a:moveTo>
                    <a:cubicBezTo>
                      <a:pt x="2405391" y="0"/>
                      <a:pt x="3099162" y="703586"/>
                      <a:pt x="3099162" y="1571504"/>
                    </a:cubicBezTo>
                    <a:cubicBezTo>
                      <a:pt x="3099162" y="2439422"/>
                      <a:pt x="2405391" y="3143008"/>
                      <a:pt x="1549581" y="3143008"/>
                    </a:cubicBezTo>
                    <a:cubicBezTo>
                      <a:pt x="693771" y="3143008"/>
                      <a:pt x="0" y="2439422"/>
                      <a:pt x="0" y="1571504"/>
                    </a:cubicBezTo>
                    <a:cubicBezTo>
                      <a:pt x="0" y="703586"/>
                      <a:pt x="693771" y="0"/>
                      <a:pt x="1549581"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spTree>
    <p:extLst>
      <p:ext uri="{BB962C8B-B14F-4D97-AF65-F5344CB8AC3E}">
        <p14:creationId xmlns:p14="http://schemas.microsoft.com/office/powerpoint/2010/main" val="214227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1000"/>
                                        <p:tgtEl>
                                          <p:spTgt spid="45"/>
                                        </p:tgtEl>
                                      </p:cBhvr>
                                    </p:animEffect>
                                  </p:childTnLst>
                                </p:cTn>
                              </p:par>
                            </p:childTnLst>
                          </p:cTn>
                        </p:par>
                        <p:par>
                          <p:cTn id="11" fill="hold">
                            <p:stCondLst>
                              <p:cond delay="2000"/>
                            </p:stCondLst>
                            <p:childTnLst>
                              <p:par>
                                <p:cTn id="12" presetID="55"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1000" fill="hold"/>
                                        <p:tgtEl>
                                          <p:spTgt spid="15"/>
                                        </p:tgtEl>
                                        <p:attrNameLst>
                                          <p:attrName>ppt_w</p:attrName>
                                        </p:attrNameLst>
                                      </p:cBhvr>
                                      <p:tavLst>
                                        <p:tav tm="0">
                                          <p:val>
                                            <p:strVal val="#ppt_w*0.70"/>
                                          </p:val>
                                        </p:tav>
                                        <p:tav tm="100000">
                                          <p:val>
                                            <p:strVal val="#ppt_w"/>
                                          </p:val>
                                        </p:tav>
                                      </p:tavLst>
                                    </p:anim>
                                    <p:anim calcmode="lin" valueType="num">
                                      <p:cBhvr>
                                        <p:cTn id="15" dur="1000" fill="hold"/>
                                        <p:tgtEl>
                                          <p:spTgt spid="15"/>
                                        </p:tgtEl>
                                        <p:attrNameLst>
                                          <p:attrName>ppt_h</p:attrName>
                                        </p:attrNameLst>
                                      </p:cBhvr>
                                      <p:tavLst>
                                        <p:tav tm="0">
                                          <p:val>
                                            <p:strVal val="#ppt_h"/>
                                          </p:val>
                                        </p:tav>
                                        <p:tav tm="100000">
                                          <p:val>
                                            <p:strVal val="#ppt_h"/>
                                          </p:val>
                                        </p:tav>
                                      </p:tavLst>
                                    </p:anim>
                                    <p:animEffect transition="in" filter="fade">
                                      <p:cBhvr>
                                        <p:cTn id="16" dur="1000"/>
                                        <p:tgtEl>
                                          <p:spTgt spid="15"/>
                                        </p:tgtEl>
                                      </p:cBhvr>
                                    </p:animEffect>
                                  </p:childTnLst>
                                </p:cTn>
                              </p:par>
                              <p:par>
                                <p:cTn id="17" presetID="55" presetClass="entr" presetSubtype="0" fill="hold" nodeType="withEffect">
                                  <p:stCondLst>
                                    <p:cond delay="0"/>
                                  </p:stCondLst>
                                  <p:childTnLst>
                                    <p:set>
                                      <p:cBhvr>
                                        <p:cTn id="18" dur="1" fill="hold">
                                          <p:stCondLst>
                                            <p:cond delay="0"/>
                                          </p:stCondLst>
                                        </p:cTn>
                                        <p:tgtEl>
                                          <p:spTgt spid="1034"/>
                                        </p:tgtEl>
                                        <p:attrNameLst>
                                          <p:attrName>style.visibility</p:attrName>
                                        </p:attrNameLst>
                                      </p:cBhvr>
                                      <p:to>
                                        <p:strVal val="visible"/>
                                      </p:to>
                                    </p:set>
                                    <p:anim calcmode="lin" valueType="num">
                                      <p:cBhvr>
                                        <p:cTn id="19" dur="1000" fill="hold"/>
                                        <p:tgtEl>
                                          <p:spTgt spid="1034"/>
                                        </p:tgtEl>
                                        <p:attrNameLst>
                                          <p:attrName>ppt_w</p:attrName>
                                        </p:attrNameLst>
                                      </p:cBhvr>
                                      <p:tavLst>
                                        <p:tav tm="0">
                                          <p:val>
                                            <p:strVal val="#ppt_w*0.70"/>
                                          </p:val>
                                        </p:tav>
                                        <p:tav tm="100000">
                                          <p:val>
                                            <p:strVal val="#ppt_w"/>
                                          </p:val>
                                        </p:tav>
                                      </p:tavLst>
                                    </p:anim>
                                    <p:anim calcmode="lin" valueType="num">
                                      <p:cBhvr>
                                        <p:cTn id="20" dur="1000" fill="hold"/>
                                        <p:tgtEl>
                                          <p:spTgt spid="1034"/>
                                        </p:tgtEl>
                                        <p:attrNameLst>
                                          <p:attrName>ppt_h</p:attrName>
                                        </p:attrNameLst>
                                      </p:cBhvr>
                                      <p:tavLst>
                                        <p:tav tm="0">
                                          <p:val>
                                            <p:strVal val="#ppt_h"/>
                                          </p:val>
                                        </p:tav>
                                        <p:tav tm="100000">
                                          <p:val>
                                            <p:strVal val="#ppt_h"/>
                                          </p:val>
                                        </p:tav>
                                      </p:tavLst>
                                    </p:anim>
                                    <p:animEffect transition="in" filter="fade">
                                      <p:cBhvr>
                                        <p:cTn id="21" dur="1000"/>
                                        <p:tgtEl>
                                          <p:spTgt spid="1034"/>
                                        </p:tgtEl>
                                      </p:cBhvr>
                                    </p:animEffect>
                                  </p:childTnLst>
                                </p:cTn>
                              </p:par>
                              <p:par>
                                <p:cTn id="22" presetID="16" presetClass="entr" presetSubtype="42" fill="hold" nodeType="withEffect">
                                  <p:stCondLst>
                                    <p:cond delay="0"/>
                                  </p:stCondLst>
                                  <p:childTnLst>
                                    <p:set>
                                      <p:cBhvr>
                                        <p:cTn id="23" dur="1" fill="hold">
                                          <p:stCondLst>
                                            <p:cond delay="0"/>
                                          </p:stCondLst>
                                        </p:cTn>
                                        <p:tgtEl>
                                          <p:spTgt spid="128"/>
                                        </p:tgtEl>
                                        <p:attrNameLst>
                                          <p:attrName>style.visibility</p:attrName>
                                        </p:attrNameLst>
                                      </p:cBhvr>
                                      <p:to>
                                        <p:strVal val="visible"/>
                                      </p:to>
                                    </p:set>
                                    <p:animEffect transition="in" filter="barn(outHorizontal)">
                                      <p:cBhvr>
                                        <p:cTn id="24" dur="1000"/>
                                        <p:tgtEl>
                                          <p:spTgt spid="128"/>
                                        </p:tgtEl>
                                      </p:cBhvr>
                                    </p:animEffect>
                                  </p:childTnLst>
                                </p:cTn>
                              </p:par>
                              <p:par>
                                <p:cTn id="25" presetID="16" presetClass="entr" presetSubtype="42" fill="hold" nodeType="withEffect">
                                  <p:stCondLst>
                                    <p:cond delay="0"/>
                                  </p:stCondLst>
                                  <p:childTnLst>
                                    <p:set>
                                      <p:cBhvr>
                                        <p:cTn id="26" dur="1" fill="hold">
                                          <p:stCondLst>
                                            <p:cond delay="0"/>
                                          </p:stCondLst>
                                        </p:cTn>
                                        <p:tgtEl>
                                          <p:spTgt spid="129"/>
                                        </p:tgtEl>
                                        <p:attrNameLst>
                                          <p:attrName>style.visibility</p:attrName>
                                        </p:attrNameLst>
                                      </p:cBhvr>
                                      <p:to>
                                        <p:strVal val="visible"/>
                                      </p:to>
                                    </p:set>
                                    <p:animEffect transition="in" filter="barn(outHorizontal)">
                                      <p:cBhvr>
                                        <p:cTn id="27" dur="1000"/>
                                        <p:tgtEl>
                                          <p:spTgt spid="129"/>
                                        </p:tgtEl>
                                      </p:cBhvr>
                                    </p:animEffect>
                                  </p:childTnLst>
                                </p:cTn>
                              </p:par>
                              <p:par>
                                <p:cTn id="28" presetID="16" presetClass="entr" presetSubtype="42" fill="hold" nodeType="withEffect">
                                  <p:stCondLst>
                                    <p:cond delay="0"/>
                                  </p:stCondLst>
                                  <p:childTnLst>
                                    <p:set>
                                      <p:cBhvr>
                                        <p:cTn id="29" dur="1" fill="hold">
                                          <p:stCondLst>
                                            <p:cond delay="0"/>
                                          </p:stCondLst>
                                        </p:cTn>
                                        <p:tgtEl>
                                          <p:spTgt spid="130"/>
                                        </p:tgtEl>
                                        <p:attrNameLst>
                                          <p:attrName>style.visibility</p:attrName>
                                        </p:attrNameLst>
                                      </p:cBhvr>
                                      <p:to>
                                        <p:strVal val="visible"/>
                                      </p:to>
                                    </p:set>
                                    <p:animEffect transition="in" filter="barn(outHorizontal)">
                                      <p:cBhvr>
                                        <p:cTn id="30" dur="1000"/>
                                        <p:tgtEl>
                                          <p:spTgt spid="130"/>
                                        </p:tgtEl>
                                      </p:cBhvr>
                                    </p:animEffect>
                                  </p:childTnLst>
                                </p:cTn>
                              </p:par>
                            </p:childTnLst>
                          </p:cTn>
                        </p:par>
                        <p:par>
                          <p:cTn id="31" fill="hold">
                            <p:stCondLst>
                              <p:cond delay="3000"/>
                            </p:stCondLst>
                            <p:childTnLst>
                              <p:par>
                                <p:cTn id="32" presetID="55"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1000" fill="hold"/>
                                        <p:tgtEl>
                                          <p:spTgt spid="18"/>
                                        </p:tgtEl>
                                        <p:attrNameLst>
                                          <p:attrName>ppt_w</p:attrName>
                                        </p:attrNameLst>
                                      </p:cBhvr>
                                      <p:tavLst>
                                        <p:tav tm="0">
                                          <p:val>
                                            <p:strVal val="#ppt_w*0.70"/>
                                          </p:val>
                                        </p:tav>
                                        <p:tav tm="100000">
                                          <p:val>
                                            <p:strVal val="#ppt_w"/>
                                          </p:val>
                                        </p:tav>
                                      </p:tavLst>
                                    </p:anim>
                                    <p:anim calcmode="lin" valueType="num">
                                      <p:cBhvr>
                                        <p:cTn id="35" dur="1000" fill="hold"/>
                                        <p:tgtEl>
                                          <p:spTgt spid="18"/>
                                        </p:tgtEl>
                                        <p:attrNameLst>
                                          <p:attrName>ppt_h</p:attrName>
                                        </p:attrNameLst>
                                      </p:cBhvr>
                                      <p:tavLst>
                                        <p:tav tm="0">
                                          <p:val>
                                            <p:strVal val="#ppt_h"/>
                                          </p:val>
                                        </p:tav>
                                        <p:tav tm="100000">
                                          <p:val>
                                            <p:strVal val="#ppt_h"/>
                                          </p:val>
                                        </p:tav>
                                      </p:tavLst>
                                    </p:anim>
                                    <p:animEffect transition="in" filter="fade">
                                      <p:cBhvr>
                                        <p:cTn id="36" dur="1000"/>
                                        <p:tgtEl>
                                          <p:spTgt spid="18"/>
                                        </p:tgtEl>
                                      </p:cBhvr>
                                    </p:animEffect>
                                  </p:childTnLst>
                                </p:cTn>
                              </p:par>
                            </p:childTnLst>
                          </p:cTn>
                        </p:par>
                        <p:par>
                          <p:cTn id="37" fill="hold">
                            <p:stCondLst>
                              <p:cond delay="4000"/>
                            </p:stCondLst>
                            <p:childTnLst>
                              <p:par>
                                <p:cTn id="38" presetID="55" presetClass="entr" presetSubtype="0"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p:cTn id="40" dur="1000" fill="hold"/>
                                        <p:tgtEl>
                                          <p:spTgt spid="25"/>
                                        </p:tgtEl>
                                        <p:attrNameLst>
                                          <p:attrName>ppt_w</p:attrName>
                                        </p:attrNameLst>
                                      </p:cBhvr>
                                      <p:tavLst>
                                        <p:tav tm="0">
                                          <p:val>
                                            <p:strVal val="#ppt_w*0.70"/>
                                          </p:val>
                                        </p:tav>
                                        <p:tav tm="100000">
                                          <p:val>
                                            <p:strVal val="#ppt_w"/>
                                          </p:val>
                                        </p:tav>
                                      </p:tavLst>
                                    </p:anim>
                                    <p:anim calcmode="lin" valueType="num">
                                      <p:cBhvr>
                                        <p:cTn id="41" dur="1000" fill="hold"/>
                                        <p:tgtEl>
                                          <p:spTgt spid="25"/>
                                        </p:tgtEl>
                                        <p:attrNameLst>
                                          <p:attrName>ppt_h</p:attrName>
                                        </p:attrNameLst>
                                      </p:cBhvr>
                                      <p:tavLst>
                                        <p:tav tm="0">
                                          <p:val>
                                            <p:strVal val="#ppt_h"/>
                                          </p:val>
                                        </p:tav>
                                        <p:tav tm="100000">
                                          <p:val>
                                            <p:strVal val="#ppt_h"/>
                                          </p:val>
                                        </p:tav>
                                      </p:tavLst>
                                    </p:anim>
                                    <p:animEffect transition="in" filter="fade">
                                      <p:cBhvr>
                                        <p:cTn id="42" dur="1000"/>
                                        <p:tgtEl>
                                          <p:spTgt spid="25"/>
                                        </p:tgtEl>
                                      </p:cBhvr>
                                    </p:animEffect>
                                  </p:childTnLst>
                                </p:cTn>
                              </p:par>
                            </p:childTnLst>
                          </p:cTn>
                        </p:par>
                        <p:par>
                          <p:cTn id="43" fill="hold">
                            <p:stCondLst>
                              <p:cond delay="5000"/>
                            </p:stCondLst>
                            <p:childTnLst>
                              <p:par>
                                <p:cTn id="44" presetID="55"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p:cTn id="46" dur="1000" fill="hold"/>
                                        <p:tgtEl>
                                          <p:spTgt spid="31"/>
                                        </p:tgtEl>
                                        <p:attrNameLst>
                                          <p:attrName>ppt_w</p:attrName>
                                        </p:attrNameLst>
                                      </p:cBhvr>
                                      <p:tavLst>
                                        <p:tav tm="0">
                                          <p:val>
                                            <p:strVal val="#ppt_w*0.70"/>
                                          </p:val>
                                        </p:tav>
                                        <p:tav tm="100000">
                                          <p:val>
                                            <p:strVal val="#ppt_w"/>
                                          </p:val>
                                        </p:tav>
                                      </p:tavLst>
                                    </p:anim>
                                    <p:anim calcmode="lin" valueType="num">
                                      <p:cBhvr>
                                        <p:cTn id="47" dur="1000" fill="hold"/>
                                        <p:tgtEl>
                                          <p:spTgt spid="31"/>
                                        </p:tgtEl>
                                        <p:attrNameLst>
                                          <p:attrName>ppt_h</p:attrName>
                                        </p:attrNameLst>
                                      </p:cBhvr>
                                      <p:tavLst>
                                        <p:tav tm="0">
                                          <p:val>
                                            <p:strVal val="#ppt_h"/>
                                          </p:val>
                                        </p:tav>
                                        <p:tav tm="100000">
                                          <p:val>
                                            <p:strVal val="#ppt_h"/>
                                          </p:val>
                                        </p:tav>
                                      </p:tavLst>
                                    </p:anim>
                                    <p:animEffect transition="in" filter="fade">
                                      <p:cBhvr>
                                        <p:cTn id="48" dur="1000"/>
                                        <p:tgtEl>
                                          <p:spTgt spid="31"/>
                                        </p:tgtEl>
                                      </p:cBhvr>
                                    </p:animEffect>
                                  </p:childTnLst>
                                </p:cTn>
                              </p:par>
                              <p:par>
                                <p:cTn id="49" presetID="16" presetClass="entr" presetSubtype="42"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barn(outHorizontal)">
                                      <p:cBhvr>
                                        <p:cTn id="51" dur="2000"/>
                                        <p:tgtEl>
                                          <p:spTgt spid="61"/>
                                        </p:tgtEl>
                                      </p:cBhvr>
                                    </p:animEffect>
                                  </p:childTnLst>
                                </p:cTn>
                              </p:par>
                              <p:par>
                                <p:cTn id="52" presetID="12" presetClass="entr" presetSubtype="1" fill="hold" nodeType="withEffect">
                                  <p:stCondLst>
                                    <p:cond delay="100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1000"/>
                                        <p:tgtEl>
                                          <p:spTgt spid="63"/>
                                        </p:tgtEl>
                                        <p:attrNameLst>
                                          <p:attrName>ppt_y</p:attrName>
                                        </p:attrNameLst>
                                      </p:cBhvr>
                                      <p:tavLst>
                                        <p:tav tm="0">
                                          <p:val>
                                            <p:strVal val="#ppt_y-#ppt_h*1.125000"/>
                                          </p:val>
                                        </p:tav>
                                        <p:tav tm="100000">
                                          <p:val>
                                            <p:strVal val="#ppt_y"/>
                                          </p:val>
                                        </p:tav>
                                      </p:tavLst>
                                    </p:anim>
                                    <p:animEffect transition="in" filter="wipe(down)">
                                      <p:cBhvr>
                                        <p:cTn id="55" dur="1000"/>
                                        <p:tgtEl>
                                          <p:spTgt spid="63"/>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4">
                                            <p:txEl>
                                              <p:pRg st="0" end="0"/>
                                            </p:txEl>
                                          </p:spTgt>
                                        </p:tgtEl>
                                        <p:attrNameLst>
                                          <p:attrName>style.visibility</p:attrName>
                                        </p:attrNameLst>
                                      </p:cBhvr>
                                      <p:to>
                                        <p:strVal val="visible"/>
                                      </p:to>
                                    </p:set>
                                    <p:animEffect transition="in" filter="barn(inVertical)">
                                      <p:cBhvr>
                                        <p:cTn id="58" dur="1000"/>
                                        <p:tgtEl>
                                          <p:spTgt spid="4">
                                            <p:txEl>
                                              <p:pRg st="0" end="0"/>
                                            </p:txEl>
                                          </p:spTgt>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4">
                                            <p:txEl>
                                              <p:pRg st="2" end="2"/>
                                            </p:txEl>
                                          </p:spTgt>
                                        </p:tgtEl>
                                        <p:attrNameLst>
                                          <p:attrName>style.visibility</p:attrName>
                                        </p:attrNameLst>
                                      </p:cBhvr>
                                      <p:to>
                                        <p:strVal val="visible"/>
                                      </p:to>
                                    </p:set>
                                    <p:animEffect transition="in" filter="barn(inVertical)">
                                      <p:cBhvr>
                                        <p:cTn id="61" dur="1000"/>
                                        <p:tgtEl>
                                          <p:spTgt spid="4">
                                            <p:txEl>
                                              <p:pRg st="2" end="2"/>
                                            </p:txEl>
                                          </p:spTgt>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19">
                                            <p:txEl>
                                              <p:pRg st="0" end="0"/>
                                            </p:txEl>
                                          </p:spTgt>
                                        </p:tgtEl>
                                        <p:attrNameLst>
                                          <p:attrName>style.visibility</p:attrName>
                                        </p:attrNameLst>
                                      </p:cBhvr>
                                      <p:to>
                                        <p:strVal val="visible"/>
                                      </p:to>
                                    </p:set>
                                    <p:animEffect transition="in" filter="barn(inVertical)">
                                      <p:cBhvr>
                                        <p:cTn id="64" dur="1000"/>
                                        <p:tgtEl>
                                          <p:spTgt spid="19">
                                            <p:txEl>
                                              <p:pRg st="0" end="0"/>
                                            </p:txEl>
                                          </p:spTgt>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19">
                                            <p:txEl>
                                              <p:pRg st="2" end="2"/>
                                            </p:txEl>
                                          </p:spTgt>
                                        </p:tgtEl>
                                        <p:attrNameLst>
                                          <p:attrName>style.visibility</p:attrName>
                                        </p:attrNameLst>
                                      </p:cBhvr>
                                      <p:to>
                                        <p:strVal val="visible"/>
                                      </p:to>
                                    </p:set>
                                    <p:animEffect transition="in" filter="barn(inVertical)">
                                      <p:cBhvr>
                                        <p:cTn id="67" dur="1000"/>
                                        <p:tgtEl>
                                          <p:spTgt spid="19">
                                            <p:txEl>
                                              <p:pRg st="2" end="2"/>
                                            </p:txEl>
                                          </p:spTgt>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6">
                                            <p:txEl>
                                              <p:pRg st="0" end="0"/>
                                            </p:txEl>
                                          </p:spTgt>
                                        </p:tgtEl>
                                        <p:attrNameLst>
                                          <p:attrName>style.visibility</p:attrName>
                                        </p:attrNameLst>
                                      </p:cBhvr>
                                      <p:to>
                                        <p:strVal val="visible"/>
                                      </p:to>
                                    </p:set>
                                    <p:animEffect transition="in" filter="barn(inVertical)">
                                      <p:cBhvr>
                                        <p:cTn id="70" dur="1000"/>
                                        <p:tgtEl>
                                          <p:spTgt spid="26">
                                            <p:txEl>
                                              <p:pRg st="0" end="0"/>
                                            </p:txEl>
                                          </p:spTgt>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6">
                                            <p:txEl>
                                              <p:pRg st="2" end="2"/>
                                            </p:txEl>
                                          </p:spTgt>
                                        </p:tgtEl>
                                        <p:attrNameLst>
                                          <p:attrName>style.visibility</p:attrName>
                                        </p:attrNameLst>
                                      </p:cBhvr>
                                      <p:to>
                                        <p:strVal val="visible"/>
                                      </p:to>
                                    </p:set>
                                    <p:animEffect transition="in" filter="barn(inVertical)">
                                      <p:cBhvr>
                                        <p:cTn id="73" dur="1000"/>
                                        <p:tgtEl>
                                          <p:spTgt spid="26">
                                            <p:txEl>
                                              <p:pRg st="2" end="2"/>
                                            </p:txEl>
                                          </p:spTgt>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32">
                                            <p:txEl>
                                              <p:pRg st="0" end="0"/>
                                            </p:txEl>
                                          </p:spTgt>
                                        </p:tgtEl>
                                        <p:attrNameLst>
                                          <p:attrName>style.visibility</p:attrName>
                                        </p:attrNameLst>
                                      </p:cBhvr>
                                      <p:to>
                                        <p:strVal val="visible"/>
                                      </p:to>
                                    </p:set>
                                    <p:animEffect transition="in" filter="barn(inVertical)">
                                      <p:cBhvr>
                                        <p:cTn id="76" dur="1000"/>
                                        <p:tgtEl>
                                          <p:spTgt spid="32">
                                            <p:txEl>
                                              <p:pRg st="0" end="0"/>
                                            </p:txEl>
                                          </p:spTgt>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2">
                                            <p:txEl>
                                              <p:pRg st="2" end="2"/>
                                            </p:txEl>
                                          </p:spTgt>
                                        </p:tgtEl>
                                        <p:attrNameLst>
                                          <p:attrName>style.visibility</p:attrName>
                                        </p:attrNameLst>
                                      </p:cBhvr>
                                      <p:to>
                                        <p:strVal val="visible"/>
                                      </p:to>
                                    </p:set>
                                    <p:animEffect transition="in" filter="barn(inVertical)">
                                      <p:cBhvr>
                                        <p:cTn id="79" dur="1000"/>
                                        <p:tgtEl>
                                          <p:spTgt spid="32">
                                            <p:txEl>
                                              <p:pRg st="2" end="2"/>
                                            </p:txEl>
                                          </p:spTgt>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35">
                                            <p:txEl>
                                              <p:pRg st="0" end="0"/>
                                            </p:txEl>
                                          </p:spTgt>
                                        </p:tgtEl>
                                        <p:attrNameLst>
                                          <p:attrName>style.visibility</p:attrName>
                                        </p:attrNameLst>
                                      </p:cBhvr>
                                      <p:to>
                                        <p:strVal val="visible"/>
                                      </p:to>
                                    </p:set>
                                    <p:animEffect transition="in" filter="barn(inVertical)">
                                      <p:cBhvr>
                                        <p:cTn id="82" dur="1000"/>
                                        <p:tgtEl>
                                          <p:spTgt spid="35">
                                            <p:txEl>
                                              <p:pRg st="0" end="0"/>
                                            </p:txEl>
                                          </p:spTgt>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0">
                                            <p:txEl>
                                              <p:pRg st="0" end="0"/>
                                            </p:txEl>
                                          </p:spTgt>
                                        </p:tgtEl>
                                        <p:attrNameLst>
                                          <p:attrName>style.visibility</p:attrName>
                                        </p:attrNameLst>
                                      </p:cBhvr>
                                      <p:to>
                                        <p:strVal val="visible"/>
                                      </p:to>
                                    </p:set>
                                    <p:animEffect transition="in" filter="barn(inVertical)">
                                      <p:cBhvr>
                                        <p:cTn id="85" dur="1000"/>
                                        <p:tgtEl>
                                          <p:spTgt spid="30">
                                            <p:txEl>
                                              <p:pRg st="0" end="0"/>
                                            </p:txEl>
                                          </p:spTgt>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23">
                                            <p:txEl>
                                              <p:pRg st="0" end="0"/>
                                            </p:txEl>
                                          </p:spTgt>
                                        </p:tgtEl>
                                        <p:attrNameLst>
                                          <p:attrName>style.visibility</p:attrName>
                                        </p:attrNameLst>
                                      </p:cBhvr>
                                      <p:to>
                                        <p:strVal val="visible"/>
                                      </p:to>
                                    </p:set>
                                    <p:animEffect transition="in" filter="barn(inVertical)">
                                      <p:cBhvr>
                                        <p:cTn id="88" dur="1000"/>
                                        <p:tgtEl>
                                          <p:spTgt spid="23">
                                            <p:txEl>
                                              <p:pRg st="0" end="0"/>
                                            </p:txEl>
                                          </p:spTgt>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9">
                                            <p:txEl>
                                              <p:pRg st="0" end="0"/>
                                            </p:txEl>
                                          </p:spTgt>
                                        </p:tgtEl>
                                        <p:attrNameLst>
                                          <p:attrName>style.visibility</p:attrName>
                                        </p:attrNameLst>
                                      </p:cBhvr>
                                      <p:to>
                                        <p:strVal val="visible"/>
                                      </p:to>
                                    </p:set>
                                    <p:animEffect transition="in" filter="barn(inVertical)">
                                      <p:cBhvr>
                                        <p:cTn id="91" dur="1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15" grpId="0" animBg="1"/>
      <p:bldP spid="34" grpId="0"/>
      <p:bldP spid="45" grpId="0"/>
      <p:bldP spid="4" grpId="0" uiExpand="1" build="allAtOnce"/>
      <p:bldP spid="9" grpId="0" build="allAtOnce"/>
      <p:bldP spid="18" grpId="0" animBg="1"/>
      <p:bldP spid="19" grpId="0" uiExpand="1" build="allAtOnce"/>
      <p:bldP spid="23" grpId="0" build="allAtOnce"/>
      <p:bldP spid="25" grpId="0" animBg="1"/>
      <p:bldP spid="26" grpId="0" uiExpand="1" build="allAtOnce"/>
      <p:bldP spid="30" grpId="0" build="allAtOnce"/>
      <p:bldP spid="31" grpId="0" animBg="1"/>
      <p:bldP spid="32" grpId="0" uiExpand="1" build="allAtOnce"/>
      <p:bldP spid="35"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ounded Rectangle">
            <a:extLst>
              <a:ext uri="{FF2B5EF4-FFF2-40B4-BE49-F238E27FC236}">
                <a16:creationId xmlns:a16="http://schemas.microsoft.com/office/drawing/2014/main" id="{0421C390-C9EB-7596-D9AA-814708C331D7}"/>
              </a:ext>
            </a:extLst>
          </p:cNvPr>
          <p:cNvSpPr/>
          <p:nvPr/>
        </p:nvSpPr>
        <p:spPr>
          <a:xfrm rot="16200000">
            <a:off x="83941" y="2218478"/>
            <a:ext cx="1691682" cy="1538280"/>
          </a:xfrm>
          <a:prstGeom prst="round2SameRect">
            <a:avLst>
              <a:gd name="adj1" fmla="val 19273"/>
              <a:gd name="adj2" fmla="val 0"/>
            </a:avLst>
          </a:prstGeom>
          <a:solidFill>
            <a:srgbClr val="E4E8EE"/>
          </a:solidFill>
          <a:ln w="12700">
            <a:miter lim="400000"/>
          </a:ln>
          <a:effectLst/>
        </p:spPr>
        <p:txBody>
          <a:bodyPr lIns="50800" tIns="50800" rIns="50800" bIns="50800" anchor="ct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grpSp>
        <p:nvGrpSpPr>
          <p:cNvPr id="63" name="Group 62">
            <a:extLst>
              <a:ext uri="{FF2B5EF4-FFF2-40B4-BE49-F238E27FC236}">
                <a16:creationId xmlns:a16="http://schemas.microsoft.com/office/drawing/2014/main" id="{C12E8B92-7605-9EC7-0A71-EF8582F166A4}"/>
              </a:ext>
            </a:extLst>
          </p:cNvPr>
          <p:cNvGrpSpPr/>
          <p:nvPr/>
        </p:nvGrpSpPr>
        <p:grpSpPr>
          <a:xfrm>
            <a:off x="171059" y="2901917"/>
            <a:ext cx="1424044" cy="1312681"/>
            <a:chOff x="1079059" y="2228500"/>
            <a:chExt cx="2072633" cy="1312681"/>
          </a:xfrm>
        </p:grpSpPr>
        <p:sp>
          <p:nvSpPr>
            <p:cNvPr id="64" name="Freeform: Shape 27">
              <a:extLst>
                <a:ext uri="{FF2B5EF4-FFF2-40B4-BE49-F238E27FC236}">
                  <a16:creationId xmlns:a16="http://schemas.microsoft.com/office/drawing/2014/main" id="{43272DC4-4225-C291-DE57-6C972E60409D}"/>
                </a:ext>
              </a:extLst>
            </p:cNvPr>
            <p:cNvSpPr/>
            <p:nvPr/>
          </p:nvSpPr>
          <p:spPr>
            <a:xfrm>
              <a:off x="2897090" y="2228500"/>
              <a:ext cx="254602" cy="254597"/>
            </a:xfrm>
            <a:custGeom>
              <a:avLst/>
              <a:gdLst>
                <a:gd name="connsiteX0" fmla="*/ 432555 w 432555"/>
                <a:gd name="connsiteY0" fmla="*/ 0 h 432546"/>
                <a:gd name="connsiteX1" fmla="*/ 432555 w 432555"/>
                <a:gd name="connsiteY1" fmla="*/ 432546 h 432546"/>
                <a:gd name="connsiteX2" fmla="*/ 0 w 432555"/>
                <a:gd name="connsiteY2" fmla="*/ 432546 h 432546"/>
                <a:gd name="connsiteX3" fmla="*/ 423768 w 432555"/>
                <a:gd name="connsiteY3" fmla="*/ 87165 h 432546"/>
              </a:gdLst>
              <a:ahLst/>
              <a:cxnLst>
                <a:cxn ang="0">
                  <a:pos x="connsiteX0" y="connsiteY0"/>
                </a:cxn>
                <a:cxn ang="0">
                  <a:pos x="connsiteX1" y="connsiteY1"/>
                </a:cxn>
                <a:cxn ang="0">
                  <a:pos x="connsiteX2" y="connsiteY2"/>
                </a:cxn>
                <a:cxn ang="0">
                  <a:pos x="connsiteX3" y="connsiteY3"/>
                </a:cxn>
              </a:cxnLst>
              <a:rect l="l" t="t" r="r" b="b"/>
              <a:pathLst>
                <a:path w="432555" h="432546">
                  <a:moveTo>
                    <a:pt x="432555" y="0"/>
                  </a:moveTo>
                  <a:lnTo>
                    <a:pt x="432555" y="432546"/>
                  </a:lnTo>
                  <a:lnTo>
                    <a:pt x="0" y="432546"/>
                  </a:lnTo>
                  <a:cubicBezTo>
                    <a:pt x="209032" y="432546"/>
                    <a:pt x="383434" y="284274"/>
                    <a:pt x="423768" y="87165"/>
                  </a:cubicBezTo>
                  <a:close/>
                </a:path>
              </a:pathLst>
            </a:custGeom>
            <a:solidFill>
              <a:srgbClr val="FFFFFF"/>
            </a:solidFill>
            <a:ln w="12700">
              <a:miter lim="400000"/>
            </a:ln>
            <a:effectLst/>
          </p:spPr>
          <p:txBody>
            <a:bodyPr wrap="square" lIns="50800" tIns="50800" rIns="50800" bIns="50800"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sp>
          <p:nvSpPr>
            <p:cNvPr id="65" name="Rounded Rectangle">
              <a:extLst>
                <a:ext uri="{FF2B5EF4-FFF2-40B4-BE49-F238E27FC236}">
                  <a16:creationId xmlns:a16="http://schemas.microsoft.com/office/drawing/2014/main" id="{DCF00980-2F2A-846B-FDD8-42587C8489C7}"/>
                </a:ext>
              </a:extLst>
            </p:cNvPr>
            <p:cNvSpPr/>
            <p:nvPr/>
          </p:nvSpPr>
          <p:spPr>
            <a:xfrm rot="16200000">
              <a:off x="1713633" y="1848524"/>
              <a:ext cx="803485" cy="2072633"/>
            </a:xfrm>
            <a:prstGeom prst="round2SameRect">
              <a:avLst>
                <a:gd name="adj1" fmla="val 50000"/>
                <a:gd name="adj2" fmla="val 0"/>
              </a:avLst>
            </a:prstGeom>
            <a:solidFill>
              <a:srgbClr val="FFFFFF"/>
            </a:solidFill>
            <a:ln w="12700">
              <a:miter lim="400000"/>
            </a:ln>
            <a:effectLst/>
          </p:spPr>
          <p:txBody>
            <a:bodyPr lIns="50800" tIns="50800" rIns="50800" bIns="50800" anchor="ct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sp>
          <p:nvSpPr>
            <p:cNvPr id="66" name="Freeform: Shape 28">
              <a:extLst>
                <a:ext uri="{FF2B5EF4-FFF2-40B4-BE49-F238E27FC236}">
                  <a16:creationId xmlns:a16="http://schemas.microsoft.com/office/drawing/2014/main" id="{A41D0851-D24A-EF51-CA3F-3F442B515C4F}"/>
                </a:ext>
              </a:extLst>
            </p:cNvPr>
            <p:cNvSpPr/>
            <p:nvPr/>
          </p:nvSpPr>
          <p:spPr>
            <a:xfrm flipV="1">
              <a:off x="2897090" y="3286584"/>
              <a:ext cx="254602" cy="254597"/>
            </a:xfrm>
            <a:custGeom>
              <a:avLst/>
              <a:gdLst>
                <a:gd name="connsiteX0" fmla="*/ 432555 w 432555"/>
                <a:gd name="connsiteY0" fmla="*/ 0 h 432546"/>
                <a:gd name="connsiteX1" fmla="*/ 432555 w 432555"/>
                <a:gd name="connsiteY1" fmla="*/ 432546 h 432546"/>
                <a:gd name="connsiteX2" fmla="*/ 0 w 432555"/>
                <a:gd name="connsiteY2" fmla="*/ 432546 h 432546"/>
                <a:gd name="connsiteX3" fmla="*/ 423768 w 432555"/>
                <a:gd name="connsiteY3" fmla="*/ 87165 h 432546"/>
              </a:gdLst>
              <a:ahLst/>
              <a:cxnLst>
                <a:cxn ang="0">
                  <a:pos x="connsiteX0" y="connsiteY0"/>
                </a:cxn>
                <a:cxn ang="0">
                  <a:pos x="connsiteX1" y="connsiteY1"/>
                </a:cxn>
                <a:cxn ang="0">
                  <a:pos x="connsiteX2" y="connsiteY2"/>
                </a:cxn>
                <a:cxn ang="0">
                  <a:pos x="connsiteX3" y="connsiteY3"/>
                </a:cxn>
              </a:cxnLst>
              <a:rect l="l" t="t" r="r" b="b"/>
              <a:pathLst>
                <a:path w="432555" h="432546">
                  <a:moveTo>
                    <a:pt x="432555" y="0"/>
                  </a:moveTo>
                  <a:lnTo>
                    <a:pt x="432555" y="432546"/>
                  </a:lnTo>
                  <a:lnTo>
                    <a:pt x="0" y="432546"/>
                  </a:lnTo>
                  <a:cubicBezTo>
                    <a:pt x="209032" y="432546"/>
                    <a:pt x="383434" y="284274"/>
                    <a:pt x="423768" y="87165"/>
                  </a:cubicBezTo>
                  <a:close/>
                </a:path>
              </a:pathLst>
            </a:custGeom>
            <a:solidFill>
              <a:srgbClr val="FFFFFF"/>
            </a:solidFill>
            <a:ln w="12700">
              <a:miter lim="400000"/>
            </a:ln>
            <a:effectLst/>
          </p:spPr>
          <p:txBody>
            <a:bodyPr wrap="square" lIns="50800" tIns="50800" rIns="50800" bIns="50800"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a:p>
          </p:txBody>
        </p:sp>
      </p:grpSp>
      <p:sp>
        <p:nvSpPr>
          <p:cNvPr id="16" name="Rounded Rectangle 15">
            <a:extLst>
              <a:ext uri="{FF2B5EF4-FFF2-40B4-BE49-F238E27FC236}">
                <a16:creationId xmlns:a16="http://schemas.microsoft.com/office/drawing/2014/main" id="{007E5B26-4EE2-4C1F-48D5-325F66928FA0}"/>
              </a:ext>
            </a:extLst>
          </p:cNvPr>
          <p:cNvSpPr/>
          <p:nvPr/>
        </p:nvSpPr>
        <p:spPr>
          <a:xfrm>
            <a:off x="1595103" y="790785"/>
            <a:ext cx="10409329" cy="527417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4" name="Group 1033">
            <a:extLst>
              <a:ext uri="{FF2B5EF4-FFF2-40B4-BE49-F238E27FC236}">
                <a16:creationId xmlns:a16="http://schemas.microsoft.com/office/drawing/2014/main" id="{070F1514-85E0-4CD0-A622-D59F1A2D1E96}"/>
              </a:ext>
            </a:extLst>
          </p:cNvPr>
          <p:cNvGrpSpPr/>
          <p:nvPr/>
        </p:nvGrpSpPr>
        <p:grpSpPr>
          <a:xfrm>
            <a:off x="1873828" y="3618949"/>
            <a:ext cx="9955668" cy="436751"/>
            <a:chOff x="3674663" y="3547109"/>
            <a:chExt cx="6915302" cy="436751"/>
          </a:xfrm>
        </p:grpSpPr>
        <p:sp>
          <p:nvSpPr>
            <p:cNvPr id="139" name="Rounded Rectangle">
              <a:extLst>
                <a:ext uri="{FF2B5EF4-FFF2-40B4-BE49-F238E27FC236}">
                  <a16:creationId xmlns:a16="http://schemas.microsoft.com/office/drawing/2014/main" id="{16F97552-3F49-4D49-A691-2A2D95DB3E1C}"/>
                </a:ext>
              </a:extLst>
            </p:cNvPr>
            <p:cNvSpPr/>
            <p:nvPr/>
          </p:nvSpPr>
          <p:spPr>
            <a:xfrm rot="16200000">
              <a:off x="6913938" y="307834"/>
              <a:ext cx="436751" cy="6915302"/>
            </a:xfrm>
            <a:prstGeom prst="round2SameRect">
              <a:avLst>
                <a:gd name="adj1" fmla="val 50000"/>
                <a:gd name="adj2" fmla="val 50000"/>
              </a:avLst>
            </a:prstGeom>
            <a:gradFill>
              <a:gsLst>
                <a:gs pos="7000">
                  <a:srgbClr val="49D691"/>
                </a:gs>
                <a:gs pos="88000">
                  <a:srgbClr val="00D7C8"/>
                </a:gs>
              </a:gsLst>
              <a:lin ang="5400000" scaled="1"/>
            </a:gradFill>
            <a:ln w="12700">
              <a:miter lim="400000"/>
            </a:ln>
            <a:effectLst/>
          </p:spPr>
          <p:txBody>
            <a:bodyPr lIns="50800" tIns="50800" rIns="50800" bIns="50800" anchor="ctr"/>
            <a:lstStyle/>
            <a:p>
              <a:pPr algn="ctr"/>
              <a:endParaRPr sz="3200">
                <a:solidFill>
                  <a:srgbClr val="FFFFFF"/>
                </a:solidFill>
                <a:latin typeface="Helvetica Light"/>
              </a:endParaRPr>
            </a:p>
          </p:txBody>
        </p:sp>
        <p:sp>
          <p:nvSpPr>
            <p:cNvPr id="98" name="TextBox 97">
              <a:extLst>
                <a:ext uri="{FF2B5EF4-FFF2-40B4-BE49-F238E27FC236}">
                  <a16:creationId xmlns:a16="http://schemas.microsoft.com/office/drawing/2014/main" id="{12643DFF-5A46-4C32-8981-76D2D8CE89A3}"/>
                </a:ext>
              </a:extLst>
            </p:cNvPr>
            <p:cNvSpPr txBox="1"/>
            <p:nvPr/>
          </p:nvSpPr>
          <p:spPr>
            <a:xfrm>
              <a:off x="6186463" y="3642374"/>
              <a:ext cx="1908895" cy="246221"/>
            </a:xfrm>
            <a:prstGeom prst="rect">
              <a:avLst/>
            </a:prstGeom>
            <a:noFill/>
          </p:spPr>
          <p:txBody>
            <a:bodyPr wrap="none" rtlCol="0">
              <a:spAutoFit/>
            </a:bodyPr>
            <a:lstStyle>
              <a:defPPr>
                <a:defRPr lang="en-US"/>
              </a:defPPr>
              <a:lvl1pPr>
                <a:defRPr sz="1400" b="1">
                  <a:gradFill>
                    <a:gsLst>
                      <a:gs pos="0">
                        <a:srgbClr val="54B2DB"/>
                      </a:gs>
                      <a:gs pos="100000">
                        <a:srgbClr val="4983D0"/>
                      </a:gs>
                    </a:gsLst>
                    <a:lin ang="5400000" scaled="1"/>
                  </a:gradFill>
                  <a:latin typeface="Century Gothic" panose="020B0502020202020204" pitchFamily="34" charset="0"/>
                </a:defRPr>
              </a:lvl1pPr>
            </a:lstStyle>
            <a:p>
              <a:pPr algn="ctr"/>
              <a:r>
                <a:rPr lang="en-US" sz="1000" dirty="0">
                  <a:solidFill>
                    <a:schemeClr val="bg1"/>
                  </a:solidFill>
                </a:rPr>
                <a:t>KEY SUCCESS METRICS / LEARNING GOAL</a:t>
              </a:r>
            </a:p>
          </p:txBody>
        </p:sp>
      </p:grpSp>
      <p:cxnSp>
        <p:nvCxnSpPr>
          <p:cNvPr id="128" name="Straight Connector 127">
            <a:extLst>
              <a:ext uri="{FF2B5EF4-FFF2-40B4-BE49-F238E27FC236}">
                <a16:creationId xmlns:a16="http://schemas.microsoft.com/office/drawing/2014/main" id="{260DA97C-FDC0-4152-B343-ABC86D475FA4}"/>
              </a:ext>
            </a:extLst>
          </p:cNvPr>
          <p:cNvCxnSpPr>
            <a:cxnSpLocks/>
          </p:cNvCxnSpPr>
          <p:nvPr/>
        </p:nvCxnSpPr>
        <p:spPr>
          <a:xfrm>
            <a:off x="4481908" y="790785"/>
            <a:ext cx="0" cy="5274173"/>
          </a:xfrm>
          <a:prstGeom prst="line">
            <a:avLst/>
          </a:prstGeom>
          <a:ln w="12700">
            <a:solidFill>
              <a:srgbClr val="EDF0F3"/>
            </a:solidFill>
            <a:miter lim="400000"/>
          </a:ln>
        </p:spPr>
      </p:cxnSp>
      <p:cxnSp>
        <p:nvCxnSpPr>
          <p:cNvPr id="129" name="Straight Connector 128">
            <a:extLst>
              <a:ext uri="{FF2B5EF4-FFF2-40B4-BE49-F238E27FC236}">
                <a16:creationId xmlns:a16="http://schemas.microsoft.com/office/drawing/2014/main" id="{18B88D76-3BE8-42AE-BA0F-CD4F05EA45A6}"/>
              </a:ext>
            </a:extLst>
          </p:cNvPr>
          <p:cNvCxnSpPr>
            <a:cxnSpLocks/>
          </p:cNvCxnSpPr>
          <p:nvPr/>
        </p:nvCxnSpPr>
        <p:spPr>
          <a:xfrm>
            <a:off x="7249331" y="790785"/>
            <a:ext cx="0" cy="5274173"/>
          </a:xfrm>
          <a:prstGeom prst="line">
            <a:avLst/>
          </a:prstGeom>
          <a:ln w="12700">
            <a:solidFill>
              <a:srgbClr val="EDF0F3"/>
            </a:solidFill>
            <a:miter lim="400000"/>
          </a:ln>
        </p:spPr>
      </p:cxnSp>
      <p:sp>
        <p:nvSpPr>
          <p:cNvPr id="34" name="TextBox 33">
            <a:extLst>
              <a:ext uri="{FF2B5EF4-FFF2-40B4-BE49-F238E27FC236}">
                <a16:creationId xmlns:a16="http://schemas.microsoft.com/office/drawing/2014/main" id="{3CDD88A9-AD46-4849-B61A-B5E78179362F}"/>
              </a:ext>
            </a:extLst>
          </p:cNvPr>
          <p:cNvSpPr txBox="1"/>
          <p:nvPr/>
        </p:nvSpPr>
        <p:spPr>
          <a:xfrm>
            <a:off x="418375" y="2425641"/>
            <a:ext cx="1044216" cy="357889"/>
          </a:xfrm>
          <a:prstGeom prst="rect">
            <a:avLst/>
          </a:prstGeom>
          <a:noFill/>
        </p:spPr>
        <p:txBody>
          <a:bodyPr wrap="none" rtlCol="0">
            <a:spAutoFit/>
          </a:bodyPr>
          <a:lstStyle>
            <a:defPPr>
              <a:defRPr lang="en-US"/>
            </a:defPPr>
            <a:lvl1pPr>
              <a:defRPr sz="1400">
                <a:solidFill>
                  <a:srgbClr val="9EAABE"/>
                </a:solidFill>
                <a:latin typeface="Century Gothic" panose="020B0502020202020204" pitchFamily="34" charset="0"/>
              </a:defRPr>
            </a:lvl1pPr>
          </a:lstStyle>
          <a:p>
            <a:r>
              <a:rPr lang="en-US" dirty="0"/>
              <a:t>30 DAYS</a:t>
            </a:r>
          </a:p>
        </p:txBody>
      </p:sp>
      <p:sp>
        <p:nvSpPr>
          <p:cNvPr id="4" name="TextBox 3">
            <a:extLst>
              <a:ext uri="{FF2B5EF4-FFF2-40B4-BE49-F238E27FC236}">
                <a16:creationId xmlns:a16="http://schemas.microsoft.com/office/drawing/2014/main" id="{82DC839A-17F5-D113-C2E7-40B7F69ADA2E}"/>
              </a:ext>
            </a:extLst>
          </p:cNvPr>
          <p:cNvSpPr txBox="1"/>
          <p:nvPr/>
        </p:nvSpPr>
        <p:spPr>
          <a:xfrm>
            <a:off x="2065725" y="1671279"/>
            <a:ext cx="2298518" cy="1691682"/>
          </a:xfrm>
          <a:prstGeom prst="rect">
            <a:avLst/>
          </a:prstGeom>
          <a:noFill/>
        </p:spPr>
        <p:txBody>
          <a:bodyPr wrap="square" rtlCol="0">
            <a:spAutoFit/>
          </a:bodyPr>
          <a:lstStyle>
            <a:defPPr>
              <a:defRPr lang="en-US"/>
            </a:defPPr>
            <a:lvl1pPr marL="171450" indent="-171450">
              <a:lnSpc>
                <a:spcPts val="1400"/>
              </a:lnSpc>
              <a:buFont typeface="Wingdings" pitchFamily="2" charset="2"/>
              <a:buChar char="v"/>
              <a:defRPr sz="1000">
                <a:latin typeface="Century Gothic" panose="020B0502020202020204" pitchFamily="34" charset="0"/>
              </a:defRPr>
            </a:lvl1pPr>
          </a:lstStyle>
          <a:p>
            <a:r>
              <a:rPr lang="en-HK" dirty="0"/>
              <a:t>Review my understanding of Java web development concepts and apply them to ASP.NET for web development in the .NET ecosystem.</a:t>
            </a:r>
          </a:p>
          <a:p>
            <a:endParaRPr lang="en-HK" dirty="0"/>
          </a:p>
          <a:p>
            <a:r>
              <a:rPr lang="en-HK" dirty="0"/>
              <a:t>Learn about the Model-View-Controller (MVC) architectural pattern in ASP.NET MVC.</a:t>
            </a:r>
          </a:p>
        </p:txBody>
      </p:sp>
      <p:sp>
        <p:nvSpPr>
          <p:cNvPr id="9" name="TextBox 8">
            <a:extLst>
              <a:ext uri="{FF2B5EF4-FFF2-40B4-BE49-F238E27FC236}">
                <a16:creationId xmlns:a16="http://schemas.microsoft.com/office/drawing/2014/main" id="{F8FB895F-A8E0-61EB-4631-F4DA4448ABA5}"/>
              </a:ext>
            </a:extLst>
          </p:cNvPr>
          <p:cNvSpPr txBox="1"/>
          <p:nvPr/>
        </p:nvSpPr>
        <p:spPr>
          <a:xfrm>
            <a:off x="2065725" y="4387920"/>
            <a:ext cx="2112471" cy="1332609"/>
          </a:xfrm>
          <a:prstGeom prst="rect">
            <a:avLst/>
          </a:prstGeom>
          <a:noFill/>
        </p:spPr>
        <p:txBody>
          <a:bodyPr wrap="square" rtlCol="0">
            <a:spAutoFit/>
          </a:bodyPr>
          <a:lstStyle>
            <a:defPPr>
              <a:defRPr lang="en-US"/>
            </a:defPPr>
            <a:lvl1pPr marL="171450" indent="-171450">
              <a:lnSpc>
                <a:spcPts val="1400"/>
              </a:lnSpc>
              <a:buFont typeface="Wingdings" pitchFamily="2" charset="2"/>
              <a:buChar char="v"/>
              <a:defRPr sz="1000">
                <a:latin typeface="Century Gothic" panose="020B0502020202020204" pitchFamily="34" charset="0"/>
              </a:defRPr>
            </a:lvl1pPr>
          </a:lstStyle>
          <a:p>
            <a:r>
              <a:rPr lang="en-HK" dirty="0"/>
              <a:t>Build a simple web application using ASP.NET MVC, incorporating my knowledge of Kafka, MongoDB , MySQL, Docker, and Open Shift for data processing and storage.</a:t>
            </a:r>
          </a:p>
        </p:txBody>
      </p:sp>
      <p:sp>
        <p:nvSpPr>
          <p:cNvPr id="19" name="TextBox 18">
            <a:extLst>
              <a:ext uri="{FF2B5EF4-FFF2-40B4-BE49-F238E27FC236}">
                <a16:creationId xmlns:a16="http://schemas.microsoft.com/office/drawing/2014/main" id="{BA520BED-BE19-9195-DC6C-CF90DB739D43}"/>
              </a:ext>
            </a:extLst>
          </p:cNvPr>
          <p:cNvSpPr txBox="1"/>
          <p:nvPr/>
        </p:nvSpPr>
        <p:spPr>
          <a:xfrm>
            <a:off x="4658422" y="1674300"/>
            <a:ext cx="2426894" cy="2050754"/>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pPr marL="171450" indent="-171450" algn="l">
              <a:buFont typeface="Wingdings" pitchFamily="2" charset="2"/>
              <a:buChar char="v"/>
            </a:pPr>
            <a:r>
              <a:rPr lang="en-HK" sz="1000" dirty="0"/>
              <a:t>Deepen my understanding of advanced .NET concepts such as LINQ (Language-Integrated Query), asynchronous programming with async/await, and multithreading in C#.</a:t>
            </a:r>
          </a:p>
          <a:p>
            <a:pPr algn="l"/>
            <a:endParaRPr lang="en-HK" sz="1000" dirty="0"/>
          </a:p>
          <a:p>
            <a:pPr marL="171450" indent="-171450" algn="l">
              <a:buFont typeface="Wingdings" pitchFamily="2" charset="2"/>
              <a:buChar char="v"/>
            </a:pPr>
            <a:r>
              <a:rPr lang="en-HK" sz="1000" dirty="0"/>
              <a:t>Brush up on using Kafka, MongoDB or MySQL with .NET applications.</a:t>
            </a:r>
          </a:p>
          <a:p>
            <a:pPr marL="171450" indent="-171450" algn="l">
              <a:buFont typeface="Wingdings" pitchFamily="2" charset="2"/>
              <a:buChar char="v"/>
            </a:pPr>
            <a:endParaRPr lang="en-HK" sz="1000" dirty="0"/>
          </a:p>
        </p:txBody>
      </p:sp>
      <p:sp>
        <p:nvSpPr>
          <p:cNvPr id="23" name="TextBox 22">
            <a:extLst>
              <a:ext uri="{FF2B5EF4-FFF2-40B4-BE49-F238E27FC236}">
                <a16:creationId xmlns:a16="http://schemas.microsoft.com/office/drawing/2014/main" id="{28F204FF-65E9-3945-5006-57F14453100F}"/>
              </a:ext>
            </a:extLst>
          </p:cNvPr>
          <p:cNvSpPr txBox="1"/>
          <p:nvPr/>
        </p:nvSpPr>
        <p:spPr>
          <a:xfrm>
            <a:off x="4765239" y="4753097"/>
            <a:ext cx="2160000" cy="614464"/>
          </a:xfrm>
          <a:prstGeom prst="rect">
            <a:avLst/>
          </a:prstGeom>
          <a:noFill/>
        </p:spPr>
        <p:txBody>
          <a:bodyPr wrap="square" rtlCol="0">
            <a:spAutoFit/>
          </a:bodyPr>
          <a:lstStyle>
            <a:defPPr>
              <a:defRPr lang="en-US"/>
            </a:defPPr>
            <a:lvl1pPr marL="171450" indent="-171450">
              <a:lnSpc>
                <a:spcPts val="1400"/>
              </a:lnSpc>
              <a:buFont typeface="Wingdings" pitchFamily="2" charset="2"/>
              <a:buChar char="v"/>
              <a:defRPr sz="1000">
                <a:latin typeface="Century Gothic" panose="020B0502020202020204" pitchFamily="34" charset="0"/>
              </a:defRPr>
            </a:lvl1pPr>
          </a:lstStyle>
          <a:p>
            <a:r>
              <a:rPr lang="en-HK" dirty="0"/>
              <a:t>Explore how to integrate these technologies into my ASP.NET projects.</a:t>
            </a:r>
          </a:p>
        </p:txBody>
      </p:sp>
      <p:sp useBgFill="1">
        <p:nvSpPr>
          <p:cNvPr id="32" name="TextBox 31">
            <a:extLst>
              <a:ext uri="{FF2B5EF4-FFF2-40B4-BE49-F238E27FC236}">
                <a16:creationId xmlns:a16="http://schemas.microsoft.com/office/drawing/2014/main" id="{68076C21-F06C-F98C-E59A-B2DB3F388CA1}"/>
              </a:ext>
            </a:extLst>
          </p:cNvPr>
          <p:cNvSpPr txBox="1"/>
          <p:nvPr/>
        </p:nvSpPr>
        <p:spPr>
          <a:xfrm>
            <a:off x="7518684" y="1678237"/>
            <a:ext cx="3947502" cy="1691682"/>
          </a:xfrm>
          <a:prstGeom prst="rect">
            <a:avLst/>
          </a:prstGeom>
          <a:noFill/>
        </p:spPr>
        <p:txBody>
          <a:bodyPr wrap="square" rtlCol="0">
            <a:spAutoFit/>
          </a:bodyPr>
          <a:lstStyle>
            <a:defPPr>
              <a:defRPr lang="en-US"/>
            </a:defPPr>
            <a:lvl1pPr marL="171450" indent="-171450">
              <a:lnSpc>
                <a:spcPts val="1400"/>
              </a:lnSpc>
              <a:buFont typeface="Wingdings" pitchFamily="2" charset="2"/>
              <a:buChar char="v"/>
              <a:defRPr sz="1000">
                <a:latin typeface="Century Gothic" panose="020B0502020202020204" pitchFamily="34" charset="0"/>
              </a:defRPr>
            </a:lvl1pPr>
          </a:lstStyle>
          <a:p>
            <a:endParaRPr lang="en-HK" dirty="0"/>
          </a:p>
          <a:p>
            <a:r>
              <a:rPr lang="en-HK" dirty="0"/>
              <a:t>Choose a project idea that leverages my knowledge of .NET, Kafka, MongoDB, MySQL, Docker, and Open Shift and aligns with the organisation's needs or interests.</a:t>
            </a:r>
          </a:p>
          <a:p>
            <a:endParaRPr lang="en-HK" dirty="0"/>
          </a:p>
          <a:p>
            <a:endParaRPr lang="en-HK" dirty="0"/>
          </a:p>
          <a:p>
            <a:r>
              <a:rPr lang="en-HK" dirty="0"/>
              <a:t>Develop a complete application using the .NET stack and integrate Kafka, MongoDB, and MySQL as required.</a:t>
            </a:r>
          </a:p>
          <a:p>
            <a:endParaRPr lang="en-HK" dirty="0"/>
          </a:p>
        </p:txBody>
      </p:sp>
      <p:sp>
        <p:nvSpPr>
          <p:cNvPr id="35" name="TextBox 34">
            <a:extLst>
              <a:ext uri="{FF2B5EF4-FFF2-40B4-BE49-F238E27FC236}">
                <a16:creationId xmlns:a16="http://schemas.microsoft.com/office/drawing/2014/main" id="{71B8495D-272C-5923-5A49-22DB9931A71E}"/>
              </a:ext>
            </a:extLst>
          </p:cNvPr>
          <p:cNvSpPr txBox="1"/>
          <p:nvPr/>
        </p:nvSpPr>
        <p:spPr>
          <a:xfrm>
            <a:off x="7513425" y="4499025"/>
            <a:ext cx="4051183" cy="973536"/>
          </a:xfrm>
          <a:prstGeom prst="rect">
            <a:avLst/>
          </a:prstGeom>
          <a:noFill/>
        </p:spPr>
        <p:txBody>
          <a:bodyPr wrap="square" rtlCol="0">
            <a:spAutoFit/>
          </a:bodyPr>
          <a:lstStyle>
            <a:defPPr>
              <a:defRPr lang="en-US"/>
            </a:defPPr>
            <a:lvl1pPr marL="171450" indent="-171450">
              <a:lnSpc>
                <a:spcPts val="1400"/>
              </a:lnSpc>
              <a:buFont typeface="Wingdings" pitchFamily="2" charset="2"/>
              <a:buChar char="v"/>
              <a:defRPr sz="1000">
                <a:latin typeface="Century Gothic" panose="020B0502020202020204" pitchFamily="34" charset="0"/>
              </a:defRPr>
            </a:lvl1pPr>
          </a:lstStyle>
          <a:p>
            <a:r>
              <a:rPr lang="en-HK" dirty="0"/>
              <a:t>Pay attention to best practices, code organization, and documentation.</a:t>
            </a:r>
          </a:p>
          <a:p>
            <a:endParaRPr lang="en-HK" dirty="0"/>
          </a:p>
          <a:p>
            <a:r>
              <a:rPr lang="en-HK" dirty="0"/>
              <a:t>Create a portfolio website or GitHub repository to showcase my projects and skills.</a:t>
            </a:r>
          </a:p>
        </p:txBody>
      </p:sp>
      <p:sp>
        <p:nvSpPr>
          <p:cNvPr id="2" name="TextBox 1">
            <a:extLst>
              <a:ext uri="{FF2B5EF4-FFF2-40B4-BE49-F238E27FC236}">
                <a16:creationId xmlns:a16="http://schemas.microsoft.com/office/drawing/2014/main" id="{F23695F9-423E-9CF8-5E53-4BA5E8D9C3DD}"/>
              </a:ext>
            </a:extLst>
          </p:cNvPr>
          <p:cNvSpPr txBox="1"/>
          <p:nvPr/>
        </p:nvSpPr>
        <p:spPr>
          <a:xfrm>
            <a:off x="238513" y="3381219"/>
            <a:ext cx="1289135" cy="307777"/>
          </a:xfrm>
          <a:prstGeom prst="rect">
            <a:avLst/>
          </a:prstGeom>
          <a:noFill/>
        </p:spPr>
        <p:txBody>
          <a:bodyPr wrap="none" rtlCol="0">
            <a:spAutoFit/>
          </a:bodyPr>
          <a:lstStyle/>
          <a:p>
            <a:r>
              <a:rPr lang="en-US" sz="1400" b="1" dirty="0">
                <a:gradFill>
                  <a:gsLst>
                    <a:gs pos="0">
                      <a:srgbClr val="54B2DB"/>
                    </a:gs>
                    <a:gs pos="100000">
                      <a:srgbClr val="4983D0"/>
                    </a:gs>
                  </a:gsLst>
                  <a:lin ang="5400000" scaled="1"/>
                </a:gradFill>
                <a:latin typeface="Century Gothic" panose="020B0502020202020204" pitchFamily="34" charset="0"/>
              </a:rPr>
              <a:t>60 – 90 DAYS</a:t>
            </a:r>
          </a:p>
        </p:txBody>
      </p:sp>
      <p:sp>
        <p:nvSpPr>
          <p:cNvPr id="3" name="Rounded Rectangle">
            <a:extLst>
              <a:ext uri="{FF2B5EF4-FFF2-40B4-BE49-F238E27FC236}">
                <a16:creationId xmlns:a16="http://schemas.microsoft.com/office/drawing/2014/main" id="{7400079F-2C0A-C85C-E219-DE1817495ADB}"/>
              </a:ext>
            </a:extLst>
          </p:cNvPr>
          <p:cNvSpPr/>
          <p:nvPr/>
        </p:nvSpPr>
        <p:spPr>
          <a:xfrm>
            <a:off x="2100171" y="964607"/>
            <a:ext cx="21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sym typeface="Helvetica Light"/>
              </a:rPr>
              <a:t>Week 5 &amp; 6:  </a:t>
            </a:r>
            <a:r>
              <a:rPr lang="en-HK" sz="1100" b="1" dirty="0">
                <a:solidFill>
                  <a:schemeClr val="bg1"/>
                </a:solidFill>
                <a:latin typeface="Century Gothic" panose="020B0502020202020204" pitchFamily="34" charset="0"/>
              </a:rPr>
              <a:t>Web Development with ASP.NET</a:t>
            </a:r>
            <a:endParaRPr lang="en-US" sz="1100" b="1" dirty="0">
              <a:solidFill>
                <a:schemeClr val="bg1"/>
              </a:solidFill>
              <a:latin typeface="Century Gothic" panose="020B0502020202020204" pitchFamily="34" charset="0"/>
            </a:endParaRPr>
          </a:p>
        </p:txBody>
      </p:sp>
      <p:sp>
        <p:nvSpPr>
          <p:cNvPr id="5" name="Rounded Rectangle">
            <a:extLst>
              <a:ext uri="{FF2B5EF4-FFF2-40B4-BE49-F238E27FC236}">
                <a16:creationId xmlns:a16="http://schemas.microsoft.com/office/drawing/2014/main" id="{E4B27251-4724-5D23-CD2A-8A3338B624C2}"/>
              </a:ext>
            </a:extLst>
          </p:cNvPr>
          <p:cNvSpPr/>
          <p:nvPr/>
        </p:nvSpPr>
        <p:spPr>
          <a:xfrm>
            <a:off x="4765239" y="976668"/>
            <a:ext cx="21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rPr>
              <a:t>Week 7,8 : Advanced .NET Concepts and Technology Stack</a:t>
            </a:r>
            <a:endParaRPr lang="en-US" sz="1100" b="1" dirty="0">
              <a:solidFill>
                <a:schemeClr val="bg1"/>
              </a:solidFill>
              <a:latin typeface="Century Gothic" panose="020B0502020202020204" pitchFamily="34" charset="0"/>
            </a:endParaRPr>
          </a:p>
        </p:txBody>
      </p:sp>
      <p:sp>
        <p:nvSpPr>
          <p:cNvPr id="6" name="Rounded Rectangle">
            <a:extLst>
              <a:ext uri="{FF2B5EF4-FFF2-40B4-BE49-F238E27FC236}">
                <a16:creationId xmlns:a16="http://schemas.microsoft.com/office/drawing/2014/main" id="{D57AF20B-2FAE-3E73-DB53-2291B4F53AF9}"/>
              </a:ext>
            </a:extLst>
          </p:cNvPr>
          <p:cNvSpPr/>
          <p:nvPr/>
        </p:nvSpPr>
        <p:spPr>
          <a:xfrm>
            <a:off x="7513425" y="976668"/>
            <a:ext cx="3960000" cy="576000"/>
          </a:xfrm>
          <a:prstGeom prst="roundRect">
            <a:avLst>
              <a:gd name="adj" fmla="val 50000"/>
            </a:avLst>
          </a:prstGeom>
          <a:gradFill>
            <a:gsLst>
              <a:gs pos="36000">
                <a:srgbClr val="54B2DB"/>
              </a:gs>
              <a:gs pos="100000">
                <a:srgbClr val="4983D0"/>
              </a:gs>
            </a:gsLst>
            <a:lin ang="2277912"/>
          </a:gradFill>
          <a:ln w="12700">
            <a:miter lim="400000"/>
          </a:ln>
          <a:effectLst/>
        </p:spPr>
        <p:txBody>
          <a:bodyPr lIns="50800" tIns="0" rIns="50800" bIns="0" anchor="ctr"/>
          <a:lstStyle/>
          <a:p>
            <a:pPr algn="ctr"/>
            <a:r>
              <a:rPr lang="en-HK" sz="1100" b="1" dirty="0">
                <a:solidFill>
                  <a:schemeClr val="bg1"/>
                </a:solidFill>
                <a:latin typeface="Century Gothic" panose="020B0502020202020204" pitchFamily="34" charset="0"/>
              </a:rPr>
              <a:t>Week 9 to 12 : Project Development and Showcasing</a:t>
            </a:r>
            <a:endParaRPr lang="en-US" sz="1100" b="1" dirty="0">
              <a:solidFill>
                <a:schemeClr val="bg1"/>
              </a:solidFill>
              <a:latin typeface="Century Gothic" panose="020B0502020202020204" pitchFamily="34" charset="0"/>
            </a:endParaRPr>
          </a:p>
        </p:txBody>
      </p:sp>
      <p:sp>
        <p:nvSpPr>
          <p:cNvPr id="7" name="New York Project">
            <a:extLst>
              <a:ext uri="{FF2B5EF4-FFF2-40B4-BE49-F238E27FC236}">
                <a16:creationId xmlns:a16="http://schemas.microsoft.com/office/drawing/2014/main" id="{706E1D31-17BA-65D6-E975-F860E30FF20B}"/>
              </a:ext>
            </a:extLst>
          </p:cNvPr>
          <p:cNvSpPr txBox="1"/>
          <p:nvPr/>
        </p:nvSpPr>
        <p:spPr>
          <a:xfrm>
            <a:off x="3705720" y="6076819"/>
            <a:ext cx="1784240" cy="25648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r">
              <a:lnSpc>
                <a:spcPct val="100000"/>
              </a:lnSpc>
              <a:defRPr baseline="0">
                <a:solidFill>
                  <a:srgbClr val="475D84"/>
                </a:solidFill>
              </a:defRPr>
            </a:lvl1pPr>
          </a:lstStyle>
          <a:p>
            <a:r>
              <a:rPr lang="en-US" sz="1000" b="1" dirty="0">
                <a:solidFill>
                  <a:srgbClr val="9EAABE"/>
                </a:solidFill>
                <a:latin typeface="Century Gothic" panose="020B0502020202020204" pitchFamily="34" charset="0"/>
              </a:rPr>
              <a:t>60 DAY PLAN</a:t>
            </a:r>
          </a:p>
        </p:txBody>
      </p:sp>
      <p:grpSp>
        <p:nvGrpSpPr>
          <p:cNvPr id="8" name="Group 7">
            <a:extLst>
              <a:ext uri="{FF2B5EF4-FFF2-40B4-BE49-F238E27FC236}">
                <a16:creationId xmlns:a16="http://schemas.microsoft.com/office/drawing/2014/main" id="{2E08017D-5766-F86C-30D9-B007BD0EA96D}"/>
              </a:ext>
            </a:extLst>
          </p:cNvPr>
          <p:cNvGrpSpPr/>
          <p:nvPr/>
        </p:nvGrpSpPr>
        <p:grpSpPr>
          <a:xfrm>
            <a:off x="3515016" y="6188140"/>
            <a:ext cx="936940" cy="68368"/>
            <a:chOff x="1254319" y="5672230"/>
            <a:chExt cx="936940" cy="68368"/>
          </a:xfrm>
        </p:grpSpPr>
        <p:sp>
          <p:nvSpPr>
            <p:cNvPr id="10" name="Circle">
              <a:extLst>
                <a:ext uri="{FF2B5EF4-FFF2-40B4-BE49-F238E27FC236}">
                  <a16:creationId xmlns:a16="http://schemas.microsoft.com/office/drawing/2014/main" id="{FFD8DC2B-DB69-B33C-2C5F-71D8E36D9B0C}"/>
                </a:ext>
              </a:extLst>
            </p:cNvPr>
            <p:cNvSpPr/>
            <p:nvPr/>
          </p:nvSpPr>
          <p:spPr>
            <a:xfrm>
              <a:off x="1254319" y="5672230"/>
              <a:ext cx="68367"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11" name="Circle">
              <a:extLst>
                <a:ext uri="{FF2B5EF4-FFF2-40B4-BE49-F238E27FC236}">
                  <a16:creationId xmlns:a16="http://schemas.microsoft.com/office/drawing/2014/main" id="{CCE28169-CD28-3426-9991-A575218EC5FB}"/>
                </a:ext>
              </a:extLst>
            </p:cNvPr>
            <p:cNvSpPr/>
            <p:nvPr/>
          </p:nvSpPr>
          <p:spPr>
            <a:xfrm>
              <a:off x="1362890" y="5672230"/>
              <a:ext cx="68368"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12" name="Circle">
              <a:extLst>
                <a:ext uri="{FF2B5EF4-FFF2-40B4-BE49-F238E27FC236}">
                  <a16:creationId xmlns:a16="http://schemas.microsoft.com/office/drawing/2014/main" id="{9DED8320-0938-0302-AE9F-07FE99F71C1B}"/>
                </a:ext>
              </a:extLst>
            </p:cNvPr>
            <p:cNvSpPr/>
            <p:nvPr/>
          </p:nvSpPr>
          <p:spPr>
            <a:xfrm>
              <a:off x="1471462" y="5672230"/>
              <a:ext cx="68368"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13" name="Circle">
              <a:extLst>
                <a:ext uri="{FF2B5EF4-FFF2-40B4-BE49-F238E27FC236}">
                  <a16:creationId xmlns:a16="http://schemas.microsoft.com/office/drawing/2014/main" id="{02F55A7F-30EA-DF84-F107-FFF6F8AAD0A8}"/>
                </a:ext>
              </a:extLst>
            </p:cNvPr>
            <p:cNvSpPr/>
            <p:nvPr/>
          </p:nvSpPr>
          <p:spPr>
            <a:xfrm>
              <a:off x="1580034" y="5672230"/>
              <a:ext cx="68367"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14" name="Circle">
              <a:extLst>
                <a:ext uri="{FF2B5EF4-FFF2-40B4-BE49-F238E27FC236}">
                  <a16:creationId xmlns:a16="http://schemas.microsoft.com/office/drawing/2014/main" id="{16B7B238-C5A9-D67A-45D4-9845EF968016}"/>
                </a:ext>
              </a:extLst>
            </p:cNvPr>
            <p:cNvSpPr/>
            <p:nvPr/>
          </p:nvSpPr>
          <p:spPr>
            <a:xfrm>
              <a:off x="1688605" y="5672230"/>
              <a:ext cx="68368"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17" name="Circle">
              <a:extLst>
                <a:ext uri="{FF2B5EF4-FFF2-40B4-BE49-F238E27FC236}">
                  <a16:creationId xmlns:a16="http://schemas.microsoft.com/office/drawing/2014/main" id="{196DD4CB-4CC3-74CE-FC2C-653A9C133079}"/>
                </a:ext>
              </a:extLst>
            </p:cNvPr>
            <p:cNvSpPr/>
            <p:nvPr/>
          </p:nvSpPr>
          <p:spPr>
            <a:xfrm>
              <a:off x="1797177" y="5672230"/>
              <a:ext cx="68368" cy="68368"/>
            </a:xfrm>
            <a:prstGeom prst="ellipse">
              <a:avLst/>
            </a:prstGeom>
            <a:solidFill>
              <a:srgbClr val="00D7A0"/>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20" name="Circle">
              <a:extLst>
                <a:ext uri="{FF2B5EF4-FFF2-40B4-BE49-F238E27FC236}">
                  <a16:creationId xmlns:a16="http://schemas.microsoft.com/office/drawing/2014/main" id="{4ECD1316-F8CF-8D21-E4AB-09178B9CCEDA}"/>
                </a:ext>
              </a:extLst>
            </p:cNvPr>
            <p:cNvSpPr/>
            <p:nvPr/>
          </p:nvSpPr>
          <p:spPr>
            <a:xfrm>
              <a:off x="1905749" y="5672230"/>
              <a:ext cx="68367"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21" name="Circle">
              <a:extLst>
                <a:ext uri="{FF2B5EF4-FFF2-40B4-BE49-F238E27FC236}">
                  <a16:creationId xmlns:a16="http://schemas.microsoft.com/office/drawing/2014/main" id="{3210AA54-EE8B-7A30-CE9F-021B9DE93CA6}"/>
                </a:ext>
              </a:extLst>
            </p:cNvPr>
            <p:cNvSpPr/>
            <p:nvPr/>
          </p:nvSpPr>
          <p:spPr>
            <a:xfrm>
              <a:off x="2014320" y="5672230"/>
              <a:ext cx="68368"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22" name="Circle">
              <a:extLst>
                <a:ext uri="{FF2B5EF4-FFF2-40B4-BE49-F238E27FC236}">
                  <a16:creationId xmlns:a16="http://schemas.microsoft.com/office/drawing/2014/main" id="{915F769D-5F5A-1ACA-D8C5-B48D09AAF032}"/>
                </a:ext>
              </a:extLst>
            </p:cNvPr>
            <p:cNvSpPr/>
            <p:nvPr/>
          </p:nvSpPr>
          <p:spPr>
            <a:xfrm>
              <a:off x="2122891" y="5672230"/>
              <a:ext cx="68368" cy="68368"/>
            </a:xfrm>
            <a:prstGeom prst="ellipse">
              <a:avLst/>
            </a:prstGeom>
            <a:solidFill>
              <a:srgbClr val="9EAABE">
                <a:alpha val="50196"/>
              </a:srgbClr>
            </a:solid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grpSp>
      <p:sp>
        <p:nvSpPr>
          <p:cNvPr id="24" name="New York Project">
            <a:extLst>
              <a:ext uri="{FF2B5EF4-FFF2-40B4-BE49-F238E27FC236}">
                <a16:creationId xmlns:a16="http://schemas.microsoft.com/office/drawing/2014/main" id="{860D1769-2995-DEB8-79D4-367831220DE5}"/>
              </a:ext>
            </a:extLst>
          </p:cNvPr>
          <p:cNvSpPr txBox="1"/>
          <p:nvPr/>
        </p:nvSpPr>
        <p:spPr>
          <a:xfrm>
            <a:off x="8705330" y="6094084"/>
            <a:ext cx="1784240" cy="25648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r">
              <a:lnSpc>
                <a:spcPct val="100000"/>
              </a:lnSpc>
              <a:defRPr baseline="0">
                <a:solidFill>
                  <a:srgbClr val="475D84"/>
                </a:solidFill>
              </a:defRPr>
            </a:lvl1pPr>
          </a:lstStyle>
          <a:p>
            <a:r>
              <a:rPr lang="en-US" sz="1000" b="1" dirty="0">
                <a:solidFill>
                  <a:srgbClr val="9EAABE"/>
                </a:solidFill>
                <a:latin typeface="Century Gothic" panose="020B0502020202020204" pitchFamily="34" charset="0"/>
              </a:rPr>
              <a:t>90 DAY PLAN</a:t>
            </a:r>
          </a:p>
        </p:txBody>
      </p:sp>
      <p:grpSp>
        <p:nvGrpSpPr>
          <p:cNvPr id="27" name="Group 26">
            <a:extLst>
              <a:ext uri="{FF2B5EF4-FFF2-40B4-BE49-F238E27FC236}">
                <a16:creationId xmlns:a16="http://schemas.microsoft.com/office/drawing/2014/main" id="{E08D62C6-85EA-0581-809B-FB7D3919C801}"/>
              </a:ext>
            </a:extLst>
          </p:cNvPr>
          <p:cNvGrpSpPr/>
          <p:nvPr/>
        </p:nvGrpSpPr>
        <p:grpSpPr>
          <a:xfrm>
            <a:off x="8508376" y="6188140"/>
            <a:ext cx="936940" cy="68368"/>
            <a:chOff x="1254319" y="5672230"/>
            <a:chExt cx="936940" cy="68368"/>
          </a:xfrm>
          <a:solidFill>
            <a:srgbClr val="00D7A0"/>
          </a:solidFill>
        </p:grpSpPr>
        <p:sp>
          <p:nvSpPr>
            <p:cNvPr id="28" name="Circle">
              <a:extLst>
                <a:ext uri="{FF2B5EF4-FFF2-40B4-BE49-F238E27FC236}">
                  <a16:creationId xmlns:a16="http://schemas.microsoft.com/office/drawing/2014/main" id="{6196244F-E15E-8014-6FDB-7D2516C76659}"/>
                </a:ext>
              </a:extLst>
            </p:cNvPr>
            <p:cNvSpPr/>
            <p:nvPr/>
          </p:nvSpPr>
          <p:spPr>
            <a:xfrm>
              <a:off x="1254319" y="5672230"/>
              <a:ext cx="68367"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29" name="Circle">
              <a:extLst>
                <a:ext uri="{FF2B5EF4-FFF2-40B4-BE49-F238E27FC236}">
                  <a16:creationId xmlns:a16="http://schemas.microsoft.com/office/drawing/2014/main" id="{50717EEE-DE05-7713-A814-0696038615C3}"/>
                </a:ext>
              </a:extLst>
            </p:cNvPr>
            <p:cNvSpPr/>
            <p:nvPr/>
          </p:nvSpPr>
          <p:spPr>
            <a:xfrm>
              <a:off x="1362890" y="5672230"/>
              <a:ext cx="68368"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33" name="Circle">
              <a:extLst>
                <a:ext uri="{FF2B5EF4-FFF2-40B4-BE49-F238E27FC236}">
                  <a16:creationId xmlns:a16="http://schemas.microsoft.com/office/drawing/2014/main" id="{1906DEEA-3E9F-B0B4-88E9-D3DC07BB312B}"/>
                </a:ext>
              </a:extLst>
            </p:cNvPr>
            <p:cNvSpPr/>
            <p:nvPr/>
          </p:nvSpPr>
          <p:spPr>
            <a:xfrm>
              <a:off x="1471462" y="5672230"/>
              <a:ext cx="68368"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0" name="Circle">
              <a:extLst>
                <a:ext uri="{FF2B5EF4-FFF2-40B4-BE49-F238E27FC236}">
                  <a16:creationId xmlns:a16="http://schemas.microsoft.com/office/drawing/2014/main" id="{09619AD6-1DFA-FFC6-15C4-C247C3638C65}"/>
                </a:ext>
              </a:extLst>
            </p:cNvPr>
            <p:cNvSpPr/>
            <p:nvPr/>
          </p:nvSpPr>
          <p:spPr>
            <a:xfrm>
              <a:off x="1580034" y="5672230"/>
              <a:ext cx="68367"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3" name="Circle">
              <a:extLst>
                <a:ext uri="{FF2B5EF4-FFF2-40B4-BE49-F238E27FC236}">
                  <a16:creationId xmlns:a16="http://schemas.microsoft.com/office/drawing/2014/main" id="{ED990296-FE88-6970-7F6B-3522EC11C404}"/>
                </a:ext>
              </a:extLst>
            </p:cNvPr>
            <p:cNvSpPr/>
            <p:nvPr/>
          </p:nvSpPr>
          <p:spPr>
            <a:xfrm>
              <a:off x="1688605" y="5672230"/>
              <a:ext cx="68368"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7" name="Circle">
              <a:extLst>
                <a:ext uri="{FF2B5EF4-FFF2-40B4-BE49-F238E27FC236}">
                  <a16:creationId xmlns:a16="http://schemas.microsoft.com/office/drawing/2014/main" id="{7A6320E8-78C5-1565-C4FE-4A48B0600B6E}"/>
                </a:ext>
              </a:extLst>
            </p:cNvPr>
            <p:cNvSpPr/>
            <p:nvPr/>
          </p:nvSpPr>
          <p:spPr>
            <a:xfrm>
              <a:off x="1797177" y="5672230"/>
              <a:ext cx="68368"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48" name="Circle">
              <a:extLst>
                <a:ext uri="{FF2B5EF4-FFF2-40B4-BE49-F238E27FC236}">
                  <a16:creationId xmlns:a16="http://schemas.microsoft.com/office/drawing/2014/main" id="{2F3D3EAF-097E-D0C0-7568-ECBE8BC32E93}"/>
                </a:ext>
              </a:extLst>
            </p:cNvPr>
            <p:cNvSpPr/>
            <p:nvPr/>
          </p:nvSpPr>
          <p:spPr>
            <a:xfrm>
              <a:off x="1905749" y="5672230"/>
              <a:ext cx="68367"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52" name="Circle">
              <a:extLst>
                <a:ext uri="{FF2B5EF4-FFF2-40B4-BE49-F238E27FC236}">
                  <a16:creationId xmlns:a16="http://schemas.microsoft.com/office/drawing/2014/main" id="{D15347A5-05F9-14B9-F6EE-0EA76F890DB2}"/>
                </a:ext>
              </a:extLst>
            </p:cNvPr>
            <p:cNvSpPr/>
            <p:nvPr/>
          </p:nvSpPr>
          <p:spPr>
            <a:xfrm>
              <a:off x="2014320" y="5672230"/>
              <a:ext cx="68368"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sp>
          <p:nvSpPr>
            <p:cNvPr id="53" name="Circle">
              <a:extLst>
                <a:ext uri="{FF2B5EF4-FFF2-40B4-BE49-F238E27FC236}">
                  <a16:creationId xmlns:a16="http://schemas.microsoft.com/office/drawing/2014/main" id="{CB82D8F6-12D8-E962-3DAE-82C115A0E200}"/>
                </a:ext>
              </a:extLst>
            </p:cNvPr>
            <p:cNvSpPr/>
            <p:nvPr/>
          </p:nvSpPr>
          <p:spPr>
            <a:xfrm>
              <a:off x="2122891" y="5672230"/>
              <a:ext cx="68368" cy="68368"/>
            </a:xfrm>
            <a:prstGeom prst="ellipse">
              <a:avLst/>
            </a:prstGeom>
            <a:grpFill/>
            <a:ln w="12700" cap="flat">
              <a:noFill/>
              <a:miter lim="400000"/>
            </a:ln>
            <a:effectLst/>
          </p:spPr>
          <p:txBody>
            <a:bodyPr wrap="square" lIns="50800" tIns="50800" rIns="50800" bIns="50800" numCol="1" anchor="ctr">
              <a:noAutofit/>
            </a:bodyPr>
            <a:lstStyle/>
            <a:p>
              <a:pPr algn="ctr">
                <a:lnSpc>
                  <a:spcPct val="100000"/>
                </a:lnSpc>
                <a:defRPr sz="3200" baseline="0">
                  <a:solidFill>
                    <a:srgbClr val="FFFFFF"/>
                  </a:solidFill>
                  <a:latin typeface="Helvetica Light"/>
                  <a:ea typeface="Helvetica Light"/>
                  <a:cs typeface="Helvetica Light"/>
                  <a:sym typeface="Helvetica Light"/>
                </a:defRPr>
              </a:pPr>
              <a:endParaRPr sz="1200"/>
            </a:p>
          </p:txBody>
        </p:sp>
      </p:grpSp>
      <p:grpSp>
        <p:nvGrpSpPr>
          <p:cNvPr id="15" name="Group 14">
            <a:extLst>
              <a:ext uri="{FF2B5EF4-FFF2-40B4-BE49-F238E27FC236}">
                <a16:creationId xmlns:a16="http://schemas.microsoft.com/office/drawing/2014/main" id="{05EEEEF2-28E7-7B3F-D0B9-8DE7DD718892}"/>
              </a:ext>
            </a:extLst>
          </p:cNvPr>
          <p:cNvGrpSpPr/>
          <p:nvPr/>
        </p:nvGrpSpPr>
        <p:grpSpPr>
          <a:xfrm>
            <a:off x="3279083" y="78990"/>
            <a:ext cx="5633835" cy="497628"/>
            <a:chOff x="340355" y="9545"/>
            <a:chExt cx="5633835" cy="497628"/>
          </a:xfrm>
        </p:grpSpPr>
        <p:sp>
          <p:nvSpPr>
            <p:cNvPr id="18" name="TextBox 17">
              <a:extLst>
                <a:ext uri="{FF2B5EF4-FFF2-40B4-BE49-F238E27FC236}">
                  <a16:creationId xmlns:a16="http://schemas.microsoft.com/office/drawing/2014/main" id="{CD5A8183-6999-E449-FDA3-572DF3014C2E}"/>
                </a:ext>
              </a:extLst>
            </p:cNvPr>
            <p:cNvSpPr txBox="1"/>
            <p:nvPr/>
          </p:nvSpPr>
          <p:spPr>
            <a:xfrm>
              <a:off x="1173084" y="9545"/>
              <a:ext cx="4801106" cy="489236"/>
            </a:xfrm>
            <a:prstGeom prst="rect">
              <a:avLst/>
            </a:prstGeom>
            <a:noFill/>
          </p:spPr>
          <p:txBody>
            <a:bodyPr wrap="square" rtlCol="0">
              <a:spAutoFit/>
            </a:bodyPr>
            <a:lstStyle/>
            <a:p>
              <a:pPr>
                <a:lnSpc>
                  <a:spcPts val="3400"/>
                </a:lnSpc>
              </a:pPr>
              <a:r>
                <a:rPr lang="en-US" sz="2500" b="1" dirty="0">
                  <a:latin typeface="Century Gothic" panose="020B0502020202020204" pitchFamily="34" charset="0"/>
                </a:rPr>
                <a:t>Onboarding Learning Plan</a:t>
              </a:r>
            </a:p>
          </p:txBody>
        </p:sp>
        <p:grpSp>
          <p:nvGrpSpPr>
            <p:cNvPr id="25" name="Group 24">
              <a:extLst>
                <a:ext uri="{FF2B5EF4-FFF2-40B4-BE49-F238E27FC236}">
                  <a16:creationId xmlns:a16="http://schemas.microsoft.com/office/drawing/2014/main" id="{8A00A966-5E25-733F-55CC-1A07042AE218}"/>
                </a:ext>
              </a:extLst>
            </p:cNvPr>
            <p:cNvGrpSpPr/>
            <p:nvPr/>
          </p:nvGrpSpPr>
          <p:grpSpPr>
            <a:xfrm>
              <a:off x="340355" y="9545"/>
              <a:ext cx="656923" cy="497628"/>
              <a:chOff x="7554372" y="3220625"/>
              <a:chExt cx="987370" cy="747946"/>
            </a:xfrm>
            <a:solidFill>
              <a:srgbClr val="00B0F0"/>
            </a:solidFill>
            <a:effectLst/>
          </p:grpSpPr>
          <p:sp>
            <p:nvSpPr>
              <p:cNvPr id="26" name="Freeform 25">
                <a:extLst>
                  <a:ext uri="{FF2B5EF4-FFF2-40B4-BE49-F238E27FC236}">
                    <a16:creationId xmlns:a16="http://schemas.microsoft.com/office/drawing/2014/main" id="{E335C45A-C0AC-6BCE-B987-BC0805AC8FB9}"/>
                  </a:ext>
                </a:extLst>
              </p:cNvPr>
              <p:cNvSpPr/>
              <p:nvPr/>
            </p:nvSpPr>
            <p:spPr>
              <a:xfrm>
                <a:off x="7693621" y="3362269"/>
                <a:ext cx="367229" cy="461887"/>
              </a:xfrm>
              <a:custGeom>
                <a:avLst/>
                <a:gdLst>
                  <a:gd name="connsiteX0" fmla="*/ 1749152 w 2754884"/>
                  <a:gd name="connsiteY0" fmla="*/ 0 h 3485604"/>
                  <a:gd name="connsiteX1" fmla="*/ 2727120 w 2754884"/>
                  <a:gd name="connsiteY1" fmla="*/ 297643 h 3485604"/>
                  <a:gd name="connsiteX2" fmla="*/ 2754884 w 2754884"/>
                  <a:gd name="connsiteY2" fmla="*/ 318329 h 3485604"/>
                  <a:gd name="connsiteX3" fmla="*/ 2717953 w 2754884"/>
                  <a:gd name="connsiteY3" fmla="*/ 352196 h 3485604"/>
                  <a:gd name="connsiteX4" fmla="*/ 2439975 w 2754884"/>
                  <a:gd name="connsiteY4" fmla="*/ 692133 h 3485604"/>
                  <a:gd name="connsiteX5" fmla="*/ 2415426 w 2754884"/>
                  <a:gd name="connsiteY5" fmla="*/ 732906 h 3485604"/>
                  <a:gd name="connsiteX6" fmla="*/ 2334302 w 2754884"/>
                  <a:gd name="connsiteY6" fmla="*/ 684329 h 3485604"/>
                  <a:gd name="connsiteX7" fmla="*/ 1753915 w 2754884"/>
                  <a:gd name="connsiteY7" fmla="*/ 539477 h 3485604"/>
                  <a:gd name="connsiteX8" fmla="*/ 561040 w 2754884"/>
                  <a:gd name="connsiteY8" fmla="*/ 1497755 h 3485604"/>
                  <a:gd name="connsiteX9" fmla="*/ 560739 w 2754884"/>
                  <a:gd name="connsiteY9" fmla="*/ 1499702 h 3485604"/>
                  <a:gd name="connsiteX10" fmla="*/ 560289 w 2754884"/>
                  <a:gd name="connsiteY10" fmla="*/ 1501410 h 3485604"/>
                  <a:gd name="connsiteX11" fmla="*/ 535635 w 2754884"/>
                  <a:gd name="connsiteY11" fmla="*/ 1740366 h 3485604"/>
                  <a:gd name="connsiteX12" fmla="*/ 560289 w 2754884"/>
                  <a:gd name="connsiteY12" fmla="*/ 1979322 h 3485604"/>
                  <a:gd name="connsiteX13" fmla="*/ 581224 w 2754884"/>
                  <a:gd name="connsiteY13" fmla="*/ 2058873 h 3485604"/>
                  <a:gd name="connsiteX14" fmla="*/ 591043 w 2754884"/>
                  <a:gd name="connsiteY14" fmla="*/ 2096515 h 3485604"/>
                  <a:gd name="connsiteX15" fmla="*/ 1753915 w 2754884"/>
                  <a:gd name="connsiteY15" fmla="*/ 2939777 h 3485604"/>
                  <a:gd name="connsiteX16" fmla="*/ 2115996 w 2754884"/>
                  <a:gd name="connsiteY16" fmla="*/ 2885821 h 3485604"/>
                  <a:gd name="connsiteX17" fmla="*/ 2221822 w 2754884"/>
                  <a:gd name="connsiteY17" fmla="*/ 2847643 h 3485604"/>
                  <a:gd name="connsiteX18" fmla="*/ 2230086 w 2754884"/>
                  <a:gd name="connsiteY18" fmla="*/ 2870424 h 3485604"/>
                  <a:gd name="connsiteX19" fmla="*/ 2439975 w 2754884"/>
                  <a:gd name="connsiteY19" fmla="*/ 3260589 h 3485604"/>
                  <a:gd name="connsiteX20" fmla="*/ 2485496 w 2754884"/>
                  <a:gd name="connsiteY20" fmla="*/ 3322010 h 3485604"/>
                  <a:gd name="connsiteX21" fmla="*/ 2430001 w 2754884"/>
                  <a:gd name="connsiteY21" fmla="*/ 3348646 h 3485604"/>
                  <a:gd name="connsiteX22" fmla="*/ 1749152 w 2754884"/>
                  <a:gd name="connsiteY22" fmla="*/ 3485604 h 3485604"/>
                  <a:gd name="connsiteX23" fmla="*/ 0 w 2754884"/>
                  <a:gd name="connsiteY23" fmla="*/ 1742802 h 3485604"/>
                  <a:gd name="connsiteX24" fmla="*/ 1749152 w 2754884"/>
                  <a:gd name="connsiteY24" fmla="*/ 0 h 348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54884" h="3485604">
                    <a:moveTo>
                      <a:pt x="1749152" y="0"/>
                    </a:moveTo>
                    <a:cubicBezTo>
                      <a:pt x="2111413" y="0"/>
                      <a:pt x="2447953" y="109727"/>
                      <a:pt x="2727120" y="297643"/>
                    </a:cubicBezTo>
                    <a:lnTo>
                      <a:pt x="2754884" y="318329"/>
                    </a:lnTo>
                    <a:lnTo>
                      <a:pt x="2717953" y="352196"/>
                    </a:lnTo>
                    <a:cubicBezTo>
                      <a:pt x="2614963" y="456111"/>
                      <a:pt x="2521795" y="569937"/>
                      <a:pt x="2439975" y="692133"/>
                    </a:cubicBezTo>
                    <a:lnTo>
                      <a:pt x="2415426" y="732906"/>
                    </a:lnTo>
                    <a:lnTo>
                      <a:pt x="2334302" y="684329"/>
                    </a:lnTo>
                    <a:cubicBezTo>
                      <a:pt x="2161774" y="591950"/>
                      <a:pt x="1964062" y="539477"/>
                      <a:pt x="1753915" y="539477"/>
                    </a:cubicBezTo>
                    <a:cubicBezTo>
                      <a:pt x="1165505" y="539477"/>
                      <a:pt x="674578" y="950867"/>
                      <a:pt x="561040" y="1497755"/>
                    </a:cubicBezTo>
                    <a:lnTo>
                      <a:pt x="560739" y="1499702"/>
                    </a:lnTo>
                    <a:lnTo>
                      <a:pt x="560289" y="1501410"/>
                    </a:lnTo>
                    <a:cubicBezTo>
                      <a:pt x="544124" y="1578595"/>
                      <a:pt x="535635" y="1658512"/>
                      <a:pt x="535635" y="1740366"/>
                    </a:cubicBezTo>
                    <a:cubicBezTo>
                      <a:pt x="535635" y="1822220"/>
                      <a:pt x="544124" y="1902137"/>
                      <a:pt x="560289" y="1979322"/>
                    </a:cubicBezTo>
                    <a:lnTo>
                      <a:pt x="581224" y="2058873"/>
                    </a:lnTo>
                    <a:lnTo>
                      <a:pt x="591043" y="2096515"/>
                    </a:lnTo>
                    <a:cubicBezTo>
                      <a:pt x="745207" y="2585059"/>
                      <a:pt x="1207534" y="2939777"/>
                      <a:pt x="1753915" y="2939777"/>
                    </a:cubicBezTo>
                    <a:cubicBezTo>
                      <a:pt x="1880003" y="2939777"/>
                      <a:pt x="2001615" y="2920887"/>
                      <a:pt x="2115996" y="2885821"/>
                    </a:cubicBezTo>
                    <a:lnTo>
                      <a:pt x="2221822" y="2847643"/>
                    </a:lnTo>
                    <a:lnTo>
                      <a:pt x="2230086" y="2870424"/>
                    </a:lnTo>
                    <a:cubicBezTo>
                      <a:pt x="2287684" y="3007824"/>
                      <a:pt x="2358156" y="3138392"/>
                      <a:pt x="2439975" y="3260589"/>
                    </a:cubicBezTo>
                    <a:lnTo>
                      <a:pt x="2485496" y="3322010"/>
                    </a:lnTo>
                    <a:lnTo>
                      <a:pt x="2430001" y="3348646"/>
                    </a:lnTo>
                    <a:cubicBezTo>
                      <a:pt x="2220735" y="3436837"/>
                      <a:pt x="1990660" y="3485604"/>
                      <a:pt x="1749152" y="3485604"/>
                    </a:cubicBezTo>
                    <a:cubicBezTo>
                      <a:pt x="783122" y="3485604"/>
                      <a:pt x="0" y="2705325"/>
                      <a:pt x="0" y="1742802"/>
                    </a:cubicBezTo>
                    <a:cubicBezTo>
                      <a:pt x="0" y="780279"/>
                      <a:pt x="783122" y="0"/>
                      <a:pt x="1749152"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30" name="Freeform 29">
                <a:extLst>
                  <a:ext uri="{FF2B5EF4-FFF2-40B4-BE49-F238E27FC236}">
                    <a16:creationId xmlns:a16="http://schemas.microsoft.com/office/drawing/2014/main" id="{040D41F1-6A26-6D8E-1FBF-0C481185F705}"/>
                  </a:ext>
                </a:extLst>
              </p:cNvPr>
              <p:cNvSpPr/>
              <p:nvPr/>
            </p:nvSpPr>
            <p:spPr>
              <a:xfrm>
                <a:off x="7839552" y="3505592"/>
                <a:ext cx="144715" cy="172930"/>
              </a:xfrm>
              <a:custGeom>
                <a:avLst/>
                <a:gdLst>
                  <a:gd name="connsiteX0" fmla="*/ 651454 w 1065402"/>
                  <a:gd name="connsiteY0" fmla="*/ 0 h 1267982"/>
                  <a:gd name="connsiteX1" fmla="*/ 1015688 w 1065402"/>
                  <a:gd name="connsiteY1" fmla="*/ 108276 h 1267982"/>
                  <a:gd name="connsiteX2" fmla="*/ 1065402 w 1065402"/>
                  <a:gd name="connsiteY2" fmla="*/ 148194 h 1267982"/>
                  <a:gd name="connsiteX3" fmla="*/ 1051074 w 1065402"/>
                  <a:gd name="connsiteY3" fmla="*/ 187692 h 1267982"/>
                  <a:gd name="connsiteX4" fmla="*/ 948728 w 1065402"/>
                  <a:gd name="connsiteY4" fmla="*/ 870725 h 1267982"/>
                  <a:gd name="connsiteX5" fmla="*/ 960481 w 1065402"/>
                  <a:gd name="connsiteY5" fmla="*/ 1105571 h 1267982"/>
                  <a:gd name="connsiteX6" fmla="*/ 972149 w 1065402"/>
                  <a:gd name="connsiteY6" fmla="*/ 1182705 h 1267982"/>
                  <a:gd name="connsiteX7" fmla="*/ 905029 w 1065402"/>
                  <a:gd name="connsiteY7" fmla="*/ 1218160 h 1267982"/>
                  <a:gd name="connsiteX8" fmla="*/ 651454 w 1065402"/>
                  <a:gd name="connsiteY8" fmla="*/ 1267982 h 1267982"/>
                  <a:gd name="connsiteX9" fmla="*/ 0 w 1065402"/>
                  <a:gd name="connsiteY9" fmla="*/ 633991 h 1267982"/>
                  <a:gd name="connsiteX10" fmla="*/ 651454 w 1065402"/>
                  <a:gd name="connsiteY10" fmla="*/ 0 h 1267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5402" h="1267982">
                    <a:moveTo>
                      <a:pt x="651454" y="0"/>
                    </a:moveTo>
                    <a:cubicBezTo>
                      <a:pt x="786375" y="0"/>
                      <a:pt x="911715" y="39916"/>
                      <a:pt x="1015688" y="108276"/>
                    </a:cubicBezTo>
                    <a:lnTo>
                      <a:pt x="1065402" y="148194"/>
                    </a:lnTo>
                    <a:lnTo>
                      <a:pt x="1051074" y="187692"/>
                    </a:lnTo>
                    <a:cubicBezTo>
                      <a:pt x="984560" y="403462"/>
                      <a:pt x="948728" y="632872"/>
                      <a:pt x="948728" y="870725"/>
                    </a:cubicBezTo>
                    <a:cubicBezTo>
                      <a:pt x="948728" y="950010"/>
                      <a:pt x="952709" y="1028356"/>
                      <a:pt x="960481" y="1105571"/>
                    </a:cubicBezTo>
                    <a:lnTo>
                      <a:pt x="972149" y="1182705"/>
                    </a:lnTo>
                    <a:lnTo>
                      <a:pt x="905029" y="1218160"/>
                    </a:lnTo>
                    <a:cubicBezTo>
                      <a:pt x="827091" y="1250242"/>
                      <a:pt x="741401" y="1267982"/>
                      <a:pt x="651454" y="1267982"/>
                    </a:cubicBezTo>
                    <a:cubicBezTo>
                      <a:pt x="291666" y="1267982"/>
                      <a:pt x="0" y="984135"/>
                      <a:pt x="0" y="633991"/>
                    </a:cubicBezTo>
                    <a:cubicBezTo>
                      <a:pt x="0" y="283847"/>
                      <a:pt x="291666" y="0"/>
                      <a:pt x="651454"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31" name="Freeform 30">
                <a:extLst>
                  <a:ext uri="{FF2B5EF4-FFF2-40B4-BE49-F238E27FC236}">
                    <a16:creationId xmlns:a16="http://schemas.microsoft.com/office/drawing/2014/main" id="{B586CCAD-219D-DB78-37F7-F8F079CC7DB2}"/>
                  </a:ext>
                </a:extLst>
              </p:cNvPr>
              <p:cNvSpPr/>
              <p:nvPr/>
            </p:nvSpPr>
            <p:spPr>
              <a:xfrm>
                <a:off x="7554372" y="3220625"/>
                <a:ext cx="643410" cy="747946"/>
              </a:xfrm>
              <a:custGeom>
                <a:avLst/>
                <a:gdLst>
                  <a:gd name="connsiteX0" fmla="*/ 2876550 w 4931908"/>
                  <a:gd name="connsiteY0" fmla="*/ 0 h 5733184"/>
                  <a:gd name="connsiteX1" fmla="*/ 4910578 w 4931908"/>
                  <a:gd name="connsiteY1" fmla="*/ 839605 h 5733184"/>
                  <a:gd name="connsiteX2" fmla="*/ 4931908 w 4931908"/>
                  <a:gd name="connsiteY2" fmla="*/ 862992 h 5733184"/>
                  <a:gd name="connsiteX3" fmla="*/ 4778108 w 4931908"/>
                  <a:gd name="connsiteY3" fmla="*/ 902893 h 5733184"/>
                  <a:gd name="connsiteX4" fmla="*/ 4369959 w 4931908"/>
                  <a:gd name="connsiteY4" fmla="*/ 1076853 h 5733184"/>
                  <a:gd name="connsiteX5" fmla="*/ 4354070 w 4931908"/>
                  <a:gd name="connsiteY5" fmla="*/ 1086593 h 5733184"/>
                  <a:gd name="connsiteX6" fmla="*/ 4348834 w 4931908"/>
                  <a:gd name="connsiteY6" fmla="*/ 1081847 h 5733184"/>
                  <a:gd name="connsiteX7" fmla="*/ 2876550 w 4931908"/>
                  <a:gd name="connsiteY7" fmla="*/ 554760 h 5733184"/>
                  <a:gd name="connsiteX8" fmla="*/ 561975 w 4931908"/>
                  <a:gd name="connsiteY8" fmla="*/ 2862985 h 5733184"/>
                  <a:gd name="connsiteX9" fmla="*/ 2876550 w 4931908"/>
                  <a:gd name="connsiteY9" fmla="*/ 5171210 h 5733184"/>
                  <a:gd name="connsiteX10" fmla="*/ 3979814 w 4931908"/>
                  <a:gd name="connsiteY10" fmla="*/ 4892620 h 5733184"/>
                  <a:gd name="connsiteX11" fmla="*/ 4012295 w 4931908"/>
                  <a:gd name="connsiteY11" fmla="*/ 4872942 h 5733184"/>
                  <a:gd name="connsiteX12" fmla="*/ 4182263 w 4931908"/>
                  <a:gd name="connsiteY12" fmla="*/ 5001183 h 5733184"/>
                  <a:gd name="connsiteX13" fmla="*/ 4369959 w 4931908"/>
                  <a:gd name="connsiteY13" fmla="*/ 5116235 h 5733184"/>
                  <a:gd name="connsiteX14" fmla="*/ 4542956 w 4931908"/>
                  <a:gd name="connsiteY14" fmla="*/ 5200320 h 5733184"/>
                  <a:gd name="connsiteX15" fmla="*/ 4484857 w 4931908"/>
                  <a:gd name="connsiteY15" fmla="*/ 5243615 h 5733184"/>
                  <a:gd name="connsiteX16" fmla="*/ 2876550 w 4931908"/>
                  <a:gd name="connsiteY16" fmla="*/ 5733184 h 5733184"/>
                  <a:gd name="connsiteX17" fmla="*/ 0 w 4931908"/>
                  <a:gd name="connsiteY17" fmla="*/ 2866592 h 5733184"/>
                  <a:gd name="connsiteX18" fmla="*/ 2876550 w 4931908"/>
                  <a:gd name="connsiteY18" fmla="*/ 0 h 573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31908" h="5733184">
                    <a:moveTo>
                      <a:pt x="2876550" y="0"/>
                    </a:moveTo>
                    <a:cubicBezTo>
                      <a:pt x="3670888" y="0"/>
                      <a:pt x="4390025" y="320854"/>
                      <a:pt x="4910578" y="839605"/>
                    </a:cubicBezTo>
                    <a:lnTo>
                      <a:pt x="4931908" y="862992"/>
                    </a:lnTo>
                    <a:lnTo>
                      <a:pt x="4778108" y="902893"/>
                    </a:lnTo>
                    <a:cubicBezTo>
                      <a:pt x="4635542" y="947634"/>
                      <a:pt x="4498984" y="1006134"/>
                      <a:pt x="4369959" y="1076853"/>
                    </a:cubicBezTo>
                    <a:lnTo>
                      <a:pt x="4354070" y="1086593"/>
                    </a:lnTo>
                    <a:lnTo>
                      <a:pt x="4348834" y="1081847"/>
                    </a:lnTo>
                    <a:cubicBezTo>
                      <a:pt x="3948740" y="752565"/>
                      <a:pt x="3435808" y="554760"/>
                      <a:pt x="2876550" y="554760"/>
                    </a:cubicBezTo>
                    <a:cubicBezTo>
                      <a:pt x="1598246" y="554760"/>
                      <a:pt x="561975" y="1588188"/>
                      <a:pt x="561975" y="2862985"/>
                    </a:cubicBezTo>
                    <a:cubicBezTo>
                      <a:pt x="561975" y="4137782"/>
                      <a:pt x="1598246" y="5171210"/>
                      <a:pt x="2876550" y="5171210"/>
                    </a:cubicBezTo>
                    <a:cubicBezTo>
                      <a:pt x="3276020" y="5171210"/>
                      <a:pt x="3651854" y="5070290"/>
                      <a:pt x="3979814" y="4892620"/>
                    </a:cubicBezTo>
                    <a:lnTo>
                      <a:pt x="4012295" y="4872942"/>
                    </a:lnTo>
                    <a:lnTo>
                      <a:pt x="4182263" y="5001183"/>
                    </a:lnTo>
                    <a:cubicBezTo>
                      <a:pt x="4242818" y="5042460"/>
                      <a:pt x="4305447" y="5080875"/>
                      <a:pt x="4369959" y="5116235"/>
                    </a:cubicBezTo>
                    <a:lnTo>
                      <a:pt x="4542956" y="5200320"/>
                    </a:lnTo>
                    <a:lnTo>
                      <a:pt x="4484857" y="5243615"/>
                    </a:lnTo>
                    <a:cubicBezTo>
                      <a:pt x="4025756" y="5552704"/>
                      <a:pt x="3472303" y="5733184"/>
                      <a:pt x="2876550" y="5733184"/>
                    </a:cubicBezTo>
                    <a:cubicBezTo>
                      <a:pt x="1287875" y="5733184"/>
                      <a:pt x="0" y="4449767"/>
                      <a:pt x="0" y="2866592"/>
                    </a:cubicBezTo>
                    <a:cubicBezTo>
                      <a:pt x="0" y="1283417"/>
                      <a:pt x="1287875" y="0"/>
                      <a:pt x="2876550"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36" name="Freeform 35">
                <a:extLst>
                  <a:ext uri="{FF2B5EF4-FFF2-40B4-BE49-F238E27FC236}">
                    <a16:creationId xmlns:a16="http://schemas.microsoft.com/office/drawing/2014/main" id="{707878AB-92CE-4B96-89B4-877561DCA80F}"/>
                  </a:ext>
                </a:extLst>
              </p:cNvPr>
              <p:cNvSpPr/>
              <p:nvPr/>
            </p:nvSpPr>
            <p:spPr>
              <a:xfrm>
                <a:off x="7983958" y="3335278"/>
                <a:ext cx="557784" cy="566928"/>
              </a:xfrm>
              <a:custGeom>
                <a:avLst/>
                <a:gdLst/>
                <a:ahLst/>
                <a:cxnLst/>
                <a:rect l="l" t="t" r="r" b="b"/>
                <a:pathLst>
                  <a:path w="3099162" h="3143008">
                    <a:moveTo>
                      <a:pt x="1999064" y="1245778"/>
                    </a:moveTo>
                    <a:lnTo>
                      <a:pt x="2001216" y="1245778"/>
                    </a:lnTo>
                    <a:cubicBezTo>
                      <a:pt x="2006731" y="1272090"/>
                      <a:pt x="2012649" y="1301297"/>
                      <a:pt x="2018972" y="1333398"/>
                    </a:cubicBezTo>
                    <a:cubicBezTo>
                      <a:pt x="2025294" y="1365498"/>
                      <a:pt x="2031212" y="1394436"/>
                      <a:pt x="2036727" y="1420211"/>
                    </a:cubicBezTo>
                    <a:lnTo>
                      <a:pt x="2073315" y="1587107"/>
                    </a:lnTo>
                    <a:lnTo>
                      <a:pt x="1926964" y="1587107"/>
                    </a:lnTo>
                    <a:lnTo>
                      <a:pt x="1964628" y="1420277"/>
                    </a:lnTo>
                    <a:cubicBezTo>
                      <a:pt x="1969627" y="1395412"/>
                      <a:pt x="1975232" y="1366725"/>
                      <a:pt x="1981442" y="1334213"/>
                    </a:cubicBezTo>
                    <a:cubicBezTo>
                      <a:pt x="1987652" y="1301702"/>
                      <a:pt x="1993526" y="1272223"/>
                      <a:pt x="1999064" y="1245778"/>
                    </a:cubicBezTo>
                    <a:close/>
                    <a:moveTo>
                      <a:pt x="1275811" y="1236091"/>
                    </a:moveTo>
                    <a:cubicBezTo>
                      <a:pt x="1308115" y="1236695"/>
                      <a:pt x="1335035" y="1249003"/>
                      <a:pt x="1356572" y="1273014"/>
                    </a:cubicBezTo>
                    <a:cubicBezTo>
                      <a:pt x="1378108" y="1297025"/>
                      <a:pt x="1394260" y="1329110"/>
                      <a:pt x="1405029" y="1369270"/>
                    </a:cubicBezTo>
                    <a:cubicBezTo>
                      <a:pt x="1415797" y="1409430"/>
                      <a:pt x="1421181" y="1454035"/>
                      <a:pt x="1421181" y="1503086"/>
                    </a:cubicBezTo>
                    <a:cubicBezTo>
                      <a:pt x="1421114" y="1585737"/>
                      <a:pt x="1408865" y="1652171"/>
                      <a:pt x="1384434" y="1702390"/>
                    </a:cubicBezTo>
                    <a:cubicBezTo>
                      <a:pt x="1360004" y="1752608"/>
                      <a:pt x="1323796" y="1778401"/>
                      <a:pt x="1275811" y="1779769"/>
                    </a:cubicBezTo>
                    <a:cubicBezTo>
                      <a:pt x="1227623" y="1778334"/>
                      <a:pt x="1190742" y="1752675"/>
                      <a:pt x="1165168" y="1702793"/>
                    </a:cubicBezTo>
                    <a:cubicBezTo>
                      <a:pt x="1139594" y="1652911"/>
                      <a:pt x="1126941" y="1587419"/>
                      <a:pt x="1127210" y="1506316"/>
                    </a:cubicBezTo>
                    <a:cubicBezTo>
                      <a:pt x="1127170" y="1457903"/>
                      <a:pt x="1132514" y="1413337"/>
                      <a:pt x="1143242" y="1372619"/>
                    </a:cubicBezTo>
                    <a:cubicBezTo>
                      <a:pt x="1153971" y="1331901"/>
                      <a:pt x="1170322" y="1299138"/>
                      <a:pt x="1192297" y="1274330"/>
                    </a:cubicBezTo>
                    <a:cubicBezTo>
                      <a:pt x="1214272" y="1249522"/>
                      <a:pt x="1242110" y="1236775"/>
                      <a:pt x="1275811" y="1236091"/>
                    </a:cubicBezTo>
                    <a:close/>
                    <a:moveTo>
                      <a:pt x="2444423" y="1091998"/>
                    </a:moveTo>
                    <a:lnTo>
                      <a:pt x="2444423" y="1923862"/>
                    </a:lnTo>
                    <a:lnTo>
                      <a:pt x="2909261" y="1923862"/>
                    </a:lnTo>
                    <a:lnTo>
                      <a:pt x="2909261" y="1763625"/>
                    </a:lnTo>
                    <a:lnTo>
                      <a:pt x="2633722" y="1763625"/>
                    </a:lnTo>
                    <a:lnTo>
                      <a:pt x="2633722" y="1091998"/>
                    </a:lnTo>
                    <a:close/>
                    <a:moveTo>
                      <a:pt x="1887148" y="1091998"/>
                    </a:moveTo>
                    <a:lnTo>
                      <a:pt x="1667621" y="1923862"/>
                    </a:lnTo>
                    <a:lnTo>
                      <a:pt x="1859169" y="1923862"/>
                    </a:lnTo>
                    <a:lnTo>
                      <a:pt x="1904366" y="1730124"/>
                    </a:lnTo>
                    <a:lnTo>
                      <a:pt x="2095914" y="1730124"/>
                    </a:lnTo>
                    <a:lnTo>
                      <a:pt x="2144338" y="1923862"/>
                    </a:lnTo>
                    <a:lnTo>
                      <a:pt x="2340190" y="1923862"/>
                    </a:lnTo>
                    <a:lnTo>
                      <a:pt x="2127121" y="1091998"/>
                    </a:lnTo>
                    <a:close/>
                    <a:moveTo>
                      <a:pt x="623157" y="1084463"/>
                    </a:moveTo>
                    <a:cubicBezTo>
                      <a:pt x="544305" y="1084455"/>
                      <a:pt x="472668" y="1100364"/>
                      <a:pt x="408246" y="1132192"/>
                    </a:cubicBezTo>
                    <a:cubicBezTo>
                      <a:pt x="343825" y="1164019"/>
                      <a:pt x="292385" y="1211815"/>
                      <a:pt x="253927" y="1275579"/>
                    </a:cubicBezTo>
                    <a:cubicBezTo>
                      <a:pt x="215469" y="1339344"/>
                      <a:pt x="195760" y="1419128"/>
                      <a:pt x="194799" y="1514931"/>
                    </a:cubicBezTo>
                    <a:cubicBezTo>
                      <a:pt x="194844" y="1580620"/>
                      <a:pt x="204435" y="1640807"/>
                      <a:pt x="223571" y="1695493"/>
                    </a:cubicBezTo>
                    <a:cubicBezTo>
                      <a:pt x="242708" y="1750178"/>
                      <a:pt x="271122" y="1795834"/>
                      <a:pt x="308813" y="1832461"/>
                    </a:cubicBezTo>
                    <a:cubicBezTo>
                      <a:pt x="341978" y="1864812"/>
                      <a:pt x="382693" y="1889367"/>
                      <a:pt x="430957" y="1906125"/>
                    </a:cubicBezTo>
                    <a:cubicBezTo>
                      <a:pt x="479222" y="1922883"/>
                      <a:pt x="536110" y="1931307"/>
                      <a:pt x="601620" y="1931397"/>
                    </a:cubicBezTo>
                    <a:cubicBezTo>
                      <a:pt x="647432" y="1930881"/>
                      <a:pt x="691684" y="1926535"/>
                      <a:pt x="734376" y="1918358"/>
                    </a:cubicBezTo>
                    <a:cubicBezTo>
                      <a:pt x="777068" y="1910180"/>
                      <a:pt x="811353" y="1901263"/>
                      <a:pt x="837231" y="1891607"/>
                    </a:cubicBezTo>
                    <a:lnTo>
                      <a:pt x="837231" y="1445032"/>
                    </a:lnTo>
                    <a:lnTo>
                      <a:pt x="559622" y="1445032"/>
                    </a:lnTo>
                    <a:lnTo>
                      <a:pt x="559622" y="1594507"/>
                    </a:lnTo>
                    <a:lnTo>
                      <a:pt x="658695" y="1594507"/>
                    </a:lnTo>
                    <a:lnTo>
                      <a:pt x="658695" y="1769001"/>
                    </a:lnTo>
                    <a:cubicBezTo>
                      <a:pt x="653198" y="1771671"/>
                      <a:pt x="645345" y="1773601"/>
                      <a:pt x="635138" y="1774790"/>
                    </a:cubicBezTo>
                    <a:cubicBezTo>
                      <a:pt x="624930" y="1775979"/>
                      <a:pt x="613039" y="1776563"/>
                      <a:pt x="599466" y="1776540"/>
                    </a:cubicBezTo>
                    <a:cubicBezTo>
                      <a:pt x="540956" y="1776672"/>
                      <a:pt x="492408" y="1755135"/>
                      <a:pt x="453820" y="1711930"/>
                    </a:cubicBezTo>
                    <a:cubicBezTo>
                      <a:pt x="415232" y="1668724"/>
                      <a:pt x="395220" y="1603058"/>
                      <a:pt x="393785" y="1514931"/>
                    </a:cubicBezTo>
                    <a:cubicBezTo>
                      <a:pt x="395220" y="1420875"/>
                      <a:pt x="417655" y="1352514"/>
                      <a:pt x="461089" y="1309848"/>
                    </a:cubicBezTo>
                    <a:cubicBezTo>
                      <a:pt x="504522" y="1267181"/>
                      <a:pt x="560340" y="1246183"/>
                      <a:pt x="628542" y="1246854"/>
                    </a:cubicBezTo>
                    <a:cubicBezTo>
                      <a:pt x="663179" y="1247011"/>
                      <a:pt x="692632" y="1249659"/>
                      <a:pt x="716903" y="1254797"/>
                    </a:cubicBezTo>
                    <a:cubicBezTo>
                      <a:pt x="741173" y="1259935"/>
                      <a:pt x="762282" y="1266621"/>
                      <a:pt x="780229" y="1274856"/>
                    </a:cubicBezTo>
                    <a:lnTo>
                      <a:pt x="815721" y="1117801"/>
                    </a:lnTo>
                    <a:cubicBezTo>
                      <a:pt x="797147" y="1108884"/>
                      <a:pt x="771377" y="1101177"/>
                      <a:pt x="738412" y="1094680"/>
                    </a:cubicBezTo>
                    <a:cubicBezTo>
                      <a:pt x="705447" y="1088183"/>
                      <a:pt x="667029" y="1084777"/>
                      <a:pt x="623157" y="1084463"/>
                    </a:cubicBezTo>
                    <a:close/>
                    <a:moveTo>
                      <a:pt x="1281195" y="1080158"/>
                    </a:moveTo>
                    <a:cubicBezTo>
                      <a:pt x="1206350" y="1081113"/>
                      <a:pt x="1142677" y="1100836"/>
                      <a:pt x="1090173" y="1139326"/>
                    </a:cubicBezTo>
                    <a:cubicBezTo>
                      <a:pt x="1037670" y="1177817"/>
                      <a:pt x="997606" y="1229346"/>
                      <a:pt x="969980" y="1293914"/>
                    </a:cubicBezTo>
                    <a:cubicBezTo>
                      <a:pt x="942354" y="1358482"/>
                      <a:pt x="928435" y="1430359"/>
                      <a:pt x="928224" y="1509546"/>
                    </a:cubicBezTo>
                    <a:cubicBezTo>
                      <a:pt x="928190" y="1586659"/>
                      <a:pt x="940687" y="1657300"/>
                      <a:pt x="965717" y="1721469"/>
                    </a:cubicBezTo>
                    <a:cubicBezTo>
                      <a:pt x="990746" y="1785638"/>
                      <a:pt x="1028512" y="1837127"/>
                      <a:pt x="1079015" y="1875936"/>
                    </a:cubicBezTo>
                    <a:cubicBezTo>
                      <a:pt x="1129518" y="1914745"/>
                      <a:pt x="1192963" y="1934667"/>
                      <a:pt x="1269350" y="1935702"/>
                    </a:cubicBezTo>
                    <a:cubicBezTo>
                      <a:pt x="1375804" y="1935507"/>
                      <a:pt x="1460513" y="1898527"/>
                      <a:pt x="1523476" y="1824762"/>
                    </a:cubicBezTo>
                    <a:cubicBezTo>
                      <a:pt x="1586438" y="1750997"/>
                      <a:pt x="1618669" y="1641619"/>
                      <a:pt x="1620166" y="1496627"/>
                    </a:cubicBezTo>
                    <a:cubicBezTo>
                      <a:pt x="1620466" y="1427767"/>
                      <a:pt x="1609111" y="1361791"/>
                      <a:pt x="1586100" y="1298699"/>
                    </a:cubicBezTo>
                    <a:cubicBezTo>
                      <a:pt x="1563089" y="1235606"/>
                      <a:pt x="1526625" y="1183758"/>
                      <a:pt x="1476706" y="1143154"/>
                    </a:cubicBezTo>
                    <a:cubicBezTo>
                      <a:pt x="1426788" y="1102550"/>
                      <a:pt x="1361618" y="1081552"/>
                      <a:pt x="1281195" y="1080158"/>
                    </a:cubicBezTo>
                    <a:close/>
                    <a:moveTo>
                      <a:pt x="1549581" y="0"/>
                    </a:moveTo>
                    <a:cubicBezTo>
                      <a:pt x="2405391" y="0"/>
                      <a:pt x="3099162" y="703586"/>
                      <a:pt x="3099162" y="1571504"/>
                    </a:cubicBezTo>
                    <a:cubicBezTo>
                      <a:pt x="3099162" y="2439422"/>
                      <a:pt x="2405391" y="3143008"/>
                      <a:pt x="1549581" y="3143008"/>
                    </a:cubicBezTo>
                    <a:cubicBezTo>
                      <a:pt x="693771" y="3143008"/>
                      <a:pt x="0" y="2439422"/>
                      <a:pt x="0" y="1571504"/>
                    </a:cubicBezTo>
                    <a:cubicBezTo>
                      <a:pt x="0" y="703586"/>
                      <a:pt x="693771" y="0"/>
                      <a:pt x="1549581"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sp>
        <p:nvSpPr>
          <p:cNvPr id="37" name="TextBox 36">
            <a:extLst>
              <a:ext uri="{FF2B5EF4-FFF2-40B4-BE49-F238E27FC236}">
                <a16:creationId xmlns:a16="http://schemas.microsoft.com/office/drawing/2014/main" id="{D65DC08F-4143-F752-16C5-53D8EA493FA0}"/>
              </a:ext>
            </a:extLst>
          </p:cNvPr>
          <p:cNvSpPr txBox="1"/>
          <p:nvPr/>
        </p:nvSpPr>
        <p:spPr>
          <a:xfrm>
            <a:off x="-48923" y="6425253"/>
            <a:ext cx="12240923" cy="432747"/>
          </a:xfrm>
          <a:prstGeom prst="rect">
            <a:avLst/>
          </a:prstGeom>
          <a:noFill/>
        </p:spPr>
        <p:txBody>
          <a:bodyPr wrap="square" rtlCol="0">
            <a:spAutoFit/>
          </a:bodyPr>
          <a:lstStyle>
            <a:defPPr>
              <a:defRPr lang="en-US"/>
            </a:defPPr>
            <a:lvl1pPr algn="ctr">
              <a:lnSpc>
                <a:spcPts val="1400"/>
              </a:lnSpc>
              <a:defRPr sz="800">
                <a:latin typeface="Century Gothic" panose="020B0502020202020204" pitchFamily="34" charset="0"/>
              </a:defRPr>
            </a:lvl1pPr>
          </a:lstStyle>
          <a:p>
            <a:r>
              <a:rPr lang="en-HK" dirty="0"/>
              <a:t>Note: By setting weekly learning objectives and goals, you can track my progress, and I can showcase my achievements to my manager regularly. </a:t>
            </a:r>
            <a:r>
              <a:rPr lang="en-HK" dirty="0">
                <a:solidFill>
                  <a:srgbClr val="000000"/>
                </a:solidFill>
                <a:latin typeface="-apple-system"/>
              </a:rPr>
              <a:t>T</a:t>
            </a:r>
            <a:r>
              <a:rPr lang="en-HK" b="0" i="0" dirty="0">
                <a:solidFill>
                  <a:srgbClr val="000000"/>
                </a:solidFill>
                <a:effectLst/>
                <a:latin typeface="-apple-system"/>
              </a:rPr>
              <a:t>his plan is a guideline, and I may be required to adjust it based on onboarding formalities, priorities and learning pace. Focus on refreshing and reinforcing your knowledge of Kafka, MongoDB or MySQL, Docker, and Open Shift while learning the .NET stack.</a:t>
            </a:r>
            <a:r>
              <a:rPr lang="en-HK" dirty="0"/>
              <a:t> </a:t>
            </a:r>
            <a:endParaRPr lang="en-US" dirty="0"/>
          </a:p>
        </p:txBody>
      </p:sp>
    </p:spTree>
    <p:extLst>
      <p:ext uri="{BB962C8B-B14F-4D97-AF65-F5344CB8AC3E}">
        <p14:creationId xmlns:p14="http://schemas.microsoft.com/office/powerpoint/2010/main" val="1149383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par>
                                <p:cTn id="8" presetID="55" presetClass="entr" presetSubtype="0" fill="hold" nodeType="withEffect">
                                  <p:stCondLst>
                                    <p:cond delay="0"/>
                                  </p:stCondLst>
                                  <p:childTnLst>
                                    <p:set>
                                      <p:cBhvr>
                                        <p:cTn id="9" dur="1" fill="hold">
                                          <p:stCondLst>
                                            <p:cond delay="0"/>
                                          </p:stCondLst>
                                        </p:cTn>
                                        <p:tgtEl>
                                          <p:spTgt spid="1034"/>
                                        </p:tgtEl>
                                        <p:attrNameLst>
                                          <p:attrName>style.visibility</p:attrName>
                                        </p:attrNameLst>
                                      </p:cBhvr>
                                      <p:to>
                                        <p:strVal val="visible"/>
                                      </p:to>
                                    </p:set>
                                    <p:anim calcmode="lin" valueType="num">
                                      <p:cBhvr>
                                        <p:cTn id="10" dur="1000" fill="hold"/>
                                        <p:tgtEl>
                                          <p:spTgt spid="1034"/>
                                        </p:tgtEl>
                                        <p:attrNameLst>
                                          <p:attrName>ppt_w</p:attrName>
                                        </p:attrNameLst>
                                      </p:cBhvr>
                                      <p:tavLst>
                                        <p:tav tm="0">
                                          <p:val>
                                            <p:strVal val="#ppt_w*0.70"/>
                                          </p:val>
                                        </p:tav>
                                        <p:tav tm="100000">
                                          <p:val>
                                            <p:strVal val="#ppt_w"/>
                                          </p:val>
                                        </p:tav>
                                      </p:tavLst>
                                    </p:anim>
                                    <p:anim calcmode="lin" valueType="num">
                                      <p:cBhvr>
                                        <p:cTn id="11" dur="1000" fill="hold"/>
                                        <p:tgtEl>
                                          <p:spTgt spid="1034"/>
                                        </p:tgtEl>
                                        <p:attrNameLst>
                                          <p:attrName>ppt_h</p:attrName>
                                        </p:attrNameLst>
                                      </p:cBhvr>
                                      <p:tavLst>
                                        <p:tav tm="0">
                                          <p:val>
                                            <p:strVal val="#ppt_h"/>
                                          </p:val>
                                        </p:tav>
                                        <p:tav tm="100000">
                                          <p:val>
                                            <p:strVal val="#ppt_h"/>
                                          </p:val>
                                        </p:tav>
                                      </p:tavLst>
                                    </p:anim>
                                    <p:animEffect transition="in" filter="fade">
                                      <p:cBhvr>
                                        <p:cTn id="12" dur="1000"/>
                                        <p:tgtEl>
                                          <p:spTgt spid="1034"/>
                                        </p:tgtEl>
                                      </p:cBhvr>
                                    </p:animEffect>
                                  </p:childTnLst>
                                </p:cTn>
                              </p:par>
                              <p:par>
                                <p:cTn id="13" presetID="16" presetClass="entr" presetSubtype="42" fill="hold" nodeType="with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barn(outHorizontal)">
                                      <p:cBhvr>
                                        <p:cTn id="15" dur="1000"/>
                                        <p:tgtEl>
                                          <p:spTgt spid="128"/>
                                        </p:tgtEl>
                                      </p:cBhvr>
                                    </p:animEffect>
                                  </p:childTnLst>
                                </p:cTn>
                              </p:par>
                              <p:par>
                                <p:cTn id="16" presetID="16" presetClass="entr" presetSubtype="42" fill="hold" nodeType="withEffect">
                                  <p:stCondLst>
                                    <p:cond delay="0"/>
                                  </p:stCondLst>
                                  <p:childTnLst>
                                    <p:set>
                                      <p:cBhvr>
                                        <p:cTn id="17" dur="1" fill="hold">
                                          <p:stCondLst>
                                            <p:cond delay="0"/>
                                          </p:stCondLst>
                                        </p:cTn>
                                        <p:tgtEl>
                                          <p:spTgt spid="129"/>
                                        </p:tgtEl>
                                        <p:attrNameLst>
                                          <p:attrName>style.visibility</p:attrName>
                                        </p:attrNameLst>
                                      </p:cBhvr>
                                      <p:to>
                                        <p:strVal val="visible"/>
                                      </p:to>
                                    </p:set>
                                    <p:animEffect transition="in" filter="barn(outHorizontal)">
                                      <p:cBhvr>
                                        <p:cTn id="18" dur="1000"/>
                                        <p:tgtEl>
                                          <p:spTgt spid="129"/>
                                        </p:tgtEl>
                                      </p:cBhvr>
                                    </p:animEffect>
                                  </p:childTnLst>
                                </p:cTn>
                              </p:par>
                              <p:par>
                                <p:cTn id="19" presetID="16" presetClass="entr" presetSubtype="42"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barn(outHorizontal)">
                                      <p:cBhvr>
                                        <p:cTn id="21" dur="2000"/>
                                        <p:tgtEl>
                                          <p:spTgt spid="61"/>
                                        </p:tgtEl>
                                      </p:cBhvr>
                                    </p:animEffect>
                                  </p:childTnLst>
                                </p:cTn>
                              </p:par>
                              <p:par>
                                <p:cTn id="22" presetID="12" presetClass="entr" presetSubtype="1" fill="hold" nodeType="withEffect">
                                  <p:stCondLst>
                                    <p:cond delay="1000"/>
                                  </p:stCondLst>
                                  <p:childTnLst>
                                    <p:set>
                                      <p:cBhvr>
                                        <p:cTn id="23" dur="1" fill="hold">
                                          <p:stCondLst>
                                            <p:cond delay="0"/>
                                          </p:stCondLst>
                                        </p:cTn>
                                        <p:tgtEl>
                                          <p:spTgt spid="63"/>
                                        </p:tgtEl>
                                        <p:attrNameLst>
                                          <p:attrName>style.visibility</p:attrName>
                                        </p:attrNameLst>
                                      </p:cBhvr>
                                      <p:to>
                                        <p:strVal val="visible"/>
                                      </p:to>
                                    </p:set>
                                    <p:anim calcmode="lin" valueType="num">
                                      <p:cBhvr additive="base">
                                        <p:cTn id="24" dur="1000"/>
                                        <p:tgtEl>
                                          <p:spTgt spid="63"/>
                                        </p:tgtEl>
                                        <p:attrNameLst>
                                          <p:attrName>ppt_y</p:attrName>
                                        </p:attrNameLst>
                                      </p:cBhvr>
                                      <p:tavLst>
                                        <p:tav tm="0">
                                          <p:val>
                                            <p:strVal val="#ppt_y-#ppt_h*1.125000"/>
                                          </p:val>
                                        </p:tav>
                                        <p:tav tm="100000">
                                          <p:val>
                                            <p:strVal val="#ppt_y"/>
                                          </p:val>
                                        </p:tav>
                                      </p:tavLst>
                                    </p:anim>
                                    <p:animEffect transition="in" filter="wipe(down)">
                                      <p:cBhvr>
                                        <p:cTn id="25" dur="1000"/>
                                        <p:tgtEl>
                                          <p:spTgt spid="63"/>
                                        </p:tgtEl>
                                      </p:cBhvr>
                                    </p:animEffect>
                                  </p:childTnLst>
                                </p:cTn>
                              </p:par>
                            </p:childTnLst>
                          </p:cTn>
                        </p:par>
                        <p:par>
                          <p:cTn id="26" fill="hold">
                            <p:stCondLst>
                              <p:cond delay="2000"/>
                            </p:stCondLst>
                            <p:childTnLst>
                              <p:par>
                                <p:cTn id="27" presetID="55" presetClass="entr" presetSubtype="0" fill="hold" grpId="0" nodeType="after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1000" fill="hold"/>
                                        <p:tgtEl>
                                          <p:spTgt spid="3"/>
                                        </p:tgtEl>
                                        <p:attrNameLst>
                                          <p:attrName>ppt_w</p:attrName>
                                        </p:attrNameLst>
                                      </p:cBhvr>
                                      <p:tavLst>
                                        <p:tav tm="0">
                                          <p:val>
                                            <p:strVal val="#ppt_w*0.70"/>
                                          </p:val>
                                        </p:tav>
                                        <p:tav tm="100000">
                                          <p:val>
                                            <p:strVal val="#ppt_w"/>
                                          </p:val>
                                        </p:tav>
                                      </p:tavLst>
                                    </p:anim>
                                    <p:anim calcmode="lin" valueType="num">
                                      <p:cBhvr>
                                        <p:cTn id="30" dur="1000" fill="hold"/>
                                        <p:tgtEl>
                                          <p:spTgt spid="3"/>
                                        </p:tgtEl>
                                        <p:attrNameLst>
                                          <p:attrName>ppt_h</p:attrName>
                                        </p:attrNameLst>
                                      </p:cBhvr>
                                      <p:tavLst>
                                        <p:tav tm="0">
                                          <p:val>
                                            <p:strVal val="#ppt_h"/>
                                          </p:val>
                                        </p:tav>
                                        <p:tav tm="100000">
                                          <p:val>
                                            <p:strVal val="#ppt_h"/>
                                          </p:val>
                                        </p:tav>
                                      </p:tavLst>
                                    </p:anim>
                                    <p:animEffect transition="in" filter="fade">
                                      <p:cBhvr>
                                        <p:cTn id="31" dur="1000"/>
                                        <p:tgtEl>
                                          <p:spTgt spid="3"/>
                                        </p:tgtEl>
                                      </p:cBhvr>
                                    </p:animEffect>
                                  </p:childTnLst>
                                </p:cTn>
                              </p:par>
                            </p:childTnLst>
                          </p:cTn>
                        </p:par>
                        <p:par>
                          <p:cTn id="32" fill="hold">
                            <p:stCondLst>
                              <p:cond delay="3000"/>
                            </p:stCondLst>
                            <p:childTnLst>
                              <p:par>
                                <p:cTn id="33" presetID="55"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strVal val="#ppt_w*0.70"/>
                                          </p:val>
                                        </p:tav>
                                        <p:tav tm="100000">
                                          <p:val>
                                            <p:strVal val="#ppt_w"/>
                                          </p:val>
                                        </p:tav>
                                      </p:tavLst>
                                    </p:anim>
                                    <p:anim calcmode="lin" valueType="num">
                                      <p:cBhvr>
                                        <p:cTn id="36" dur="1000" fill="hold"/>
                                        <p:tgtEl>
                                          <p:spTgt spid="5"/>
                                        </p:tgtEl>
                                        <p:attrNameLst>
                                          <p:attrName>ppt_h</p:attrName>
                                        </p:attrNameLst>
                                      </p:cBhvr>
                                      <p:tavLst>
                                        <p:tav tm="0">
                                          <p:val>
                                            <p:strVal val="#ppt_h"/>
                                          </p:val>
                                        </p:tav>
                                        <p:tav tm="100000">
                                          <p:val>
                                            <p:strVal val="#ppt_h"/>
                                          </p:val>
                                        </p:tav>
                                      </p:tavLst>
                                    </p:anim>
                                    <p:animEffect transition="in" filter="fade">
                                      <p:cBhvr>
                                        <p:cTn id="37" dur="1000"/>
                                        <p:tgtEl>
                                          <p:spTgt spid="5"/>
                                        </p:tgtEl>
                                      </p:cBhvr>
                                    </p:animEffect>
                                  </p:childTnLst>
                                </p:cTn>
                              </p:par>
                            </p:childTnLst>
                          </p:cTn>
                        </p:par>
                        <p:par>
                          <p:cTn id="38" fill="hold">
                            <p:stCondLst>
                              <p:cond delay="4000"/>
                            </p:stCondLst>
                            <p:childTnLst>
                              <p:par>
                                <p:cTn id="39" presetID="55" presetClass="entr" presetSubtype="0"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1000" fill="hold"/>
                                        <p:tgtEl>
                                          <p:spTgt spid="6"/>
                                        </p:tgtEl>
                                        <p:attrNameLst>
                                          <p:attrName>ppt_w</p:attrName>
                                        </p:attrNameLst>
                                      </p:cBhvr>
                                      <p:tavLst>
                                        <p:tav tm="0">
                                          <p:val>
                                            <p:strVal val="#ppt_w*0.70"/>
                                          </p:val>
                                        </p:tav>
                                        <p:tav tm="100000">
                                          <p:val>
                                            <p:strVal val="#ppt_w"/>
                                          </p:val>
                                        </p:tav>
                                      </p:tavLst>
                                    </p:anim>
                                    <p:anim calcmode="lin" valueType="num">
                                      <p:cBhvr>
                                        <p:cTn id="42" dur="1000" fill="hold"/>
                                        <p:tgtEl>
                                          <p:spTgt spid="6"/>
                                        </p:tgtEl>
                                        <p:attrNameLst>
                                          <p:attrName>ppt_h</p:attrName>
                                        </p:attrNameLst>
                                      </p:cBhvr>
                                      <p:tavLst>
                                        <p:tav tm="0">
                                          <p:val>
                                            <p:strVal val="#ppt_h"/>
                                          </p:val>
                                        </p:tav>
                                        <p:tav tm="100000">
                                          <p:val>
                                            <p:strVal val="#ppt_h"/>
                                          </p:val>
                                        </p:tav>
                                      </p:tavLst>
                                    </p:anim>
                                    <p:animEffect transition="in" filter="fade">
                                      <p:cBhvr>
                                        <p:cTn id="43" dur="1000"/>
                                        <p:tgtEl>
                                          <p:spTgt spid="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barn(inVertical)">
                                      <p:cBhvr>
                                        <p:cTn id="46" dur="1000"/>
                                        <p:tgtEl>
                                          <p:spTgt spid="4"/>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arn(inVertical)">
                                      <p:cBhvr>
                                        <p:cTn id="49" dur="1000"/>
                                        <p:tgtEl>
                                          <p:spTgt spid="19"/>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barn(inVertical)">
                                      <p:cBhvr>
                                        <p:cTn id="52" dur="1000"/>
                                        <p:tgtEl>
                                          <p:spTgt spid="32"/>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barn(inVertical)">
                                      <p:cBhvr>
                                        <p:cTn id="55" dur="1000"/>
                                        <p:tgtEl>
                                          <p:spTgt spid="35"/>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barn(inVertical)">
                                      <p:cBhvr>
                                        <p:cTn id="58" dur="1000"/>
                                        <p:tgtEl>
                                          <p:spTgt spid="23"/>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barn(inVertical)">
                                      <p:cBhvr>
                                        <p:cTn id="6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34" grpId="0"/>
      <p:bldP spid="4" grpId="0"/>
      <p:bldP spid="9" grpId="0"/>
      <p:bldP spid="19" grpId="0"/>
      <p:bldP spid="23" grpId="0"/>
      <p:bldP spid="32" grpId="0"/>
      <p:bldP spid="35" grpId="0"/>
      <p:bldP spid="3" grpId="0" animBg="1"/>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D4E68339-1B90-44F9-BCC4-4600A6E24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6CAE0FAE-2DE0-4C35-A4A8-D7070B65211E}"/>
              </a:ext>
            </a:extLst>
          </p:cNvPr>
          <p:cNvSpPr/>
          <p:nvPr/>
        </p:nvSpPr>
        <p:spPr>
          <a:xfrm>
            <a:off x="1525712" y="2400475"/>
            <a:ext cx="9142288" cy="2068222"/>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200" b="1" kern="1200" cap="none" spc="0">
                <a:ln w="13462">
                  <a:solidFill>
                    <a:schemeClr val="bg1"/>
                  </a:solidFill>
                  <a:prstDash val="solid"/>
                </a:ln>
                <a:solidFill>
                  <a:schemeClr val="tx1"/>
                </a:solidFill>
                <a:effectLst>
                  <a:outerShdw dist="38100" dir="2700000" algn="bl" rotWithShape="0">
                    <a:schemeClr val="accent5"/>
                  </a:outerShdw>
                </a:effectLst>
                <a:latin typeface="+mj-lt"/>
                <a:ea typeface="+mj-ea"/>
                <a:cs typeface="+mj-cs"/>
              </a:rPr>
              <a:t>Thank You!</a:t>
            </a:r>
            <a:endParaRPr lang="en-US" sz="5200" b="1" kern="1200" cap="none" spc="0" dirty="0">
              <a:ln w="13462">
                <a:solidFill>
                  <a:schemeClr val="bg1"/>
                </a:solidFill>
                <a:prstDash val="solid"/>
              </a:ln>
              <a:solidFill>
                <a:schemeClr val="tx1"/>
              </a:solidFill>
              <a:effectLst>
                <a:outerShdw dist="38100" dir="2700000" algn="bl" rotWithShape="0">
                  <a:schemeClr val="accent5"/>
                </a:outerShdw>
              </a:effectLst>
              <a:latin typeface="+mj-lt"/>
              <a:ea typeface="+mj-ea"/>
              <a:cs typeface="+mj-cs"/>
            </a:endParaRPr>
          </a:p>
        </p:txBody>
      </p:sp>
      <p:sp>
        <p:nvSpPr>
          <p:cNvPr id="90" name="Rectangle 89">
            <a:extLst>
              <a:ext uri="{FF2B5EF4-FFF2-40B4-BE49-F238E27FC236}">
                <a16:creationId xmlns:a16="http://schemas.microsoft.com/office/drawing/2014/main" id="{F0E09E83-5FC7-9C4B-0438-8EACFFF27EFD}"/>
              </a:ext>
            </a:extLst>
          </p:cNvPr>
          <p:cNvSpPr/>
          <p:nvPr/>
        </p:nvSpPr>
        <p:spPr>
          <a:xfrm>
            <a:off x="1525712" y="4629235"/>
            <a:ext cx="9142288" cy="1488679"/>
          </a:xfrm>
          <a:prstGeom prst="rect">
            <a:avLst/>
          </a:prstGeom>
        </p:spPr>
        <p:txBody>
          <a:bodyPr vert="horz" lIns="91440" tIns="45720" rIns="91440" bIns="45720" rtlCol="0">
            <a:normAutofit/>
          </a:bodyPr>
          <a:lstStyle/>
          <a:p>
            <a:pPr algn="ctr">
              <a:lnSpc>
                <a:spcPct val="90000"/>
              </a:lnSpc>
              <a:spcBef>
                <a:spcPts val="1000"/>
              </a:spcBef>
            </a:pPr>
            <a:r>
              <a:rPr lang="en-US" sz="2400" b="1" kern="1200">
                <a:ln w="12700">
                  <a:solidFill>
                    <a:schemeClr val="accent1"/>
                  </a:solidFill>
                  <a:prstDash val="solid"/>
                </a:ln>
                <a:solidFill>
                  <a:schemeClr val="tx1"/>
                </a:solidFill>
                <a:effectLst>
                  <a:outerShdw dist="38100" dir="2640000" algn="bl" rotWithShape="0">
                    <a:schemeClr val="accent1"/>
                  </a:outerShdw>
                </a:effectLst>
                <a:latin typeface="+mn-lt"/>
                <a:ea typeface="+mn-ea"/>
                <a:cs typeface="+mn-cs"/>
              </a:rPr>
              <a:t>The End</a:t>
            </a:r>
          </a:p>
        </p:txBody>
      </p:sp>
      <p:pic>
        <p:nvPicPr>
          <p:cNvPr id="7" name="Graphic 6" descr="Handshake">
            <a:extLst>
              <a:ext uri="{FF2B5EF4-FFF2-40B4-BE49-F238E27FC236}">
                <a16:creationId xmlns:a16="http://schemas.microsoft.com/office/drawing/2014/main" id="{4F4AF080-BB8E-6678-54B6-D7B8BB410E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58070" y="1133637"/>
            <a:ext cx="1075860" cy="1075860"/>
          </a:xfrm>
          <a:prstGeom prst="rect">
            <a:avLst/>
          </a:prstGeom>
        </p:spPr>
      </p:pic>
    </p:spTree>
    <p:extLst>
      <p:ext uri="{BB962C8B-B14F-4D97-AF65-F5344CB8AC3E}">
        <p14:creationId xmlns:p14="http://schemas.microsoft.com/office/powerpoint/2010/main" val="3307140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2117</TotalTime>
  <Words>670</Words>
  <Application>Microsoft Macintosh PowerPoint</Application>
  <PresentationFormat>Widescreen</PresentationFormat>
  <Paragraphs>59</Paragraphs>
  <Slides>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-apple-system</vt:lpstr>
      <vt:lpstr>Aptos</vt:lpstr>
      <vt:lpstr>Arial</vt:lpstr>
      <vt:lpstr>Calibri</vt:lpstr>
      <vt:lpstr>Calibri Light</vt:lpstr>
      <vt:lpstr>Century Gothic</vt:lpstr>
      <vt:lpstr>Helvetica Light</vt:lpstr>
      <vt:lpstr>Wingdings</vt:lpstr>
      <vt:lpstr>Office Theme</vt:lpstr>
      <vt:lpstr>PowerPoint Presentation</vt:lpstr>
      <vt:lpstr>PowerPoint Presentation</vt:lpstr>
      <vt:lpstr>PowerPoint Presentation</vt:lpstr>
      <vt:lpstr>PowerPoint Presentation</vt:lpstr>
    </vt:vector>
  </TitlesOfParts>
  <Manager>You Exec (https://youexec.com/resources)</Manager>
  <Company>You Exec (https://youexec.com/resources)</Company>
  <LinksUpToDate>false</LinksUpToDate>
  <SharedDoc>false</SharedDoc>
  <HyperlinkBase>You Exec (https://youexec.com/resources)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30-60-90 Day Plan</dc:title>
  <dc:subject>30-60-90 Day Plan</dc:subject>
  <dc:creator>You Exec (https://youexec.com/resources)</dc:creator>
  <cp:keywords>You Exec (https://youexec.com/resources)</cp:keywords>
  <dc:description>You Exec (https://youexec.com/resources)</dc:description>
  <cp:lastModifiedBy>Chugh, Mayank</cp:lastModifiedBy>
  <cp:revision>1190</cp:revision>
  <dcterms:created xsi:type="dcterms:W3CDTF">2020-08-13T16:53:10Z</dcterms:created>
  <dcterms:modified xsi:type="dcterms:W3CDTF">2024-03-07T04:41:57Z</dcterms:modified>
  <cp:category>You Exec (https://youexec.com/resources)</cp:category>
</cp:coreProperties>
</file>